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89" r:id="rId3"/>
    <p:sldId id="257" r:id="rId4"/>
    <p:sldId id="263" r:id="rId5"/>
    <p:sldId id="259" r:id="rId6"/>
    <p:sldId id="291" r:id="rId7"/>
    <p:sldId id="292" r:id="rId8"/>
    <p:sldId id="293" r:id="rId9"/>
    <p:sldId id="295" r:id="rId10"/>
    <p:sldId id="294" r:id="rId11"/>
    <p:sldId id="296" r:id="rId12"/>
    <p:sldId id="297" r:id="rId13"/>
    <p:sldId id="298" r:id="rId14"/>
    <p:sldId id="299" r:id="rId15"/>
    <p:sldId id="300" r:id="rId16"/>
    <p:sldId id="286" r:id="rId17"/>
    <p:sldId id="301" r:id="rId18"/>
    <p:sldId id="279" r:id="rId19"/>
    <p:sldId id="281" r:id="rId20"/>
    <p:sldId id="302" r:id="rId21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23"/>
    </p:embeddedFont>
    <p:embeddedFont>
      <p:font typeface="Arial Rounded MT Bold" panose="020F0704030504030204" pitchFamily="34" charset="0"/>
      <p:regular r:id="rId24"/>
    </p:embeddedFont>
    <p:embeddedFont>
      <p:font typeface="Fira Sans" panose="020B0503050000020004" pitchFamily="34" charset="0"/>
      <p:regular r:id="rId25"/>
      <p:bold r:id="rId26"/>
      <p:italic r:id="rId27"/>
      <p:boldItalic r:id="rId28"/>
    </p:embeddedFont>
    <p:embeddedFont>
      <p:font typeface="Fira Sans Medium" panose="020B0603050000020004" pitchFamily="3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59">
          <p15:clr>
            <a:srgbClr val="EA4335"/>
          </p15:clr>
        </p15:guide>
        <p15:guide id="2" pos="288">
          <p15:clr>
            <a:srgbClr val="EA4335"/>
          </p15:clr>
        </p15:guide>
        <p15:guide id="3" pos="5472">
          <p15:clr>
            <a:srgbClr val="EA4335"/>
          </p15:clr>
        </p15:guide>
        <p15:guide id="4" orient="horz" pos="2984">
          <p15:clr>
            <a:srgbClr val="EA4335"/>
          </p15:clr>
        </p15:guide>
        <p15:guide id="5" orient="horz" pos="504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46" y="120"/>
      </p:cViewPr>
      <p:guideLst>
        <p:guide orient="horz" pos="259"/>
        <p:guide pos="288"/>
        <p:guide pos="5472"/>
        <p:guide orient="horz" pos="2984"/>
        <p:guide orient="horz" pos="5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92a1ad2113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2" name="Google Shape;52;g92a1ad2113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91ed6c2d0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68" name="Google Shape;168;g91ed6c2d0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Google Shape;1636;g929290261e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637" name="Google Shape;1637;g929290261e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9026751953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427" name="Google Shape;427;g9026751953_0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2" name="Google Shape;5152;g94a06c92dc_0_14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153" name="Google Shape;5153;g94a06c92dc_0_14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" name="Google Shape;3348;g94a06c92dc_0_13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349" name="Google Shape;3349;g94a06c92dc_0_13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4" name="Google Shape;3924;g94a06c92dc_0_13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925" name="Google Shape;3925;g94a06c92dc_0_13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4270113" y="1088670"/>
            <a:ext cx="4416687" cy="2966160"/>
            <a:chOff x="2523825" y="1354400"/>
            <a:chExt cx="4476450" cy="3155825"/>
          </a:xfrm>
        </p:grpSpPr>
        <p:sp>
          <p:nvSpPr>
            <p:cNvPr id="55" name="Google Shape;55;p13"/>
            <p:cNvSpPr/>
            <p:nvPr/>
          </p:nvSpPr>
          <p:spPr>
            <a:xfrm>
              <a:off x="5135725" y="2136600"/>
              <a:ext cx="424400" cy="668250"/>
            </a:xfrm>
            <a:custGeom>
              <a:avLst/>
              <a:gdLst/>
              <a:ahLst/>
              <a:cxnLst/>
              <a:rect l="l" t="t" r="r" b="b"/>
              <a:pathLst>
                <a:path w="16976" h="26730" extrusionOk="0">
                  <a:moveTo>
                    <a:pt x="159" y="1"/>
                  </a:moveTo>
                  <a:cubicBezTo>
                    <a:pt x="96" y="1"/>
                    <a:pt x="1" y="64"/>
                    <a:pt x="1" y="159"/>
                  </a:cubicBezTo>
                  <a:lnTo>
                    <a:pt x="1" y="16500"/>
                  </a:lnTo>
                  <a:cubicBezTo>
                    <a:pt x="1" y="16564"/>
                    <a:pt x="33" y="16595"/>
                    <a:pt x="64" y="16627"/>
                  </a:cubicBezTo>
                  <a:lnTo>
                    <a:pt x="10103" y="26698"/>
                  </a:lnTo>
                  <a:cubicBezTo>
                    <a:pt x="10135" y="26730"/>
                    <a:pt x="10198" y="26730"/>
                    <a:pt x="10230" y="26730"/>
                  </a:cubicBezTo>
                  <a:lnTo>
                    <a:pt x="16817" y="26730"/>
                  </a:lnTo>
                  <a:cubicBezTo>
                    <a:pt x="16912" y="26730"/>
                    <a:pt x="16975" y="26666"/>
                    <a:pt x="16975" y="26571"/>
                  </a:cubicBezTo>
                  <a:cubicBezTo>
                    <a:pt x="16975" y="26476"/>
                    <a:pt x="16880" y="26413"/>
                    <a:pt x="16817" y="26413"/>
                  </a:cubicBezTo>
                  <a:lnTo>
                    <a:pt x="10293" y="26413"/>
                  </a:lnTo>
                  <a:lnTo>
                    <a:pt x="349" y="16437"/>
                  </a:ln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56" name="Google Shape;56;p13"/>
            <p:cNvSpPr/>
            <p:nvPr/>
          </p:nvSpPr>
          <p:spPr>
            <a:xfrm>
              <a:off x="5908450" y="1686925"/>
              <a:ext cx="424400" cy="544725"/>
            </a:xfrm>
            <a:custGeom>
              <a:avLst/>
              <a:gdLst/>
              <a:ahLst/>
              <a:cxnLst/>
              <a:rect l="l" t="t" r="r" b="b"/>
              <a:pathLst>
                <a:path w="16976" h="21789" extrusionOk="0">
                  <a:moveTo>
                    <a:pt x="16817" y="0"/>
                  </a:moveTo>
                  <a:cubicBezTo>
                    <a:pt x="16722" y="0"/>
                    <a:pt x="16627" y="63"/>
                    <a:pt x="16627" y="158"/>
                  </a:cubicBezTo>
                  <a:lnTo>
                    <a:pt x="16627" y="11496"/>
                  </a:lnTo>
                  <a:lnTo>
                    <a:pt x="6683" y="21440"/>
                  </a:lnTo>
                  <a:lnTo>
                    <a:pt x="191" y="21440"/>
                  </a:lnTo>
                  <a:cubicBezTo>
                    <a:pt x="96" y="21440"/>
                    <a:pt x="1" y="21535"/>
                    <a:pt x="1" y="21598"/>
                  </a:cubicBezTo>
                  <a:cubicBezTo>
                    <a:pt x="1" y="21693"/>
                    <a:pt x="64" y="21788"/>
                    <a:pt x="159" y="21788"/>
                  </a:cubicBezTo>
                  <a:lnTo>
                    <a:pt x="6746" y="21788"/>
                  </a:lnTo>
                  <a:cubicBezTo>
                    <a:pt x="6778" y="21788"/>
                    <a:pt x="6841" y="21757"/>
                    <a:pt x="6873" y="21725"/>
                  </a:cubicBezTo>
                  <a:lnTo>
                    <a:pt x="16912" y="11686"/>
                  </a:lnTo>
                  <a:cubicBezTo>
                    <a:pt x="16944" y="11654"/>
                    <a:pt x="16975" y="11591"/>
                    <a:pt x="16975" y="11559"/>
                  </a:cubicBezTo>
                  <a:lnTo>
                    <a:pt x="16975" y="158"/>
                  </a:lnTo>
                  <a:cubicBezTo>
                    <a:pt x="16975" y="63"/>
                    <a:pt x="16880" y="0"/>
                    <a:pt x="168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5649575" y="1566175"/>
              <a:ext cx="265250" cy="530875"/>
            </a:xfrm>
            <a:custGeom>
              <a:avLst/>
              <a:gdLst/>
              <a:ahLst/>
              <a:cxnLst/>
              <a:rect l="l" t="t" r="r" b="b"/>
              <a:pathLst>
                <a:path w="10610" h="21235" extrusionOk="0">
                  <a:moveTo>
                    <a:pt x="174" y="1"/>
                  </a:moveTo>
                  <a:cubicBezTo>
                    <a:pt x="135" y="1"/>
                    <a:pt x="95" y="16"/>
                    <a:pt x="63" y="48"/>
                  </a:cubicBezTo>
                  <a:cubicBezTo>
                    <a:pt x="0" y="111"/>
                    <a:pt x="0" y="206"/>
                    <a:pt x="63" y="270"/>
                  </a:cubicBezTo>
                  <a:lnTo>
                    <a:pt x="10293" y="10499"/>
                  </a:lnTo>
                  <a:lnTo>
                    <a:pt x="10293" y="21076"/>
                  </a:lnTo>
                  <a:cubicBezTo>
                    <a:pt x="10293" y="21171"/>
                    <a:pt x="10356" y="21235"/>
                    <a:pt x="10451" y="21235"/>
                  </a:cubicBezTo>
                  <a:cubicBezTo>
                    <a:pt x="10546" y="21235"/>
                    <a:pt x="10609" y="21171"/>
                    <a:pt x="10609" y="21076"/>
                  </a:cubicBezTo>
                  <a:lnTo>
                    <a:pt x="10609" y="10435"/>
                  </a:lnTo>
                  <a:cubicBezTo>
                    <a:pt x="10609" y="10404"/>
                    <a:pt x="10609" y="10340"/>
                    <a:pt x="10578" y="10309"/>
                  </a:cubicBezTo>
                  <a:lnTo>
                    <a:pt x="285" y="48"/>
                  </a:lnTo>
                  <a:cubicBezTo>
                    <a:pt x="253" y="16"/>
                    <a:pt x="214" y="1"/>
                    <a:pt x="17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5423925" y="1354400"/>
              <a:ext cx="266825" cy="266825"/>
            </a:xfrm>
            <a:custGeom>
              <a:avLst/>
              <a:gdLst/>
              <a:ahLst/>
              <a:cxnLst/>
              <a:rect l="l" t="t" r="r" b="b"/>
              <a:pathLst>
                <a:path w="10673" h="10673" extrusionOk="0">
                  <a:moveTo>
                    <a:pt x="5352" y="317"/>
                  </a:moveTo>
                  <a:cubicBezTo>
                    <a:pt x="8108" y="317"/>
                    <a:pt x="10356" y="2565"/>
                    <a:pt x="10356" y="5320"/>
                  </a:cubicBezTo>
                  <a:cubicBezTo>
                    <a:pt x="10356" y="8076"/>
                    <a:pt x="8108" y="10324"/>
                    <a:pt x="5352" y="10324"/>
                  </a:cubicBezTo>
                  <a:cubicBezTo>
                    <a:pt x="2597" y="10324"/>
                    <a:pt x="349" y="8076"/>
                    <a:pt x="349" y="5320"/>
                  </a:cubicBezTo>
                  <a:cubicBezTo>
                    <a:pt x="349" y="2565"/>
                    <a:pt x="2597" y="317"/>
                    <a:pt x="5352" y="317"/>
                  </a:cubicBezTo>
                  <a:close/>
                  <a:moveTo>
                    <a:pt x="5352" y="0"/>
                  </a:moveTo>
                  <a:cubicBezTo>
                    <a:pt x="2407" y="0"/>
                    <a:pt x="0" y="2375"/>
                    <a:pt x="0" y="5320"/>
                  </a:cubicBezTo>
                  <a:cubicBezTo>
                    <a:pt x="0" y="8266"/>
                    <a:pt x="2407" y="10673"/>
                    <a:pt x="5352" y="10673"/>
                  </a:cubicBezTo>
                  <a:cubicBezTo>
                    <a:pt x="8298" y="10673"/>
                    <a:pt x="10673" y="8266"/>
                    <a:pt x="10673" y="5320"/>
                  </a:cubicBezTo>
                  <a:cubicBezTo>
                    <a:pt x="10673" y="2375"/>
                    <a:pt x="8298" y="0"/>
                    <a:pt x="535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5454000" y="1392975"/>
              <a:ext cx="206675" cy="188875"/>
            </a:xfrm>
            <a:custGeom>
              <a:avLst/>
              <a:gdLst/>
              <a:ahLst/>
              <a:cxnLst/>
              <a:rect l="l" t="t" r="r" b="b"/>
              <a:pathLst>
                <a:path w="8267" h="7555" extrusionOk="0">
                  <a:moveTo>
                    <a:pt x="4134" y="1"/>
                  </a:moveTo>
                  <a:cubicBezTo>
                    <a:pt x="3168" y="1"/>
                    <a:pt x="2202" y="373"/>
                    <a:pt x="1458" y="1117"/>
                  </a:cubicBezTo>
                  <a:cubicBezTo>
                    <a:pt x="1" y="2574"/>
                    <a:pt x="1" y="4981"/>
                    <a:pt x="1458" y="6438"/>
                  </a:cubicBezTo>
                  <a:cubicBezTo>
                    <a:pt x="2202" y="7182"/>
                    <a:pt x="3168" y="7554"/>
                    <a:pt x="4134" y="7554"/>
                  </a:cubicBezTo>
                  <a:cubicBezTo>
                    <a:pt x="5100" y="7554"/>
                    <a:pt x="6065" y="7182"/>
                    <a:pt x="6810" y="6438"/>
                  </a:cubicBezTo>
                  <a:cubicBezTo>
                    <a:pt x="8266" y="4981"/>
                    <a:pt x="8266" y="2574"/>
                    <a:pt x="6810" y="1117"/>
                  </a:cubicBezTo>
                  <a:cubicBezTo>
                    <a:pt x="6065" y="373"/>
                    <a:pt x="5100" y="1"/>
                    <a:pt x="413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2750250" y="4349475"/>
              <a:ext cx="4052875" cy="160750"/>
            </a:xfrm>
            <a:custGeom>
              <a:avLst/>
              <a:gdLst/>
              <a:ahLst/>
              <a:cxnLst/>
              <a:rect l="l" t="t" r="r" b="b"/>
              <a:pathLst>
                <a:path w="162115" h="6430" extrusionOk="0">
                  <a:moveTo>
                    <a:pt x="81074" y="1"/>
                  </a:moveTo>
                  <a:cubicBezTo>
                    <a:pt x="36294" y="1"/>
                    <a:pt x="1" y="1426"/>
                    <a:pt x="1" y="3199"/>
                  </a:cubicBezTo>
                  <a:cubicBezTo>
                    <a:pt x="1" y="5004"/>
                    <a:pt x="36294" y="6429"/>
                    <a:pt x="81074" y="6429"/>
                  </a:cubicBezTo>
                  <a:cubicBezTo>
                    <a:pt x="125822" y="6429"/>
                    <a:pt x="162115" y="5004"/>
                    <a:pt x="162115" y="3199"/>
                  </a:cubicBezTo>
                  <a:cubicBezTo>
                    <a:pt x="162115" y="1426"/>
                    <a:pt x="125822" y="1"/>
                    <a:pt x="81074" y="1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2523825" y="3132600"/>
              <a:ext cx="443400" cy="216175"/>
            </a:xfrm>
            <a:custGeom>
              <a:avLst/>
              <a:gdLst/>
              <a:ahLst/>
              <a:cxnLst/>
              <a:rect l="l" t="t" r="r" b="b"/>
              <a:pathLst>
                <a:path w="17736" h="8647" extrusionOk="0">
                  <a:moveTo>
                    <a:pt x="2756" y="0"/>
                  </a:moveTo>
                  <a:cubicBezTo>
                    <a:pt x="1236" y="0"/>
                    <a:pt x="1" y="1236"/>
                    <a:pt x="1" y="2756"/>
                  </a:cubicBezTo>
                  <a:lnTo>
                    <a:pt x="1" y="5891"/>
                  </a:lnTo>
                  <a:cubicBezTo>
                    <a:pt x="1" y="7411"/>
                    <a:pt x="1236" y="8646"/>
                    <a:pt x="2756" y="8646"/>
                  </a:cubicBezTo>
                  <a:lnTo>
                    <a:pt x="14980" y="8646"/>
                  </a:lnTo>
                  <a:cubicBezTo>
                    <a:pt x="16500" y="8646"/>
                    <a:pt x="17735" y="7411"/>
                    <a:pt x="17735" y="5891"/>
                  </a:cubicBezTo>
                  <a:lnTo>
                    <a:pt x="17735" y="2756"/>
                  </a:lnTo>
                  <a:cubicBezTo>
                    <a:pt x="17735" y="1236"/>
                    <a:pt x="16500" y="0"/>
                    <a:pt x="149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2632300" y="3202275"/>
              <a:ext cx="124325" cy="24575"/>
            </a:xfrm>
            <a:custGeom>
              <a:avLst/>
              <a:gdLst/>
              <a:ahLst/>
              <a:cxnLst/>
              <a:rect l="l" t="t" r="r" b="b"/>
              <a:pathLst>
                <a:path w="4973" h="983" extrusionOk="0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4466" y="982"/>
                  </a:lnTo>
                  <a:cubicBezTo>
                    <a:pt x="4751" y="982"/>
                    <a:pt x="4972" y="760"/>
                    <a:pt x="4972" y="475"/>
                  </a:cubicBezTo>
                  <a:cubicBezTo>
                    <a:pt x="4972" y="222"/>
                    <a:pt x="4751" y="0"/>
                    <a:pt x="44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63" name="Google Shape;63;p13"/>
            <p:cNvSpPr/>
            <p:nvPr/>
          </p:nvSpPr>
          <p:spPr>
            <a:xfrm>
              <a:off x="2788275" y="3202275"/>
              <a:ext cx="68900" cy="24575"/>
            </a:xfrm>
            <a:custGeom>
              <a:avLst/>
              <a:gdLst/>
              <a:ahLst/>
              <a:cxnLst/>
              <a:rect l="l" t="t" r="r" b="b"/>
              <a:pathLst>
                <a:path w="2756" h="983" extrusionOk="0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2249" y="982"/>
                  </a:lnTo>
                  <a:cubicBezTo>
                    <a:pt x="2534" y="982"/>
                    <a:pt x="2755" y="760"/>
                    <a:pt x="2755" y="475"/>
                  </a:cubicBezTo>
                  <a:cubicBezTo>
                    <a:pt x="2755" y="222"/>
                    <a:pt x="2502" y="0"/>
                    <a:pt x="22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64" name="Google Shape;64;p13"/>
            <p:cNvSpPr/>
            <p:nvPr/>
          </p:nvSpPr>
          <p:spPr>
            <a:xfrm>
              <a:off x="2703550" y="3253725"/>
              <a:ext cx="153625" cy="25375"/>
            </a:xfrm>
            <a:custGeom>
              <a:avLst/>
              <a:gdLst/>
              <a:ahLst/>
              <a:cxnLst/>
              <a:rect l="l" t="t" r="r" b="b"/>
              <a:pathLst>
                <a:path w="6145" h="1015" extrusionOk="0">
                  <a:moveTo>
                    <a:pt x="507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5638" y="1014"/>
                  </a:lnTo>
                  <a:cubicBezTo>
                    <a:pt x="5923" y="1014"/>
                    <a:pt x="6144" y="793"/>
                    <a:pt x="6113" y="507"/>
                  </a:cubicBezTo>
                  <a:cubicBezTo>
                    <a:pt x="6113" y="222"/>
                    <a:pt x="5891" y="1"/>
                    <a:pt x="56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65" name="Google Shape;65;p13"/>
            <p:cNvSpPr/>
            <p:nvPr/>
          </p:nvSpPr>
          <p:spPr>
            <a:xfrm>
              <a:off x="5697075" y="2062200"/>
              <a:ext cx="443375" cy="215375"/>
            </a:xfrm>
            <a:custGeom>
              <a:avLst/>
              <a:gdLst/>
              <a:ahLst/>
              <a:cxnLst/>
              <a:rect l="l" t="t" r="r" b="b"/>
              <a:pathLst>
                <a:path w="17735" h="8615" extrusionOk="0">
                  <a:moveTo>
                    <a:pt x="2724" y="0"/>
                  </a:moveTo>
                  <a:cubicBezTo>
                    <a:pt x="1204" y="0"/>
                    <a:pt x="0" y="1204"/>
                    <a:pt x="0" y="2724"/>
                  </a:cubicBezTo>
                  <a:lnTo>
                    <a:pt x="0" y="5859"/>
                  </a:lnTo>
                  <a:cubicBezTo>
                    <a:pt x="0" y="7379"/>
                    <a:pt x="1204" y="8614"/>
                    <a:pt x="2724" y="8614"/>
                  </a:cubicBezTo>
                  <a:lnTo>
                    <a:pt x="14980" y="8614"/>
                  </a:lnTo>
                  <a:cubicBezTo>
                    <a:pt x="16500" y="8614"/>
                    <a:pt x="17735" y="7379"/>
                    <a:pt x="17735" y="5859"/>
                  </a:cubicBezTo>
                  <a:lnTo>
                    <a:pt x="17735" y="2724"/>
                  </a:lnTo>
                  <a:cubicBezTo>
                    <a:pt x="17735" y="1204"/>
                    <a:pt x="16500" y="0"/>
                    <a:pt x="149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5754075" y="2127100"/>
              <a:ext cx="99775" cy="25375"/>
            </a:xfrm>
            <a:custGeom>
              <a:avLst/>
              <a:gdLst/>
              <a:ahLst/>
              <a:cxnLst/>
              <a:rect l="l" t="t" r="r" b="b"/>
              <a:pathLst>
                <a:path w="3991" h="1015" extrusionOk="0">
                  <a:moveTo>
                    <a:pt x="507" y="1"/>
                  </a:moveTo>
                  <a:cubicBezTo>
                    <a:pt x="254" y="1"/>
                    <a:pt x="0" y="254"/>
                    <a:pt x="0" y="508"/>
                  </a:cubicBezTo>
                  <a:cubicBezTo>
                    <a:pt x="0" y="793"/>
                    <a:pt x="254" y="1014"/>
                    <a:pt x="507" y="1014"/>
                  </a:cubicBezTo>
                  <a:lnTo>
                    <a:pt x="3516" y="1014"/>
                  </a:lnTo>
                  <a:cubicBezTo>
                    <a:pt x="3769" y="1014"/>
                    <a:pt x="3991" y="793"/>
                    <a:pt x="3991" y="508"/>
                  </a:cubicBezTo>
                  <a:cubicBezTo>
                    <a:pt x="3991" y="254"/>
                    <a:pt x="3769" y="1"/>
                    <a:pt x="35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67" name="Google Shape;67;p13"/>
            <p:cNvSpPr/>
            <p:nvPr/>
          </p:nvSpPr>
          <p:spPr>
            <a:xfrm>
              <a:off x="5879175" y="2127100"/>
              <a:ext cx="63350" cy="25375"/>
            </a:xfrm>
            <a:custGeom>
              <a:avLst/>
              <a:gdLst/>
              <a:ahLst/>
              <a:cxnLst/>
              <a:rect l="l" t="t" r="r" b="b"/>
              <a:pathLst>
                <a:path w="2534" h="1015" extrusionOk="0">
                  <a:moveTo>
                    <a:pt x="507" y="1"/>
                  </a:moveTo>
                  <a:cubicBezTo>
                    <a:pt x="222" y="1"/>
                    <a:pt x="0" y="254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2027" y="1014"/>
                  </a:lnTo>
                  <a:cubicBezTo>
                    <a:pt x="2312" y="1014"/>
                    <a:pt x="2534" y="793"/>
                    <a:pt x="2534" y="508"/>
                  </a:cubicBezTo>
                  <a:cubicBezTo>
                    <a:pt x="2534" y="254"/>
                    <a:pt x="2312" y="1"/>
                    <a:pt x="20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6028800" y="2127100"/>
              <a:ext cx="53875" cy="25375"/>
            </a:xfrm>
            <a:custGeom>
              <a:avLst/>
              <a:gdLst/>
              <a:ahLst/>
              <a:cxnLst/>
              <a:rect l="l" t="t" r="r" b="b"/>
              <a:pathLst>
                <a:path w="2155" h="1015" extrusionOk="0">
                  <a:moveTo>
                    <a:pt x="507" y="1"/>
                  </a:moveTo>
                  <a:cubicBezTo>
                    <a:pt x="222" y="1"/>
                    <a:pt x="1" y="254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1647" y="1014"/>
                  </a:lnTo>
                  <a:cubicBezTo>
                    <a:pt x="1932" y="1014"/>
                    <a:pt x="2154" y="793"/>
                    <a:pt x="2154" y="508"/>
                  </a:cubicBezTo>
                  <a:cubicBezTo>
                    <a:pt x="2154" y="254"/>
                    <a:pt x="1932" y="1"/>
                    <a:pt x="16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69" name="Google Shape;69;p13"/>
            <p:cNvSpPr/>
            <p:nvPr/>
          </p:nvSpPr>
          <p:spPr>
            <a:xfrm>
              <a:off x="5879175" y="2186500"/>
              <a:ext cx="136200" cy="25350"/>
            </a:xfrm>
            <a:custGeom>
              <a:avLst/>
              <a:gdLst/>
              <a:ahLst/>
              <a:cxnLst/>
              <a:rect l="l" t="t" r="r" b="b"/>
              <a:pathLst>
                <a:path w="5448" h="1014" extrusionOk="0">
                  <a:moveTo>
                    <a:pt x="507" y="0"/>
                  </a:moveTo>
                  <a:cubicBezTo>
                    <a:pt x="222" y="0"/>
                    <a:pt x="0" y="253"/>
                    <a:pt x="0" y="507"/>
                  </a:cubicBezTo>
                  <a:cubicBezTo>
                    <a:pt x="0" y="792"/>
                    <a:pt x="222" y="1014"/>
                    <a:pt x="507" y="1014"/>
                  </a:cubicBezTo>
                  <a:lnTo>
                    <a:pt x="4972" y="1014"/>
                  </a:lnTo>
                  <a:cubicBezTo>
                    <a:pt x="5226" y="1014"/>
                    <a:pt x="5447" y="792"/>
                    <a:pt x="5447" y="507"/>
                  </a:cubicBezTo>
                  <a:cubicBezTo>
                    <a:pt x="5447" y="253"/>
                    <a:pt x="5226" y="0"/>
                    <a:pt x="49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70" name="Google Shape;70;p13"/>
            <p:cNvSpPr/>
            <p:nvPr/>
          </p:nvSpPr>
          <p:spPr>
            <a:xfrm>
              <a:off x="3475475" y="2363050"/>
              <a:ext cx="443400" cy="215375"/>
            </a:xfrm>
            <a:custGeom>
              <a:avLst/>
              <a:gdLst/>
              <a:ahLst/>
              <a:cxnLst/>
              <a:rect l="l" t="t" r="r" b="b"/>
              <a:pathLst>
                <a:path w="17736" h="8615" extrusionOk="0">
                  <a:moveTo>
                    <a:pt x="2756" y="0"/>
                  </a:moveTo>
                  <a:cubicBezTo>
                    <a:pt x="1236" y="0"/>
                    <a:pt x="1" y="1204"/>
                    <a:pt x="1" y="2724"/>
                  </a:cubicBezTo>
                  <a:lnTo>
                    <a:pt x="1" y="5859"/>
                  </a:lnTo>
                  <a:cubicBezTo>
                    <a:pt x="1" y="7379"/>
                    <a:pt x="1236" y="8614"/>
                    <a:pt x="2756" y="8614"/>
                  </a:cubicBezTo>
                  <a:lnTo>
                    <a:pt x="15012" y="8614"/>
                  </a:lnTo>
                  <a:cubicBezTo>
                    <a:pt x="16532" y="8614"/>
                    <a:pt x="17736" y="7379"/>
                    <a:pt x="17736" y="5859"/>
                  </a:cubicBezTo>
                  <a:lnTo>
                    <a:pt x="17736" y="2724"/>
                  </a:lnTo>
                  <a:cubicBezTo>
                    <a:pt x="17736" y="1204"/>
                    <a:pt x="16532" y="0"/>
                    <a:pt x="1501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3568125" y="2419250"/>
              <a:ext cx="64150" cy="25375"/>
            </a:xfrm>
            <a:custGeom>
              <a:avLst/>
              <a:gdLst/>
              <a:ahLst/>
              <a:cxnLst/>
              <a:rect l="l" t="t" r="r" b="b"/>
              <a:pathLst>
                <a:path w="2566" h="1015" extrusionOk="0">
                  <a:moveTo>
                    <a:pt x="507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2"/>
                    <a:pt x="222" y="1014"/>
                    <a:pt x="507" y="1014"/>
                  </a:cubicBezTo>
                  <a:lnTo>
                    <a:pt x="2059" y="1014"/>
                  </a:lnTo>
                  <a:cubicBezTo>
                    <a:pt x="2344" y="1014"/>
                    <a:pt x="2565" y="792"/>
                    <a:pt x="2565" y="507"/>
                  </a:cubicBezTo>
                  <a:cubicBezTo>
                    <a:pt x="2565" y="222"/>
                    <a:pt x="2344" y="1"/>
                    <a:pt x="20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3671050" y="2419250"/>
              <a:ext cx="45925" cy="25375"/>
            </a:xfrm>
            <a:custGeom>
              <a:avLst/>
              <a:gdLst/>
              <a:ahLst/>
              <a:cxnLst/>
              <a:rect l="l" t="t" r="r" b="b"/>
              <a:pathLst>
                <a:path w="1837" h="1015" extrusionOk="0">
                  <a:moveTo>
                    <a:pt x="475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2"/>
                    <a:pt x="222" y="1014"/>
                    <a:pt x="475" y="1014"/>
                  </a:cubicBezTo>
                  <a:lnTo>
                    <a:pt x="1362" y="1014"/>
                  </a:lnTo>
                  <a:cubicBezTo>
                    <a:pt x="1615" y="1014"/>
                    <a:pt x="1837" y="792"/>
                    <a:pt x="1837" y="507"/>
                  </a:cubicBezTo>
                  <a:cubicBezTo>
                    <a:pt x="1837" y="222"/>
                    <a:pt x="1615" y="1"/>
                    <a:pt x="13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3663125" y="2476250"/>
              <a:ext cx="119575" cy="25375"/>
            </a:xfrm>
            <a:custGeom>
              <a:avLst/>
              <a:gdLst/>
              <a:ahLst/>
              <a:cxnLst/>
              <a:rect l="l" t="t" r="r" b="b"/>
              <a:pathLst>
                <a:path w="4783" h="1015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1014"/>
                    <a:pt x="507" y="1014"/>
                  </a:cubicBezTo>
                  <a:lnTo>
                    <a:pt x="4276" y="1014"/>
                  </a:lnTo>
                  <a:cubicBezTo>
                    <a:pt x="4561" y="1014"/>
                    <a:pt x="4782" y="793"/>
                    <a:pt x="4782" y="508"/>
                  </a:cubicBezTo>
                  <a:cubicBezTo>
                    <a:pt x="4782" y="223"/>
                    <a:pt x="4561" y="1"/>
                    <a:pt x="42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3815925" y="2476250"/>
              <a:ext cx="52275" cy="25375"/>
            </a:xfrm>
            <a:custGeom>
              <a:avLst/>
              <a:gdLst/>
              <a:ahLst/>
              <a:cxnLst/>
              <a:rect l="l" t="t" r="r" b="b"/>
              <a:pathLst>
                <a:path w="2091" h="1015" extrusionOk="0">
                  <a:moveTo>
                    <a:pt x="476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1014"/>
                    <a:pt x="476" y="1014"/>
                  </a:cubicBezTo>
                  <a:lnTo>
                    <a:pt x="1584" y="1014"/>
                  </a:lnTo>
                  <a:cubicBezTo>
                    <a:pt x="1869" y="1014"/>
                    <a:pt x="2091" y="793"/>
                    <a:pt x="2091" y="508"/>
                  </a:cubicBezTo>
                  <a:cubicBezTo>
                    <a:pt x="2091" y="223"/>
                    <a:pt x="1869" y="1"/>
                    <a:pt x="15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5309925" y="2437475"/>
              <a:ext cx="1383150" cy="1963475"/>
            </a:xfrm>
            <a:custGeom>
              <a:avLst/>
              <a:gdLst/>
              <a:ahLst/>
              <a:cxnLst/>
              <a:rect l="l" t="t" r="r" b="b"/>
              <a:pathLst>
                <a:path w="55326" h="78539" extrusionOk="0">
                  <a:moveTo>
                    <a:pt x="4339" y="0"/>
                  </a:moveTo>
                  <a:cubicBezTo>
                    <a:pt x="1964" y="0"/>
                    <a:pt x="0" y="1932"/>
                    <a:pt x="0" y="4339"/>
                  </a:cubicBezTo>
                  <a:lnTo>
                    <a:pt x="0" y="74169"/>
                  </a:lnTo>
                  <a:cubicBezTo>
                    <a:pt x="0" y="76576"/>
                    <a:pt x="1964" y="78539"/>
                    <a:pt x="4339" y="78539"/>
                  </a:cubicBezTo>
                  <a:lnTo>
                    <a:pt x="50987" y="78539"/>
                  </a:lnTo>
                  <a:cubicBezTo>
                    <a:pt x="53394" y="78539"/>
                    <a:pt x="55326" y="76576"/>
                    <a:pt x="55326" y="74169"/>
                  </a:cubicBezTo>
                  <a:lnTo>
                    <a:pt x="55326" y="4339"/>
                  </a:lnTo>
                  <a:cubicBezTo>
                    <a:pt x="55326" y="1932"/>
                    <a:pt x="53394" y="0"/>
                    <a:pt x="5098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5408875" y="2618775"/>
              <a:ext cx="1170200" cy="1618300"/>
            </a:xfrm>
            <a:custGeom>
              <a:avLst/>
              <a:gdLst/>
              <a:ahLst/>
              <a:cxnLst/>
              <a:rect l="l" t="t" r="r" b="b"/>
              <a:pathLst>
                <a:path w="46808" h="64732" extrusionOk="0">
                  <a:moveTo>
                    <a:pt x="1" y="0"/>
                  </a:moveTo>
                  <a:lnTo>
                    <a:pt x="1" y="64732"/>
                  </a:lnTo>
                  <a:lnTo>
                    <a:pt x="46808" y="64732"/>
                  </a:lnTo>
                  <a:lnTo>
                    <a:pt x="4680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5484100" y="2655975"/>
              <a:ext cx="1052225" cy="1524900"/>
            </a:xfrm>
            <a:custGeom>
              <a:avLst/>
              <a:gdLst/>
              <a:ahLst/>
              <a:cxnLst/>
              <a:rect l="l" t="t" r="r" b="b"/>
              <a:pathLst>
                <a:path w="42089" h="60996" extrusionOk="0">
                  <a:moveTo>
                    <a:pt x="41708" y="317"/>
                  </a:moveTo>
                  <a:lnTo>
                    <a:pt x="41708" y="60647"/>
                  </a:lnTo>
                  <a:lnTo>
                    <a:pt x="349" y="60647"/>
                  </a:lnTo>
                  <a:lnTo>
                    <a:pt x="349" y="317"/>
                  </a:lnTo>
                  <a:close/>
                  <a:moveTo>
                    <a:pt x="0" y="1"/>
                  </a:moveTo>
                  <a:lnTo>
                    <a:pt x="0" y="60995"/>
                  </a:lnTo>
                  <a:lnTo>
                    <a:pt x="42088" y="60995"/>
                  </a:lnTo>
                  <a:lnTo>
                    <a:pt x="4208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78" name="Google Shape;78;p13"/>
            <p:cNvSpPr/>
            <p:nvPr/>
          </p:nvSpPr>
          <p:spPr>
            <a:xfrm>
              <a:off x="5488050" y="3919575"/>
              <a:ext cx="1043525" cy="8725"/>
            </a:xfrm>
            <a:custGeom>
              <a:avLst/>
              <a:gdLst/>
              <a:ahLst/>
              <a:cxnLst/>
              <a:rect l="l" t="t" r="r" b="b"/>
              <a:pathLst>
                <a:path w="41741" h="349" extrusionOk="0">
                  <a:moveTo>
                    <a:pt x="1" y="0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79" name="Google Shape;79;p13"/>
            <p:cNvSpPr/>
            <p:nvPr/>
          </p:nvSpPr>
          <p:spPr>
            <a:xfrm>
              <a:off x="5488050" y="3667000"/>
              <a:ext cx="1043525" cy="7950"/>
            </a:xfrm>
            <a:custGeom>
              <a:avLst/>
              <a:gdLst/>
              <a:ahLst/>
              <a:cxnLst/>
              <a:rect l="l" t="t" r="r" b="b"/>
              <a:pathLst>
                <a:path w="41741" h="318" extrusionOk="0">
                  <a:moveTo>
                    <a:pt x="1" y="1"/>
                  </a:moveTo>
                  <a:lnTo>
                    <a:pt x="1" y="318"/>
                  </a:lnTo>
                  <a:lnTo>
                    <a:pt x="41740" y="318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80" name="Google Shape;80;p13"/>
            <p:cNvSpPr/>
            <p:nvPr/>
          </p:nvSpPr>
          <p:spPr>
            <a:xfrm>
              <a:off x="5488050" y="3413650"/>
              <a:ext cx="1043525" cy="8750"/>
            </a:xfrm>
            <a:custGeom>
              <a:avLst/>
              <a:gdLst/>
              <a:ahLst/>
              <a:cxnLst/>
              <a:rect l="l" t="t" r="r" b="b"/>
              <a:pathLst>
                <a:path w="41741" h="350" extrusionOk="0">
                  <a:moveTo>
                    <a:pt x="1" y="1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81" name="Google Shape;81;p13"/>
            <p:cNvSpPr/>
            <p:nvPr/>
          </p:nvSpPr>
          <p:spPr>
            <a:xfrm>
              <a:off x="5488050" y="3161100"/>
              <a:ext cx="1043525" cy="8725"/>
            </a:xfrm>
            <a:custGeom>
              <a:avLst/>
              <a:gdLst/>
              <a:ahLst/>
              <a:cxnLst/>
              <a:rect l="l" t="t" r="r" b="b"/>
              <a:pathLst>
                <a:path w="41741" h="349" extrusionOk="0">
                  <a:moveTo>
                    <a:pt x="1" y="1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82" name="Google Shape;82;p13"/>
            <p:cNvSpPr/>
            <p:nvPr/>
          </p:nvSpPr>
          <p:spPr>
            <a:xfrm>
              <a:off x="5488050" y="2908550"/>
              <a:ext cx="1043525" cy="7925"/>
            </a:xfrm>
            <a:custGeom>
              <a:avLst/>
              <a:gdLst/>
              <a:ahLst/>
              <a:cxnLst/>
              <a:rect l="l" t="t" r="r" b="b"/>
              <a:pathLst>
                <a:path w="41741" h="317" extrusionOk="0">
                  <a:moveTo>
                    <a:pt x="1" y="0"/>
                  </a:moveTo>
                  <a:lnTo>
                    <a:pt x="1" y="317"/>
                  </a:lnTo>
                  <a:lnTo>
                    <a:pt x="41740" y="317"/>
                  </a:lnTo>
                  <a:lnTo>
                    <a:pt x="4174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83" name="Google Shape;83;p13"/>
            <p:cNvSpPr/>
            <p:nvPr/>
          </p:nvSpPr>
          <p:spPr>
            <a:xfrm>
              <a:off x="6353400" y="2659950"/>
              <a:ext cx="8750" cy="1516950"/>
            </a:xfrm>
            <a:custGeom>
              <a:avLst/>
              <a:gdLst/>
              <a:ahLst/>
              <a:cxnLst/>
              <a:rect l="l" t="t" r="r" b="b"/>
              <a:pathLst>
                <a:path w="350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84" name="Google Shape;84;p13"/>
            <p:cNvSpPr/>
            <p:nvPr/>
          </p:nvSpPr>
          <p:spPr>
            <a:xfrm>
              <a:off x="6179225" y="2659950"/>
              <a:ext cx="9525" cy="1516950"/>
            </a:xfrm>
            <a:custGeom>
              <a:avLst/>
              <a:gdLst/>
              <a:ahLst/>
              <a:cxnLst/>
              <a:rect l="l" t="t" r="r" b="b"/>
              <a:pathLst>
                <a:path w="381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81" y="60678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6005850" y="2659950"/>
              <a:ext cx="8725" cy="1516950"/>
            </a:xfrm>
            <a:custGeom>
              <a:avLst/>
              <a:gdLst/>
              <a:ahLst/>
              <a:cxnLst/>
              <a:rect l="l" t="t" r="r" b="b"/>
              <a:pathLst>
                <a:path w="349" h="60678" extrusionOk="0">
                  <a:moveTo>
                    <a:pt x="0" y="0"/>
                  </a:moveTo>
                  <a:lnTo>
                    <a:pt x="0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5831650" y="2659950"/>
              <a:ext cx="8750" cy="1516950"/>
            </a:xfrm>
            <a:custGeom>
              <a:avLst/>
              <a:gdLst/>
              <a:ahLst/>
              <a:cxnLst/>
              <a:rect l="l" t="t" r="r" b="b"/>
              <a:pathLst>
                <a:path w="350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5657475" y="2659950"/>
              <a:ext cx="9525" cy="1516950"/>
            </a:xfrm>
            <a:custGeom>
              <a:avLst/>
              <a:gdLst/>
              <a:ahLst/>
              <a:cxnLst/>
              <a:rect l="l" t="t" r="r" b="b"/>
              <a:pathLst>
                <a:path w="381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81" y="60678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5665400" y="3611600"/>
              <a:ext cx="104525" cy="212200"/>
            </a:xfrm>
            <a:custGeom>
              <a:avLst/>
              <a:gdLst/>
              <a:ahLst/>
              <a:cxnLst/>
              <a:rect l="l" t="t" r="r" b="b"/>
              <a:pathLst>
                <a:path w="4181" h="8488" extrusionOk="0">
                  <a:moveTo>
                    <a:pt x="0" y="0"/>
                  </a:moveTo>
                  <a:lnTo>
                    <a:pt x="0" y="8487"/>
                  </a:lnTo>
                  <a:lnTo>
                    <a:pt x="4181" y="8487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5814250" y="3442950"/>
              <a:ext cx="104525" cy="380850"/>
            </a:xfrm>
            <a:custGeom>
              <a:avLst/>
              <a:gdLst/>
              <a:ahLst/>
              <a:cxnLst/>
              <a:rect l="l" t="t" r="r" b="b"/>
              <a:pathLst>
                <a:path w="4181" h="15234" extrusionOk="0">
                  <a:moveTo>
                    <a:pt x="0" y="1"/>
                  </a:moveTo>
                  <a:lnTo>
                    <a:pt x="0" y="15233"/>
                  </a:lnTo>
                  <a:lnTo>
                    <a:pt x="4181" y="15233"/>
                  </a:lnTo>
                  <a:lnTo>
                    <a:pt x="418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90" name="Google Shape;90;p13"/>
            <p:cNvSpPr/>
            <p:nvPr/>
          </p:nvSpPr>
          <p:spPr>
            <a:xfrm>
              <a:off x="5962300" y="3735900"/>
              <a:ext cx="104525" cy="87900"/>
            </a:xfrm>
            <a:custGeom>
              <a:avLst/>
              <a:gdLst/>
              <a:ahLst/>
              <a:cxnLst/>
              <a:rect l="l" t="t" r="r" b="b"/>
              <a:pathLst>
                <a:path w="4181" h="3516" extrusionOk="0">
                  <a:moveTo>
                    <a:pt x="0" y="0"/>
                  </a:moveTo>
                  <a:lnTo>
                    <a:pt x="0" y="3515"/>
                  </a:lnTo>
                  <a:lnTo>
                    <a:pt x="4181" y="3515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91" name="Google Shape;91;p13"/>
            <p:cNvSpPr/>
            <p:nvPr/>
          </p:nvSpPr>
          <p:spPr>
            <a:xfrm>
              <a:off x="6110350" y="3544300"/>
              <a:ext cx="104525" cy="279500"/>
            </a:xfrm>
            <a:custGeom>
              <a:avLst/>
              <a:gdLst/>
              <a:ahLst/>
              <a:cxnLst/>
              <a:rect l="l" t="t" r="r" b="b"/>
              <a:pathLst>
                <a:path w="4181" h="11180" extrusionOk="0">
                  <a:moveTo>
                    <a:pt x="0" y="0"/>
                  </a:moveTo>
                  <a:lnTo>
                    <a:pt x="0" y="11179"/>
                  </a:lnTo>
                  <a:lnTo>
                    <a:pt x="4181" y="11179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92" name="Google Shape;92;p13"/>
            <p:cNvSpPr/>
            <p:nvPr/>
          </p:nvSpPr>
          <p:spPr>
            <a:xfrm>
              <a:off x="6259200" y="3648800"/>
              <a:ext cx="104525" cy="175000"/>
            </a:xfrm>
            <a:custGeom>
              <a:avLst/>
              <a:gdLst/>
              <a:ahLst/>
              <a:cxnLst/>
              <a:rect l="l" t="t" r="r" b="b"/>
              <a:pathLst>
                <a:path w="4181" h="7000" extrusionOk="0">
                  <a:moveTo>
                    <a:pt x="0" y="1"/>
                  </a:moveTo>
                  <a:lnTo>
                    <a:pt x="0" y="6999"/>
                  </a:lnTo>
                  <a:lnTo>
                    <a:pt x="4181" y="6999"/>
                  </a:lnTo>
                  <a:lnTo>
                    <a:pt x="418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93" name="Google Shape;93;p13"/>
            <p:cNvSpPr/>
            <p:nvPr/>
          </p:nvSpPr>
          <p:spPr>
            <a:xfrm>
              <a:off x="6089775" y="3891850"/>
              <a:ext cx="138575" cy="24575"/>
            </a:xfrm>
            <a:custGeom>
              <a:avLst/>
              <a:gdLst/>
              <a:ahLst/>
              <a:cxnLst/>
              <a:rect l="l" t="t" r="r" b="b"/>
              <a:pathLst>
                <a:path w="5543" h="983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5035" y="983"/>
                  </a:lnTo>
                  <a:cubicBezTo>
                    <a:pt x="5289" y="983"/>
                    <a:pt x="5542" y="761"/>
                    <a:pt x="5542" y="508"/>
                  </a:cubicBezTo>
                  <a:cubicBezTo>
                    <a:pt x="5542" y="223"/>
                    <a:pt x="5289" y="1"/>
                    <a:pt x="503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94" name="Google Shape;94;p13"/>
            <p:cNvSpPr/>
            <p:nvPr/>
          </p:nvSpPr>
          <p:spPr>
            <a:xfrm>
              <a:off x="6324125" y="3891850"/>
              <a:ext cx="53050" cy="24575"/>
            </a:xfrm>
            <a:custGeom>
              <a:avLst/>
              <a:gdLst/>
              <a:ahLst/>
              <a:cxnLst/>
              <a:rect l="l" t="t" r="r" b="b"/>
              <a:pathLst>
                <a:path w="2122" h="983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1615" y="983"/>
                  </a:lnTo>
                  <a:cubicBezTo>
                    <a:pt x="1900" y="983"/>
                    <a:pt x="2122" y="761"/>
                    <a:pt x="2122" y="508"/>
                  </a:cubicBezTo>
                  <a:cubicBezTo>
                    <a:pt x="2122" y="223"/>
                    <a:pt x="1900" y="1"/>
                    <a:pt x="161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95" name="Google Shape;95;p13"/>
            <p:cNvSpPr/>
            <p:nvPr/>
          </p:nvSpPr>
          <p:spPr>
            <a:xfrm>
              <a:off x="6146775" y="3936200"/>
              <a:ext cx="60200" cy="25350"/>
            </a:xfrm>
            <a:custGeom>
              <a:avLst/>
              <a:gdLst/>
              <a:ahLst/>
              <a:cxnLst/>
              <a:rect l="l" t="t" r="r" b="b"/>
              <a:pathLst>
                <a:path w="2408" h="1014" extrusionOk="0">
                  <a:moveTo>
                    <a:pt x="475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92"/>
                    <a:pt x="222" y="1014"/>
                    <a:pt x="475" y="1014"/>
                  </a:cubicBezTo>
                  <a:lnTo>
                    <a:pt x="1900" y="1014"/>
                  </a:lnTo>
                  <a:cubicBezTo>
                    <a:pt x="2185" y="1014"/>
                    <a:pt x="2407" y="792"/>
                    <a:pt x="2407" y="507"/>
                  </a:cubicBezTo>
                  <a:cubicBezTo>
                    <a:pt x="2407" y="222"/>
                    <a:pt x="2185" y="0"/>
                    <a:pt x="190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6243350" y="3936200"/>
              <a:ext cx="106125" cy="25350"/>
            </a:xfrm>
            <a:custGeom>
              <a:avLst/>
              <a:gdLst/>
              <a:ahLst/>
              <a:cxnLst/>
              <a:rect l="l" t="t" r="r" b="b"/>
              <a:pathLst>
                <a:path w="4245" h="1014" extrusionOk="0">
                  <a:moveTo>
                    <a:pt x="508" y="0"/>
                  </a:moveTo>
                  <a:cubicBezTo>
                    <a:pt x="223" y="0"/>
                    <a:pt x="1" y="222"/>
                    <a:pt x="1" y="507"/>
                  </a:cubicBezTo>
                  <a:cubicBezTo>
                    <a:pt x="1" y="792"/>
                    <a:pt x="223" y="1014"/>
                    <a:pt x="508" y="1014"/>
                  </a:cubicBezTo>
                  <a:lnTo>
                    <a:pt x="3738" y="1014"/>
                  </a:lnTo>
                  <a:cubicBezTo>
                    <a:pt x="3991" y="1014"/>
                    <a:pt x="4245" y="792"/>
                    <a:pt x="4245" y="507"/>
                  </a:cubicBezTo>
                  <a:cubicBezTo>
                    <a:pt x="4245" y="222"/>
                    <a:pt x="4023" y="0"/>
                    <a:pt x="373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97" name="Google Shape;97;p13"/>
            <p:cNvSpPr/>
            <p:nvPr/>
          </p:nvSpPr>
          <p:spPr>
            <a:xfrm>
              <a:off x="6271850" y="3225225"/>
              <a:ext cx="137800" cy="25375"/>
            </a:xfrm>
            <a:custGeom>
              <a:avLst/>
              <a:gdLst/>
              <a:ahLst/>
              <a:cxnLst/>
              <a:rect l="l" t="t" r="r" b="b"/>
              <a:pathLst>
                <a:path w="5512" h="1015" extrusionOk="0">
                  <a:moveTo>
                    <a:pt x="508" y="1"/>
                  </a:moveTo>
                  <a:cubicBezTo>
                    <a:pt x="223" y="1"/>
                    <a:pt x="1" y="254"/>
                    <a:pt x="1" y="507"/>
                  </a:cubicBezTo>
                  <a:cubicBezTo>
                    <a:pt x="1" y="792"/>
                    <a:pt x="223" y="1014"/>
                    <a:pt x="508" y="1014"/>
                  </a:cubicBezTo>
                  <a:lnTo>
                    <a:pt x="5005" y="1014"/>
                  </a:lnTo>
                  <a:cubicBezTo>
                    <a:pt x="5290" y="1014"/>
                    <a:pt x="5511" y="792"/>
                    <a:pt x="5511" y="507"/>
                  </a:cubicBezTo>
                  <a:cubicBezTo>
                    <a:pt x="5511" y="254"/>
                    <a:pt x="5290" y="1"/>
                    <a:pt x="500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98" name="Google Shape;98;p13"/>
            <p:cNvSpPr/>
            <p:nvPr/>
          </p:nvSpPr>
          <p:spPr>
            <a:xfrm>
              <a:off x="6328075" y="3270350"/>
              <a:ext cx="60975" cy="25375"/>
            </a:xfrm>
            <a:custGeom>
              <a:avLst/>
              <a:gdLst/>
              <a:ahLst/>
              <a:cxnLst/>
              <a:rect l="l" t="t" r="r" b="b"/>
              <a:pathLst>
                <a:path w="2439" h="1015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1932" y="1014"/>
                  </a:lnTo>
                  <a:cubicBezTo>
                    <a:pt x="2186" y="1014"/>
                    <a:pt x="2439" y="793"/>
                    <a:pt x="2439" y="508"/>
                  </a:cubicBezTo>
                  <a:cubicBezTo>
                    <a:pt x="2439" y="223"/>
                    <a:pt x="2186" y="1"/>
                    <a:pt x="193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99" name="Google Shape;99;p13"/>
            <p:cNvSpPr/>
            <p:nvPr/>
          </p:nvSpPr>
          <p:spPr>
            <a:xfrm>
              <a:off x="5649575" y="3891850"/>
              <a:ext cx="113225" cy="24575"/>
            </a:xfrm>
            <a:custGeom>
              <a:avLst/>
              <a:gdLst/>
              <a:ahLst/>
              <a:cxnLst/>
              <a:rect l="l" t="t" r="r" b="b"/>
              <a:pathLst>
                <a:path w="4529" h="983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4022" y="983"/>
                  </a:lnTo>
                  <a:cubicBezTo>
                    <a:pt x="4307" y="983"/>
                    <a:pt x="4529" y="761"/>
                    <a:pt x="4529" y="508"/>
                  </a:cubicBezTo>
                  <a:cubicBezTo>
                    <a:pt x="4529" y="223"/>
                    <a:pt x="4307" y="1"/>
                    <a:pt x="402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00" name="Google Shape;100;p13"/>
            <p:cNvSpPr/>
            <p:nvPr/>
          </p:nvSpPr>
          <p:spPr>
            <a:xfrm>
              <a:off x="5794450" y="3891850"/>
              <a:ext cx="58625" cy="24575"/>
            </a:xfrm>
            <a:custGeom>
              <a:avLst/>
              <a:gdLst/>
              <a:ahLst/>
              <a:cxnLst/>
              <a:rect l="l" t="t" r="r" b="b"/>
              <a:pathLst>
                <a:path w="2345" h="983" extrusionOk="0">
                  <a:moveTo>
                    <a:pt x="507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983"/>
                    <a:pt x="507" y="983"/>
                  </a:cubicBezTo>
                  <a:lnTo>
                    <a:pt x="1837" y="983"/>
                  </a:lnTo>
                  <a:cubicBezTo>
                    <a:pt x="2122" y="983"/>
                    <a:pt x="2344" y="761"/>
                    <a:pt x="2344" y="508"/>
                  </a:cubicBezTo>
                  <a:cubicBezTo>
                    <a:pt x="2344" y="223"/>
                    <a:pt x="2122" y="1"/>
                    <a:pt x="183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01" name="Google Shape;101;p13"/>
            <p:cNvSpPr/>
            <p:nvPr/>
          </p:nvSpPr>
          <p:spPr>
            <a:xfrm>
              <a:off x="5746150" y="3936200"/>
              <a:ext cx="121950" cy="25350"/>
            </a:xfrm>
            <a:custGeom>
              <a:avLst/>
              <a:gdLst/>
              <a:ahLst/>
              <a:cxnLst/>
              <a:rect l="l" t="t" r="r" b="b"/>
              <a:pathLst>
                <a:path w="4878" h="1014" extrusionOk="0">
                  <a:moveTo>
                    <a:pt x="476" y="0"/>
                  </a:moveTo>
                  <a:cubicBezTo>
                    <a:pt x="222" y="0"/>
                    <a:pt x="1" y="222"/>
                    <a:pt x="1" y="507"/>
                  </a:cubicBezTo>
                  <a:cubicBezTo>
                    <a:pt x="1" y="792"/>
                    <a:pt x="222" y="1014"/>
                    <a:pt x="476" y="1014"/>
                  </a:cubicBezTo>
                  <a:lnTo>
                    <a:pt x="4403" y="1014"/>
                  </a:lnTo>
                  <a:cubicBezTo>
                    <a:pt x="4656" y="1014"/>
                    <a:pt x="4878" y="792"/>
                    <a:pt x="4878" y="507"/>
                  </a:cubicBezTo>
                  <a:cubicBezTo>
                    <a:pt x="4878" y="222"/>
                    <a:pt x="4656" y="0"/>
                    <a:pt x="440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02" name="Google Shape;102;p13"/>
            <p:cNvSpPr/>
            <p:nvPr/>
          </p:nvSpPr>
          <p:spPr>
            <a:xfrm>
              <a:off x="5552175" y="2762075"/>
              <a:ext cx="113250" cy="24575"/>
            </a:xfrm>
            <a:custGeom>
              <a:avLst/>
              <a:gdLst/>
              <a:ahLst/>
              <a:cxnLst/>
              <a:rect l="l" t="t" r="r" b="b"/>
              <a:pathLst>
                <a:path w="4530" h="983" extrusionOk="0">
                  <a:moveTo>
                    <a:pt x="507" y="0"/>
                  </a:moveTo>
                  <a:cubicBezTo>
                    <a:pt x="222" y="0"/>
                    <a:pt x="1" y="222"/>
                    <a:pt x="1" y="475"/>
                  </a:cubicBezTo>
                  <a:cubicBezTo>
                    <a:pt x="1" y="760"/>
                    <a:pt x="222" y="982"/>
                    <a:pt x="507" y="982"/>
                  </a:cubicBezTo>
                  <a:lnTo>
                    <a:pt x="4023" y="982"/>
                  </a:lnTo>
                  <a:cubicBezTo>
                    <a:pt x="4276" y="982"/>
                    <a:pt x="4529" y="760"/>
                    <a:pt x="4529" y="475"/>
                  </a:cubicBezTo>
                  <a:cubicBezTo>
                    <a:pt x="4529" y="222"/>
                    <a:pt x="4276" y="0"/>
                    <a:pt x="402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03" name="Google Shape;103;p13"/>
            <p:cNvSpPr/>
            <p:nvPr/>
          </p:nvSpPr>
          <p:spPr>
            <a:xfrm>
              <a:off x="5697075" y="2762075"/>
              <a:ext cx="58600" cy="24575"/>
            </a:xfrm>
            <a:custGeom>
              <a:avLst/>
              <a:gdLst/>
              <a:ahLst/>
              <a:cxnLst/>
              <a:rect l="l" t="t" r="r" b="b"/>
              <a:pathLst>
                <a:path w="2344" h="983" extrusionOk="0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1837" y="982"/>
                  </a:lnTo>
                  <a:cubicBezTo>
                    <a:pt x="2122" y="982"/>
                    <a:pt x="2344" y="760"/>
                    <a:pt x="2344" y="475"/>
                  </a:cubicBezTo>
                  <a:cubicBezTo>
                    <a:pt x="2344" y="222"/>
                    <a:pt x="2122" y="0"/>
                    <a:pt x="183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04" name="Google Shape;104;p13"/>
            <p:cNvSpPr/>
            <p:nvPr/>
          </p:nvSpPr>
          <p:spPr>
            <a:xfrm>
              <a:off x="5647975" y="2806400"/>
              <a:ext cx="122750" cy="25375"/>
            </a:xfrm>
            <a:custGeom>
              <a:avLst/>
              <a:gdLst/>
              <a:ahLst/>
              <a:cxnLst/>
              <a:rect l="l" t="t" r="r" b="b"/>
              <a:pathLst>
                <a:path w="4910" h="1015" extrusionOk="0">
                  <a:moveTo>
                    <a:pt x="507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1014"/>
                    <a:pt x="507" y="1014"/>
                  </a:cubicBezTo>
                  <a:lnTo>
                    <a:pt x="4403" y="1014"/>
                  </a:lnTo>
                  <a:cubicBezTo>
                    <a:pt x="4688" y="1014"/>
                    <a:pt x="4909" y="793"/>
                    <a:pt x="4909" y="508"/>
                  </a:cubicBezTo>
                  <a:cubicBezTo>
                    <a:pt x="4909" y="223"/>
                    <a:pt x="4688" y="1"/>
                    <a:pt x="440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05" name="Google Shape;105;p13"/>
            <p:cNvSpPr/>
            <p:nvPr/>
          </p:nvSpPr>
          <p:spPr>
            <a:xfrm>
              <a:off x="5753275" y="2773150"/>
              <a:ext cx="547125" cy="547100"/>
            </a:xfrm>
            <a:custGeom>
              <a:avLst/>
              <a:gdLst/>
              <a:ahLst/>
              <a:cxnLst/>
              <a:rect l="l" t="t" r="r" b="b"/>
              <a:pathLst>
                <a:path w="21885" h="21884" extrusionOk="0">
                  <a:moveTo>
                    <a:pt x="10927" y="983"/>
                  </a:moveTo>
                  <a:cubicBezTo>
                    <a:pt x="16437" y="983"/>
                    <a:pt x="20902" y="5448"/>
                    <a:pt x="20871" y="10927"/>
                  </a:cubicBezTo>
                  <a:cubicBezTo>
                    <a:pt x="20871" y="16437"/>
                    <a:pt x="16437" y="20902"/>
                    <a:pt x="10927" y="20902"/>
                  </a:cubicBezTo>
                  <a:cubicBezTo>
                    <a:pt x="5448" y="20902"/>
                    <a:pt x="982" y="16437"/>
                    <a:pt x="982" y="10927"/>
                  </a:cubicBezTo>
                  <a:cubicBezTo>
                    <a:pt x="982" y="5448"/>
                    <a:pt x="5448" y="983"/>
                    <a:pt x="10927" y="983"/>
                  </a:cubicBezTo>
                  <a:close/>
                  <a:moveTo>
                    <a:pt x="10927" y="1"/>
                  </a:moveTo>
                  <a:cubicBezTo>
                    <a:pt x="4909" y="1"/>
                    <a:pt x="1" y="4909"/>
                    <a:pt x="1" y="10958"/>
                  </a:cubicBezTo>
                  <a:cubicBezTo>
                    <a:pt x="1" y="16975"/>
                    <a:pt x="4909" y="21884"/>
                    <a:pt x="10927" y="21884"/>
                  </a:cubicBezTo>
                  <a:cubicBezTo>
                    <a:pt x="16975" y="21884"/>
                    <a:pt x="21884" y="16975"/>
                    <a:pt x="21884" y="10958"/>
                  </a:cubicBezTo>
                  <a:cubicBezTo>
                    <a:pt x="21884" y="4909"/>
                    <a:pt x="16975" y="1"/>
                    <a:pt x="109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06" name="Google Shape;106;p13"/>
            <p:cNvSpPr/>
            <p:nvPr/>
          </p:nvSpPr>
          <p:spPr>
            <a:xfrm>
              <a:off x="6012975" y="2804200"/>
              <a:ext cx="202700" cy="448775"/>
            </a:xfrm>
            <a:custGeom>
              <a:avLst/>
              <a:gdLst/>
              <a:ahLst/>
              <a:cxnLst/>
              <a:rect l="l" t="t" r="r" b="b"/>
              <a:pathLst>
                <a:path w="8108" h="17951" extrusionOk="0">
                  <a:moveTo>
                    <a:pt x="5510" y="0"/>
                  </a:moveTo>
                  <a:cubicBezTo>
                    <a:pt x="5335" y="0"/>
                    <a:pt x="5155" y="93"/>
                    <a:pt x="5067" y="247"/>
                  </a:cubicBezTo>
                  <a:lnTo>
                    <a:pt x="95" y="9463"/>
                  </a:lnTo>
                  <a:cubicBezTo>
                    <a:pt x="0" y="9653"/>
                    <a:pt x="32" y="9875"/>
                    <a:pt x="190" y="10033"/>
                  </a:cubicBezTo>
                  <a:lnTo>
                    <a:pt x="7189" y="17792"/>
                  </a:lnTo>
                  <a:cubicBezTo>
                    <a:pt x="7284" y="17887"/>
                    <a:pt x="7411" y="17950"/>
                    <a:pt x="7569" y="17950"/>
                  </a:cubicBezTo>
                  <a:cubicBezTo>
                    <a:pt x="7664" y="17950"/>
                    <a:pt x="7791" y="17918"/>
                    <a:pt x="7886" y="17823"/>
                  </a:cubicBezTo>
                  <a:cubicBezTo>
                    <a:pt x="8107" y="17633"/>
                    <a:pt x="8107" y="17317"/>
                    <a:pt x="7917" y="17127"/>
                  </a:cubicBezTo>
                  <a:lnTo>
                    <a:pt x="1172" y="9621"/>
                  </a:lnTo>
                  <a:lnTo>
                    <a:pt x="5954" y="722"/>
                  </a:lnTo>
                  <a:cubicBezTo>
                    <a:pt x="6081" y="501"/>
                    <a:pt x="5986" y="184"/>
                    <a:pt x="5732" y="57"/>
                  </a:cubicBezTo>
                  <a:cubicBezTo>
                    <a:pt x="5665" y="18"/>
                    <a:pt x="5588" y="0"/>
                    <a:pt x="551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07" name="Google Shape;107;p13"/>
            <p:cNvSpPr/>
            <p:nvPr/>
          </p:nvSpPr>
          <p:spPr>
            <a:xfrm>
              <a:off x="5752500" y="3033625"/>
              <a:ext cx="287400" cy="38025"/>
            </a:xfrm>
            <a:custGeom>
              <a:avLst/>
              <a:gdLst/>
              <a:ahLst/>
              <a:cxnLst/>
              <a:rect l="l" t="t" r="r" b="b"/>
              <a:pathLst>
                <a:path w="11496" h="1521" extrusionOk="0">
                  <a:moveTo>
                    <a:pt x="10958" y="1"/>
                  </a:moveTo>
                  <a:lnTo>
                    <a:pt x="507" y="508"/>
                  </a:lnTo>
                  <a:cubicBezTo>
                    <a:pt x="222" y="539"/>
                    <a:pt x="0" y="761"/>
                    <a:pt x="32" y="1046"/>
                  </a:cubicBezTo>
                  <a:cubicBezTo>
                    <a:pt x="32" y="1331"/>
                    <a:pt x="253" y="1521"/>
                    <a:pt x="507" y="1521"/>
                  </a:cubicBezTo>
                  <a:lnTo>
                    <a:pt x="538" y="1521"/>
                  </a:lnTo>
                  <a:lnTo>
                    <a:pt x="10989" y="1014"/>
                  </a:lnTo>
                  <a:cubicBezTo>
                    <a:pt x="11274" y="1014"/>
                    <a:pt x="11496" y="761"/>
                    <a:pt x="11464" y="476"/>
                  </a:cubicBezTo>
                  <a:cubicBezTo>
                    <a:pt x="11464" y="223"/>
                    <a:pt x="11211" y="1"/>
                    <a:pt x="1095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08" name="Google Shape;108;p13"/>
            <p:cNvSpPr/>
            <p:nvPr/>
          </p:nvSpPr>
          <p:spPr>
            <a:xfrm>
              <a:off x="5476175" y="4097700"/>
              <a:ext cx="1068075" cy="25375"/>
            </a:xfrm>
            <a:custGeom>
              <a:avLst/>
              <a:gdLst/>
              <a:ahLst/>
              <a:cxnLst/>
              <a:rect l="l" t="t" r="r" b="b"/>
              <a:pathLst>
                <a:path w="42723" h="1015" extrusionOk="0">
                  <a:moveTo>
                    <a:pt x="476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93"/>
                    <a:pt x="222" y="1014"/>
                    <a:pt x="476" y="1014"/>
                  </a:cubicBezTo>
                  <a:lnTo>
                    <a:pt x="42215" y="1014"/>
                  </a:lnTo>
                  <a:cubicBezTo>
                    <a:pt x="42500" y="1014"/>
                    <a:pt x="42722" y="793"/>
                    <a:pt x="42722" y="508"/>
                  </a:cubicBezTo>
                  <a:cubicBezTo>
                    <a:pt x="42722" y="223"/>
                    <a:pt x="42500" y="1"/>
                    <a:pt x="4221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09" name="Google Shape;109;p13"/>
            <p:cNvSpPr/>
            <p:nvPr/>
          </p:nvSpPr>
          <p:spPr>
            <a:xfrm>
              <a:off x="6432575" y="2697950"/>
              <a:ext cx="70500" cy="69700"/>
            </a:xfrm>
            <a:custGeom>
              <a:avLst/>
              <a:gdLst/>
              <a:ahLst/>
              <a:cxnLst/>
              <a:rect l="l" t="t" r="r" b="b"/>
              <a:pathLst>
                <a:path w="2820" h="2788" extrusionOk="0">
                  <a:moveTo>
                    <a:pt x="2154" y="665"/>
                  </a:moveTo>
                  <a:lnTo>
                    <a:pt x="2154" y="2122"/>
                  </a:lnTo>
                  <a:lnTo>
                    <a:pt x="666" y="2122"/>
                  </a:lnTo>
                  <a:lnTo>
                    <a:pt x="666" y="665"/>
                  </a:lnTo>
                  <a:close/>
                  <a:moveTo>
                    <a:pt x="349" y="0"/>
                  </a:moveTo>
                  <a:cubicBezTo>
                    <a:pt x="159" y="0"/>
                    <a:pt x="1" y="127"/>
                    <a:pt x="1" y="317"/>
                  </a:cubicBezTo>
                  <a:lnTo>
                    <a:pt x="1" y="2470"/>
                  </a:lnTo>
                  <a:cubicBezTo>
                    <a:pt x="1" y="2629"/>
                    <a:pt x="159" y="2787"/>
                    <a:pt x="349" y="2787"/>
                  </a:cubicBezTo>
                  <a:lnTo>
                    <a:pt x="2471" y="2787"/>
                  </a:lnTo>
                  <a:cubicBezTo>
                    <a:pt x="2661" y="2787"/>
                    <a:pt x="2819" y="2629"/>
                    <a:pt x="2819" y="2470"/>
                  </a:cubicBezTo>
                  <a:lnTo>
                    <a:pt x="2819" y="317"/>
                  </a:lnTo>
                  <a:cubicBezTo>
                    <a:pt x="2819" y="127"/>
                    <a:pt x="2661" y="0"/>
                    <a:pt x="247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10" name="Google Shape;110;p13"/>
            <p:cNvSpPr/>
            <p:nvPr/>
          </p:nvSpPr>
          <p:spPr>
            <a:xfrm>
              <a:off x="5565650" y="3215725"/>
              <a:ext cx="68100" cy="68125"/>
            </a:xfrm>
            <a:custGeom>
              <a:avLst/>
              <a:gdLst/>
              <a:ahLst/>
              <a:cxnLst/>
              <a:rect l="l" t="t" r="r" b="b"/>
              <a:pathLst>
                <a:path w="2724" h="2725" extrusionOk="0">
                  <a:moveTo>
                    <a:pt x="2027" y="666"/>
                  </a:moveTo>
                  <a:lnTo>
                    <a:pt x="2027" y="2059"/>
                  </a:lnTo>
                  <a:lnTo>
                    <a:pt x="665" y="2059"/>
                  </a:lnTo>
                  <a:lnTo>
                    <a:pt x="665" y="666"/>
                  </a:lnTo>
                  <a:close/>
                  <a:moveTo>
                    <a:pt x="317" y="1"/>
                  </a:moveTo>
                  <a:cubicBezTo>
                    <a:pt x="127" y="1"/>
                    <a:pt x="0" y="159"/>
                    <a:pt x="0" y="349"/>
                  </a:cubicBezTo>
                  <a:lnTo>
                    <a:pt x="0" y="2408"/>
                  </a:lnTo>
                  <a:cubicBezTo>
                    <a:pt x="0" y="2566"/>
                    <a:pt x="127" y="2724"/>
                    <a:pt x="317" y="2724"/>
                  </a:cubicBezTo>
                  <a:lnTo>
                    <a:pt x="2375" y="2724"/>
                  </a:lnTo>
                  <a:cubicBezTo>
                    <a:pt x="2565" y="2724"/>
                    <a:pt x="2724" y="2566"/>
                    <a:pt x="2692" y="2408"/>
                  </a:cubicBezTo>
                  <a:lnTo>
                    <a:pt x="2692" y="349"/>
                  </a:lnTo>
                  <a:cubicBezTo>
                    <a:pt x="2692" y="159"/>
                    <a:pt x="2565" y="1"/>
                    <a:pt x="237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11" name="Google Shape;111;p13"/>
            <p:cNvSpPr/>
            <p:nvPr/>
          </p:nvSpPr>
          <p:spPr>
            <a:xfrm>
              <a:off x="6265525" y="3410500"/>
              <a:ext cx="182125" cy="75225"/>
            </a:xfrm>
            <a:custGeom>
              <a:avLst/>
              <a:gdLst/>
              <a:ahLst/>
              <a:cxnLst/>
              <a:rect l="l" t="t" r="r" b="b"/>
              <a:pathLst>
                <a:path w="7285" h="3009" extrusionOk="0">
                  <a:moveTo>
                    <a:pt x="6619" y="665"/>
                  </a:moveTo>
                  <a:lnTo>
                    <a:pt x="6619" y="2344"/>
                  </a:lnTo>
                  <a:lnTo>
                    <a:pt x="666" y="2344"/>
                  </a:lnTo>
                  <a:lnTo>
                    <a:pt x="666" y="665"/>
                  </a:lnTo>
                  <a:close/>
                  <a:moveTo>
                    <a:pt x="349" y="0"/>
                  </a:moveTo>
                  <a:cubicBezTo>
                    <a:pt x="159" y="0"/>
                    <a:pt x="1" y="159"/>
                    <a:pt x="1" y="349"/>
                  </a:cubicBezTo>
                  <a:lnTo>
                    <a:pt x="1" y="2660"/>
                  </a:lnTo>
                  <a:cubicBezTo>
                    <a:pt x="1" y="2850"/>
                    <a:pt x="159" y="3009"/>
                    <a:pt x="349" y="3009"/>
                  </a:cubicBezTo>
                  <a:lnTo>
                    <a:pt x="6936" y="3009"/>
                  </a:lnTo>
                  <a:cubicBezTo>
                    <a:pt x="7126" y="3009"/>
                    <a:pt x="7285" y="2850"/>
                    <a:pt x="7285" y="2660"/>
                  </a:cubicBezTo>
                  <a:lnTo>
                    <a:pt x="7285" y="349"/>
                  </a:lnTo>
                  <a:cubicBezTo>
                    <a:pt x="7285" y="159"/>
                    <a:pt x="7126" y="0"/>
                    <a:pt x="6936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12" name="Google Shape;112;p13"/>
            <p:cNvSpPr/>
            <p:nvPr/>
          </p:nvSpPr>
          <p:spPr>
            <a:xfrm>
              <a:off x="5517350" y="4004275"/>
              <a:ext cx="148875" cy="74450"/>
            </a:xfrm>
            <a:custGeom>
              <a:avLst/>
              <a:gdLst/>
              <a:ahLst/>
              <a:cxnLst/>
              <a:rect l="l" t="t" r="r" b="b"/>
              <a:pathLst>
                <a:path w="5955" h="2978" extrusionOk="0">
                  <a:moveTo>
                    <a:pt x="5289" y="666"/>
                  </a:moveTo>
                  <a:lnTo>
                    <a:pt x="5289" y="2313"/>
                  </a:lnTo>
                  <a:lnTo>
                    <a:pt x="665" y="2313"/>
                  </a:lnTo>
                  <a:lnTo>
                    <a:pt x="665" y="666"/>
                  </a:lnTo>
                  <a:close/>
                  <a:moveTo>
                    <a:pt x="349" y="1"/>
                  </a:moveTo>
                  <a:cubicBezTo>
                    <a:pt x="159" y="1"/>
                    <a:pt x="0" y="128"/>
                    <a:pt x="0" y="318"/>
                  </a:cubicBezTo>
                  <a:lnTo>
                    <a:pt x="0" y="2629"/>
                  </a:lnTo>
                  <a:cubicBezTo>
                    <a:pt x="0" y="2819"/>
                    <a:pt x="159" y="2978"/>
                    <a:pt x="349" y="2978"/>
                  </a:cubicBezTo>
                  <a:lnTo>
                    <a:pt x="5606" y="2978"/>
                  </a:lnTo>
                  <a:cubicBezTo>
                    <a:pt x="5796" y="2978"/>
                    <a:pt x="5954" y="2819"/>
                    <a:pt x="5954" y="2629"/>
                  </a:cubicBezTo>
                  <a:lnTo>
                    <a:pt x="5954" y="318"/>
                  </a:lnTo>
                  <a:cubicBezTo>
                    <a:pt x="5954" y="128"/>
                    <a:pt x="5796" y="1"/>
                    <a:pt x="560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13" name="Google Shape;113;p13"/>
            <p:cNvSpPr/>
            <p:nvPr/>
          </p:nvSpPr>
          <p:spPr>
            <a:xfrm>
              <a:off x="5697850" y="4004275"/>
              <a:ext cx="87125" cy="74450"/>
            </a:xfrm>
            <a:custGeom>
              <a:avLst/>
              <a:gdLst/>
              <a:ahLst/>
              <a:cxnLst/>
              <a:rect l="l" t="t" r="r" b="b"/>
              <a:pathLst>
                <a:path w="3485" h="2978" extrusionOk="0">
                  <a:moveTo>
                    <a:pt x="2819" y="666"/>
                  </a:moveTo>
                  <a:lnTo>
                    <a:pt x="2819" y="2313"/>
                  </a:lnTo>
                  <a:lnTo>
                    <a:pt x="666" y="2313"/>
                  </a:lnTo>
                  <a:lnTo>
                    <a:pt x="666" y="666"/>
                  </a:lnTo>
                  <a:close/>
                  <a:moveTo>
                    <a:pt x="318" y="1"/>
                  </a:moveTo>
                  <a:cubicBezTo>
                    <a:pt x="159" y="1"/>
                    <a:pt x="1" y="128"/>
                    <a:pt x="1" y="318"/>
                  </a:cubicBezTo>
                  <a:lnTo>
                    <a:pt x="1" y="2629"/>
                  </a:lnTo>
                  <a:cubicBezTo>
                    <a:pt x="1" y="2819"/>
                    <a:pt x="159" y="2978"/>
                    <a:pt x="318" y="2978"/>
                  </a:cubicBezTo>
                  <a:lnTo>
                    <a:pt x="3136" y="2978"/>
                  </a:lnTo>
                  <a:cubicBezTo>
                    <a:pt x="3326" y="2978"/>
                    <a:pt x="3484" y="2819"/>
                    <a:pt x="3484" y="2629"/>
                  </a:cubicBezTo>
                  <a:lnTo>
                    <a:pt x="3484" y="318"/>
                  </a:lnTo>
                  <a:cubicBezTo>
                    <a:pt x="3484" y="128"/>
                    <a:pt x="3326" y="1"/>
                    <a:pt x="313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14" name="Google Shape;114;p13"/>
            <p:cNvSpPr/>
            <p:nvPr/>
          </p:nvSpPr>
          <p:spPr>
            <a:xfrm>
              <a:off x="6430200" y="4004275"/>
              <a:ext cx="57825" cy="57050"/>
            </a:xfrm>
            <a:custGeom>
              <a:avLst/>
              <a:gdLst/>
              <a:ahLst/>
              <a:cxnLst/>
              <a:rect l="l" t="t" r="r" b="b"/>
              <a:pathLst>
                <a:path w="2313" h="2282" extrusionOk="0">
                  <a:moveTo>
                    <a:pt x="1648" y="666"/>
                  </a:moveTo>
                  <a:lnTo>
                    <a:pt x="1648" y="1616"/>
                  </a:lnTo>
                  <a:lnTo>
                    <a:pt x="698" y="1616"/>
                  </a:lnTo>
                  <a:lnTo>
                    <a:pt x="698" y="666"/>
                  </a:lnTo>
                  <a:close/>
                  <a:moveTo>
                    <a:pt x="349" y="1"/>
                  </a:moveTo>
                  <a:cubicBezTo>
                    <a:pt x="159" y="1"/>
                    <a:pt x="1" y="128"/>
                    <a:pt x="1" y="318"/>
                  </a:cubicBezTo>
                  <a:lnTo>
                    <a:pt x="1" y="1964"/>
                  </a:lnTo>
                  <a:cubicBezTo>
                    <a:pt x="1" y="2123"/>
                    <a:pt x="159" y="2281"/>
                    <a:pt x="349" y="2281"/>
                  </a:cubicBezTo>
                  <a:lnTo>
                    <a:pt x="1964" y="2281"/>
                  </a:lnTo>
                  <a:cubicBezTo>
                    <a:pt x="2154" y="2281"/>
                    <a:pt x="2313" y="2123"/>
                    <a:pt x="2313" y="1964"/>
                  </a:cubicBezTo>
                  <a:lnTo>
                    <a:pt x="2313" y="318"/>
                  </a:lnTo>
                  <a:cubicBezTo>
                    <a:pt x="2313" y="128"/>
                    <a:pt x="2154" y="1"/>
                    <a:pt x="196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15" name="Google Shape;115;p13"/>
            <p:cNvSpPr/>
            <p:nvPr/>
          </p:nvSpPr>
          <p:spPr>
            <a:xfrm>
              <a:off x="3492900" y="3838025"/>
              <a:ext cx="2062475" cy="228050"/>
            </a:xfrm>
            <a:custGeom>
              <a:avLst/>
              <a:gdLst/>
              <a:ahLst/>
              <a:cxnLst/>
              <a:rect l="l" t="t" r="r" b="b"/>
              <a:pathLst>
                <a:path w="82499" h="9122" extrusionOk="0">
                  <a:moveTo>
                    <a:pt x="1" y="0"/>
                  </a:moveTo>
                  <a:lnTo>
                    <a:pt x="1" y="5004"/>
                  </a:lnTo>
                  <a:cubicBezTo>
                    <a:pt x="1" y="7284"/>
                    <a:pt x="1837" y="9121"/>
                    <a:pt x="4118" y="9121"/>
                  </a:cubicBezTo>
                  <a:lnTo>
                    <a:pt x="78350" y="9121"/>
                  </a:lnTo>
                  <a:cubicBezTo>
                    <a:pt x="80630" y="9121"/>
                    <a:pt x="82498" y="7284"/>
                    <a:pt x="82498" y="5004"/>
                  </a:cubicBezTo>
                  <a:lnTo>
                    <a:pt x="8249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16" name="Google Shape;116;p13"/>
            <p:cNvSpPr/>
            <p:nvPr/>
          </p:nvSpPr>
          <p:spPr>
            <a:xfrm>
              <a:off x="3492900" y="2784250"/>
              <a:ext cx="2061675" cy="1053800"/>
            </a:xfrm>
            <a:custGeom>
              <a:avLst/>
              <a:gdLst/>
              <a:ahLst/>
              <a:cxnLst/>
              <a:rect l="l" t="t" r="r" b="b"/>
              <a:pathLst>
                <a:path w="82467" h="42152" extrusionOk="0">
                  <a:moveTo>
                    <a:pt x="4118" y="0"/>
                  </a:moveTo>
                  <a:cubicBezTo>
                    <a:pt x="1837" y="0"/>
                    <a:pt x="1" y="1837"/>
                    <a:pt x="1" y="4117"/>
                  </a:cubicBezTo>
                  <a:lnTo>
                    <a:pt x="1" y="42151"/>
                  </a:lnTo>
                  <a:lnTo>
                    <a:pt x="82467" y="42151"/>
                  </a:lnTo>
                  <a:lnTo>
                    <a:pt x="82467" y="4117"/>
                  </a:lnTo>
                  <a:cubicBezTo>
                    <a:pt x="82467" y="1837"/>
                    <a:pt x="80630" y="0"/>
                    <a:pt x="7835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17" name="Google Shape;117;p13"/>
            <p:cNvSpPr/>
            <p:nvPr/>
          </p:nvSpPr>
          <p:spPr>
            <a:xfrm>
              <a:off x="4313125" y="4066050"/>
              <a:ext cx="437850" cy="106900"/>
            </a:xfrm>
            <a:custGeom>
              <a:avLst/>
              <a:gdLst/>
              <a:ahLst/>
              <a:cxnLst/>
              <a:rect l="l" t="t" r="r" b="b"/>
              <a:pathLst>
                <a:path w="17514" h="4276" extrusionOk="0">
                  <a:moveTo>
                    <a:pt x="1" y="0"/>
                  </a:moveTo>
                  <a:lnTo>
                    <a:pt x="8425" y="2059"/>
                  </a:lnTo>
                  <a:lnTo>
                    <a:pt x="17514" y="4275"/>
                  </a:lnTo>
                  <a:cubicBezTo>
                    <a:pt x="17102" y="3040"/>
                    <a:pt x="16849" y="1647"/>
                    <a:pt x="1684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18" name="Google Shape;118;p13"/>
            <p:cNvSpPr/>
            <p:nvPr/>
          </p:nvSpPr>
          <p:spPr>
            <a:xfrm>
              <a:off x="4103325" y="4066050"/>
              <a:ext cx="841625" cy="291375"/>
            </a:xfrm>
            <a:custGeom>
              <a:avLst/>
              <a:gdLst/>
              <a:ahLst/>
              <a:cxnLst/>
              <a:rect l="l" t="t" r="r" b="b"/>
              <a:pathLst>
                <a:path w="33665" h="11655" extrusionOk="0">
                  <a:moveTo>
                    <a:pt x="8393" y="0"/>
                  </a:moveTo>
                  <a:cubicBezTo>
                    <a:pt x="8393" y="9596"/>
                    <a:pt x="0" y="11654"/>
                    <a:pt x="0" y="11654"/>
                  </a:cubicBezTo>
                  <a:lnTo>
                    <a:pt x="33665" y="11654"/>
                  </a:lnTo>
                  <a:cubicBezTo>
                    <a:pt x="33665" y="11654"/>
                    <a:pt x="27869" y="10229"/>
                    <a:pt x="25906" y="4275"/>
                  </a:cubicBezTo>
                  <a:lnTo>
                    <a:pt x="16817" y="2059"/>
                  </a:lnTo>
                  <a:lnTo>
                    <a:pt x="839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4098575" y="4344725"/>
              <a:ext cx="850325" cy="71275"/>
            </a:xfrm>
            <a:custGeom>
              <a:avLst/>
              <a:gdLst/>
              <a:ahLst/>
              <a:cxnLst/>
              <a:rect l="l" t="t" r="r" b="b"/>
              <a:pathLst>
                <a:path w="34013" h="2851" extrusionOk="0">
                  <a:moveTo>
                    <a:pt x="1045" y="1"/>
                  </a:moveTo>
                  <a:cubicBezTo>
                    <a:pt x="475" y="1"/>
                    <a:pt x="0" y="476"/>
                    <a:pt x="0" y="1046"/>
                  </a:cubicBezTo>
                  <a:lnTo>
                    <a:pt x="0" y="1806"/>
                  </a:lnTo>
                  <a:cubicBezTo>
                    <a:pt x="0" y="2376"/>
                    <a:pt x="475" y="2851"/>
                    <a:pt x="1045" y="2851"/>
                  </a:cubicBezTo>
                  <a:lnTo>
                    <a:pt x="32968" y="2851"/>
                  </a:lnTo>
                  <a:cubicBezTo>
                    <a:pt x="33538" y="2851"/>
                    <a:pt x="34013" y="2376"/>
                    <a:pt x="34013" y="1806"/>
                  </a:cubicBezTo>
                  <a:lnTo>
                    <a:pt x="34013" y="1046"/>
                  </a:lnTo>
                  <a:cubicBezTo>
                    <a:pt x="34013" y="476"/>
                    <a:pt x="33538" y="1"/>
                    <a:pt x="329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20" name="Google Shape;120;p13"/>
            <p:cNvSpPr/>
            <p:nvPr/>
          </p:nvSpPr>
          <p:spPr>
            <a:xfrm>
              <a:off x="2780350" y="3284150"/>
              <a:ext cx="666650" cy="397925"/>
            </a:xfrm>
            <a:custGeom>
              <a:avLst/>
              <a:gdLst/>
              <a:ahLst/>
              <a:cxnLst/>
              <a:rect l="l" t="t" r="r" b="b"/>
              <a:pathLst>
                <a:path w="26666" h="15917" extrusionOk="0">
                  <a:moveTo>
                    <a:pt x="23392" y="0"/>
                  </a:moveTo>
                  <a:cubicBezTo>
                    <a:pt x="23034" y="0"/>
                    <a:pt x="22670" y="78"/>
                    <a:pt x="22327" y="241"/>
                  </a:cubicBezTo>
                  <a:lnTo>
                    <a:pt x="1711" y="10470"/>
                  </a:lnTo>
                  <a:cubicBezTo>
                    <a:pt x="507" y="11040"/>
                    <a:pt x="0" y="12496"/>
                    <a:pt x="602" y="13700"/>
                  </a:cubicBezTo>
                  <a:lnTo>
                    <a:pt x="1711" y="15917"/>
                  </a:lnTo>
                  <a:lnTo>
                    <a:pt x="26666" y="3566"/>
                  </a:lnTo>
                  <a:lnTo>
                    <a:pt x="25589" y="1349"/>
                  </a:lnTo>
                  <a:cubicBezTo>
                    <a:pt x="25159" y="489"/>
                    <a:pt x="24292" y="0"/>
                    <a:pt x="2339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21" name="Google Shape;121;p13"/>
            <p:cNvSpPr/>
            <p:nvPr/>
          </p:nvSpPr>
          <p:spPr>
            <a:xfrm>
              <a:off x="2823100" y="3373275"/>
              <a:ext cx="950100" cy="969100"/>
            </a:xfrm>
            <a:custGeom>
              <a:avLst/>
              <a:gdLst/>
              <a:ahLst/>
              <a:cxnLst/>
              <a:rect l="l" t="t" r="r" b="b"/>
              <a:pathLst>
                <a:path w="38004" h="38764" extrusionOk="0">
                  <a:moveTo>
                    <a:pt x="24956" y="1"/>
                  </a:moveTo>
                  <a:lnTo>
                    <a:pt x="1" y="12352"/>
                  </a:lnTo>
                  <a:lnTo>
                    <a:pt x="13048" y="38764"/>
                  </a:lnTo>
                  <a:lnTo>
                    <a:pt x="38003" y="26413"/>
                  </a:lnTo>
                  <a:lnTo>
                    <a:pt x="24956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22" name="Google Shape;122;p13"/>
            <p:cNvSpPr/>
            <p:nvPr/>
          </p:nvSpPr>
          <p:spPr>
            <a:xfrm>
              <a:off x="3149300" y="4032775"/>
              <a:ext cx="674575" cy="414925"/>
            </a:xfrm>
            <a:custGeom>
              <a:avLst/>
              <a:gdLst/>
              <a:ahLst/>
              <a:cxnLst/>
              <a:rect l="l" t="t" r="r" b="b"/>
              <a:pathLst>
                <a:path w="26983" h="16597" extrusionOk="0">
                  <a:moveTo>
                    <a:pt x="24987" y="1"/>
                  </a:moveTo>
                  <a:lnTo>
                    <a:pt x="0" y="12384"/>
                  </a:lnTo>
                  <a:lnTo>
                    <a:pt x="1425" y="15234"/>
                  </a:lnTo>
                  <a:cubicBezTo>
                    <a:pt x="1854" y="16092"/>
                    <a:pt x="2719" y="16596"/>
                    <a:pt x="3616" y="16596"/>
                  </a:cubicBezTo>
                  <a:cubicBezTo>
                    <a:pt x="3976" y="16596"/>
                    <a:pt x="4342" y="16515"/>
                    <a:pt x="4687" y="16342"/>
                  </a:cubicBezTo>
                  <a:lnTo>
                    <a:pt x="25304" y="6145"/>
                  </a:lnTo>
                  <a:cubicBezTo>
                    <a:pt x="26507" y="5543"/>
                    <a:pt x="26982" y="4086"/>
                    <a:pt x="26412" y="2883"/>
                  </a:cubicBezTo>
                  <a:lnTo>
                    <a:pt x="2498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23" name="Google Shape;123;p13"/>
            <p:cNvSpPr/>
            <p:nvPr/>
          </p:nvSpPr>
          <p:spPr>
            <a:xfrm>
              <a:off x="3043200" y="3436475"/>
              <a:ext cx="129075" cy="73150"/>
            </a:xfrm>
            <a:custGeom>
              <a:avLst/>
              <a:gdLst/>
              <a:ahLst/>
              <a:cxnLst/>
              <a:rect l="l" t="t" r="r" b="b"/>
              <a:pathLst>
                <a:path w="5163" h="2926" extrusionOk="0">
                  <a:moveTo>
                    <a:pt x="4691" y="1"/>
                  </a:moveTo>
                  <a:cubicBezTo>
                    <a:pt x="4636" y="1"/>
                    <a:pt x="4580" y="13"/>
                    <a:pt x="4529" y="38"/>
                  </a:cubicBezTo>
                  <a:lnTo>
                    <a:pt x="286" y="2160"/>
                  </a:lnTo>
                  <a:cubicBezTo>
                    <a:pt x="96" y="2255"/>
                    <a:pt x="1" y="2476"/>
                    <a:pt x="96" y="2698"/>
                  </a:cubicBezTo>
                  <a:cubicBezTo>
                    <a:pt x="165" y="2837"/>
                    <a:pt x="319" y="2925"/>
                    <a:pt x="472" y="2925"/>
                  </a:cubicBezTo>
                  <a:cubicBezTo>
                    <a:pt x="528" y="2925"/>
                    <a:pt x="583" y="2914"/>
                    <a:pt x="634" y="2888"/>
                  </a:cubicBezTo>
                  <a:lnTo>
                    <a:pt x="4878" y="766"/>
                  </a:lnTo>
                  <a:cubicBezTo>
                    <a:pt x="5099" y="671"/>
                    <a:pt x="5163" y="418"/>
                    <a:pt x="5068" y="228"/>
                  </a:cubicBezTo>
                  <a:cubicBezTo>
                    <a:pt x="4998" y="89"/>
                    <a:pt x="4844" y="1"/>
                    <a:pt x="4691" y="1"/>
                  </a:cubicBezTo>
                  <a:close/>
                </a:path>
              </a:pathLst>
            </a:custGeom>
            <a:solidFill>
              <a:srgbClr val="2524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24" name="Google Shape;124;p13"/>
            <p:cNvSpPr/>
            <p:nvPr/>
          </p:nvSpPr>
          <p:spPr>
            <a:xfrm>
              <a:off x="3424825" y="4200850"/>
              <a:ext cx="148075" cy="97975"/>
            </a:xfrm>
            <a:custGeom>
              <a:avLst/>
              <a:gdLst/>
              <a:ahLst/>
              <a:cxnLst/>
              <a:rect l="l" t="t" r="r" b="b"/>
              <a:pathLst>
                <a:path w="5923" h="3919" extrusionOk="0">
                  <a:moveTo>
                    <a:pt x="4624" y="340"/>
                  </a:moveTo>
                  <a:cubicBezTo>
                    <a:pt x="4909" y="340"/>
                    <a:pt x="5194" y="498"/>
                    <a:pt x="5352" y="783"/>
                  </a:cubicBezTo>
                  <a:cubicBezTo>
                    <a:pt x="5542" y="1195"/>
                    <a:pt x="5384" y="1670"/>
                    <a:pt x="4972" y="1860"/>
                  </a:cubicBezTo>
                  <a:lnTo>
                    <a:pt x="1678" y="3507"/>
                  </a:lnTo>
                  <a:cubicBezTo>
                    <a:pt x="1562" y="3561"/>
                    <a:pt x="1440" y="3587"/>
                    <a:pt x="1320" y="3587"/>
                  </a:cubicBezTo>
                  <a:cubicBezTo>
                    <a:pt x="1018" y="3587"/>
                    <a:pt x="729" y="3422"/>
                    <a:pt x="570" y="3127"/>
                  </a:cubicBezTo>
                  <a:cubicBezTo>
                    <a:pt x="380" y="2747"/>
                    <a:pt x="538" y="2240"/>
                    <a:pt x="950" y="2050"/>
                  </a:cubicBezTo>
                  <a:lnTo>
                    <a:pt x="4244" y="403"/>
                  </a:lnTo>
                  <a:cubicBezTo>
                    <a:pt x="4370" y="372"/>
                    <a:pt x="4497" y="340"/>
                    <a:pt x="4624" y="340"/>
                  </a:cubicBezTo>
                  <a:close/>
                  <a:moveTo>
                    <a:pt x="4614" y="0"/>
                  </a:moveTo>
                  <a:cubicBezTo>
                    <a:pt x="4448" y="0"/>
                    <a:pt x="4279" y="38"/>
                    <a:pt x="4117" y="118"/>
                  </a:cubicBezTo>
                  <a:lnTo>
                    <a:pt x="823" y="1765"/>
                  </a:lnTo>
                  <a:cubicBezTo>
                    <a:pt x="253" y="2019"/>
                    <a:pt x="0" y="2715"/>
                    <a:pt x="285" y="3285"/>
                  </a:cubicBezTo>
                  <a:cubicBezTo>
                    <a:pt x="475" y="3697"/>
                    <a:pt x="887" y="3919"/>
                    <a:pt x="1330" y="3919"/>
                  </a:cubicBezTo>
                  <a:cubicBezTo>
                    <a:pt x="1488" y="3919"/>
                    <a:pt x="1678" y="3887"/>
                    <a:pt x="1837" y="3792"/>
                  </a:cubicBezTo>
                  <a:lnTo>
                    <a:pt x="5130" y="2177"/>
                  </a:lnTo>
                  <a:cubicBezTo>
                    <a:pt x="5700" y="1892"/>
                    <a:pt x="5922" y="1195"/>
                    <a:pt x="5637" y="625"/>
                  </a:cubicBezTo>
                  <a:cubicBezTo>
                    <a:pt x="5433" y="239"/>
                    <a:pt x="5034" y="0"/>
                    <a:pt x="4614" y="0"/>
                  </a:cubicBezTo>
                  <a:close/>
                </a:path>
              </a:pathLst>
            </a:custGeom>
            <a:solidFill>
              <a:srgbClr val="2524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25" name="Google Shape;125;p13"/>
            <p:cNvSpPr/>
            <p:nvPr/>
          </p:nvSpPr>
          <p:spPr>
            <a:xfrm>
              <a:off x="3085150" y="3823775"/>
              <a:ext cx="149675" cy="126700"/>
            </a:xfrm>
            <a:custGeom>
              <a:avLst/>
              <a:gdLst/>
              <a:ahLst/>
              <a:cxnLst/>
              <a:rect l="l" t="t" r="r" b="b"/>
              <a:pathLst>
                <a:path w="5987" h="5068" extrusionOk="0">
                  <a:moveTo>
                    <a:pt x="3770" y="0"/>
                  </a:moveTo>
                  <a:lnTo>
                    <a:pt x="1" y="3959"/>
                  </a:lnTo>
                  <a:lnTo>
                    <a:pt x="539" y="5067"/>
                  </a:lnTo>
                  <a:lnTo>
                    <a:pt x="5986" y="4497"/>
                  </a:lnTo>
                  <a:lnTo>
                    <a:pt x="5448" y="3389"/>
                  </a:lnTo>
                  <a:lnTo>
                    <a:pt x="1711" y="3801"/>
                  </a:lnTo>
                  <a:lnTo>
                    <a:pt x="4308" y="1109"/>
                  </a:lnTo>
                  <a:lnTo>
                    <a:pt x="3770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26" name="Google Shape;126;p13"/>
            <p:cNvSpPr/>
            <p:nvPr/>
          </p:nvSpPr>
          <p:spPr>
            <a:xfrm>
              <a:off x="3259350" y="3683625"/>
              <a:ext cx="58600" cy="311975"/>
            </a:xfrm>
            <a:custGeom>
              <a:avLst/>
              <a:gdLst/>
              <a:ahLst/>
              <a:cxnLst/>
              <a:rect l="l" t="t" r="r" b="b"/>
              <a:pathLst>
                <a:path w="2344" h="12479" extrusionOk="0">
                  <a:moveTo>
                    <a:pt x="1330" y="1"/>
                  </a:moveTo>
                  <a:lnTo>
                    <a:pt x="0" y="666"/>
                  </a:lnTo>
                  <a:lnTo>
                    <a:pt x="982" y="12479"/>
                  </a:lnTo>
                  <a:lnTo>
                    <a:pt x="2344" y="11813"/>
                  </a:lnTo>
                  <a:lnTo>
                    <a:pt x="1330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27" name="Google Shape;127;p13"/>
            <p:cNvSpPr/>
            <p:nvPr/>
          </p:nvSpPr>
          <p:spPr>
            <a:xfrm>
              <a:off x="3342475" y="3728775"/>
              <a:ext cx="149650" cy="126700"/>
            </a:xfrm>
            <a:custGeom>
              <a:avLst/>
              <a:gdLst/>
              <a:ahLst/>
              <a:cxnLst/>
              <a:rect l="l" t="t" r="r" b="b"/>
              <a:pathLst>
                <a:path w="5986" h="5068" extrusionOk="0">
                  <a:moveTo>
                    <a:pt x="5416" y="0"/>
                  </a:moveTo>
                  <a:lnTo>
                    <a:pt x="0" y="570"/>
                  </a:lnTo>
                  <a:lnTo>
                    <a:pt x="539" y="1710"/>
                  </a:lnTo>
                  <a:lnTo>
                    <a:pt x="4276" y="1267"/>
                  </a:lnTo>
                  <a:lnTo>
                    <a:pt x="1647" y="3959"/>
                  </a:lnTo>
                  <a:lnTo>
                    <a:pt x="2217" y="5067"/>
                  </a:lnTo>
                  <a:lnTo>
                    <a:pt x="5986" y="1109"/>
                  </a:lnTo>
                  <a:lnTo>
                    <a:pt x="541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28" name="Google Shape;128;p13"/>
            <p:cNvSpPr/>
            <p:nvPr/>
          </p:nvSpPr>
          <p:spPr>
            <a:xfrm>
              <a:off x="3644925" y="3248200"/>
              <a:ext cx="1771100" cy="341250"/>
            </a:xfrm>
            <a:custGeom>
              <a:avLst/>
              <a:gdLst/>
              <a:ahLst/>
              <a:cxnLst/>
              <a:rect l="l" t="t" r="r" b="b"/>
              <a:pathLst>
                <a:path w="70844" h="13650" extrusionOk="0">
                  <a:moveTo>
                    <a:pt x="23340" y="0"/>
                  </a:moveTo>
                  <a:cubicBezTo>
                    <a:pt x="21123" y="0"/>
                    <a:pt x="19001" y="887"/>
                    <a:pt x="17418" y="2470"/>
                  </a:cubicBezTo>
                  <a:lnTo>
                    <a:pt x="9374" y="10483"/>
                  </a:lnTo>
                  <a:cubicBezTo>
                    <a:pt x="8012" y="11876"/>
                    <a:pt x="6144" y="12668"/>
                    <a:pt x="4180" y="12668"/>
                  </a:cubicBezTo>
                  <a:lnTo>
                    <a:pt x="0" y="12668"/>
                  </a:lnTo>
                  <a:lnTo>
                    <a:pt x="0" y="13649"/>
                  </a:lnTo>
                  <a:lnTo>
                    <a:pt x="4180" y="13649"/>
                  </a:lnTo>
                  <a:cubicBezTo>
                    <a:pt x="6429" y="13649"/>
                    <a:pt x="8519" y="12794"/>
                    <a:pt x="10102" y="11211"/>
                  </a:cubicBezTo>
                  <a:lnTo>
                    <a:pt x="18146" y="3167"/>
                  </a:lnTo>
                  <a:cubicBezTo>
                    <a:pt x="19571" y="1726"/>
                    <a:pt x="21456" y="1006"/>
                    <a:pt x="23344" y="1006"/>
                  </a:cubicBezTo>
                  <a:cubicBezTo>
                    <a:pt x="25232" y="1006"/>
                    <a:pt x="27125" y="1726"/>
                    <a:pt x="28566" y="3167"/>
                  </a:cubicBezTo>
                  <a:lnTo>
                    <a:pt x="32841" y="7474"/>
                  </a:lnTo>
                  <a:cubicBezTo>
                    <a:pt x="34424" y="9057"/>
                    <a:pt x="36546" y="9912"/>
                    <a:pt x="38763" y="9912"/>
                  </a:cubicBezTo>
                  <a:cubicBezTo>
                    <a:pt x="41011" y="9912"/>
                    <a:pt x="43102" y="9057"/>
                    <a:pt x="44685" y="7474"/>
                  </a:cubicBezTo>
                  <a:cubicBezTo>
                    <a:pt x="46079" y="6081"/>
                    <a:pt x="47947" y="5320"/>
                    <a:pt x="49910" y="5320"/>
                  </a:cubicBezTo>
                  <a:cubicBezTo>
                    <a:pt x="51874" y="5320"/>
                    <a:pt x="53711" y="6081"/>
                    <a:pt x="55104" y="7474"/>
                  </a:cubicBezTo>
                  <a:lnTo>
                    <a:pt x="55706" y="8076"/>
                  </a:lnTo>
                  <a:cubicBezTo>
                    <a:pt x="57337" y="9707"/>
                    <a:pt x="59482" y="10522"/>
                    <a:pt x="61628" y="10522"/>
                  </a:cubicBezTo>
                  <a:cubicBezTo>
                    <a:pt x="63774" y="10522"/>
                    <a:pt x="65919" y="9707"/>
                    <a:pt x="67550" y="8076"/>
                  </a:cubicBezTo>
                  <a:lnTo>
                    <a:pt x="70844" y="4782"/>
                  </a:lnTo>
                  <a:lnTo>
                    <a:pt x="70147" y="4054"/>
                  </a:lnTo>
                  <a:lnTo>
                    <a:pt x="66853" y="7379"/>
                  </a:lnTo>
                  <a:cubicBezTo>
                    <a:pt x="65412" y="8804"/>
                    <a:pt x="63528" y="9517"/>
                    <a:pt x="61644" y="9517"/>
                  </a:cubicBezTo>
                  <a:cubicBezTo>
                    <a:pt x="59760" y="9517"/>
                    <a:pt x="57875" y="8804"/>
                    <a:pt x="56434" y="7379"/>
                  </a:cubicBezTo>
                  <a:lnTo>
                    <a:pt x="55833" y="6746"/>
                  </a:lnTo>
                  <a:cubicBezTo>
                    <a:pt x="54249" y="5194"/>
                    <a:pt x="52127" y="4307"/>
                    <a:pt x="49910" y="4307"/>
                  </a:cubicBezTo>
                  <a:cubicBezTo>
                    <a:pt x="47662" y="4307"/>
                    <a:pt x="45572" y="5194"/>
                    <a:pt x="43988" y="6777"/>
                  </a:cubicBezTo>
                  <a:cubicBezTo>
                    <a:pt x="42547" y="8202"/>
                    <a:pt x="40663" y="8915"/>
                    <a:pt x="38779" y="8915"/>
                  </a:cubicBezTo>
                  <a:cubicBezTo>
                    <a:pt x="36894" y="8915"/>
                    <a:pt x="35010" y="8202"/>
                    <a:pt x="33569" y="6777"/>
                  </a:cubicBezTo>
                  <a:lnTo>
                    <a:pt x="29262" y="2470"/>
                  </a:lnTo>
                  <a:cubicBezTo>
                    <a:pt x="27679" y="887"/>
                    <a:pt x="25589" y="0"/>
                    <a:pt x="2334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29" name="Google Shape;129;p13"/>
            <p:cNvSpPr/>
            <p:nvPr/>
          </p:nvSpPr>
          <p:spPr>
            <a:xfrm>
              <a:off x="4161125" y="3203850"/>
              <a:ext cx="114025" cy="114025"/>
            </a:xfrm>
            <a:custGeom>
              <a:avLst/>
              <a:gdLst/>
              <a:ahLst/>
              <a:cxnLst/>
              <a:rect l="l" t="t" r="r" b="b"/>
              <a:pathLst>
                <a:path w="4561" h="4561" extrusionOk="0">
                  <a:moveTo>
                    <a:pt x="2280" y="349"/>
                  </a:moveTo>
                  <a:cubicBezTo>
                    <a:pt x="3325" y="349"/>
                    <a:pt x="4212" y="1204"/>
                    <a:pt x="4212" y="2281"/>
                  </a:cubicBezTo>
                  <a:cubicBezTo>
                    <a:pt x="4212" y="3358"/>
                    <a:pt x="3325" y="4213"/>
                    <a:pt x="2280" y="4213"/>
                  </a:cubicBezTo>
                  <a:cubicBezTo>
                    <a:pt x="1204" y="4213"/>
                    <a:pt x="317" y="3358"/>
                    <a:pt x="317" y="2281"/>
                  </a:cubicBezTo>
                  <a:cubicBezTo>
                    <a:pt x="317" y="1204"/>
                    <a:pt x="1204" y="349"/>
                    <a:pt x="2280" y="349"/>
                  </a:cubicBezTo>
                  <a:close/>
                  <a:moveTo>
                    <a:pt x="2280" y="1"/>
                  </a:moveTo>
                  <a:cubicBezTo>
                    <a:pt x="1014" y="1"/>
                    <a:pt x="0" y="1014"/>
                    <a:pt x="0" y="2281"/>
                  </a:cubicBezTo>
                  <a:cubicBezTo>
                    <a:pt x="0" y="3548"/>
                    <a:pt x="1014" y="4561"/>
                    <a:pt x="2280" y="4561"/>
                  </a:cubicBezTo>
                  <a:cubicBezTo>
                    <a:pt x="3516" y="4561"/>
                    <a:pt x="4561" y="3548"/>
                    <a:pt x="4561" y="2281"/>
                  </a:cubicBezTo>
                  <a:cubicBezTo>
                    <a:pt x="4561" y="1014"/>
                    <a:pt x="3516" y="1"/>
                    <a:pt x="228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30" name="Google Shape;130;p13"/>
            <p:cNvSpPr/>
            <p:nvPr/>
          </p:nvSpPr>
          <p:spPr>
            <a:xfrm>
              <a:off x="4571225" y="3445325"/>
              <a:ext cx="75250" cy="76025"/>
            </a:xfrm>
            <a:custGeom>
              <a:avLst/>
              <a:gdLst/>
              <a:ahLst/>
              <a:cxnLst/>
              <a:rect l="l" t="t" r="r" b="b"/>
              <a:pathLst>
                <a:path w="3010" h="3041" extrusionOk="0">
                  <a:moveTo>
                    <a:pt x="1489" y="349"/>
                  </a:moveTo>
                  <a:cubicBezTo>
                    <a:pt x="2154" y="349"/>
                    <a:pt x="2661" y="887"/>
                    <a:pt x="2661" y="1521"/>
                  </a:cubicBezTo>
                  <a:cubicBezTo>
                    <a:pt x="2661" y="2186"/>
                    <a:pt x="2154" y="2693"/>
                    <a:pt x="1489" y="2693"/>
                  </a:cubicBezTo>
                  <a:cubicBezTo>
                    <a:pt x="856" y="2693"/>
                    <a:pt x="318" y="2186"/>
                    <a:pt x="318" y="1521"/>
                  </a:cubicBezTo>
                  <a:cubicBezTo>
                    <a:pt x="318" y="887"/>
                    <a:pt x="856" y="349"/>
                    <a:pt x="1489" y="349"/>
                  </a:cubicBezTo>
                  <a:close/>
                  <a:moveTo>
                    <a:pt x="1489" y="1"/>
                  </a:moveTo>
                  <a:cubicBezTo>
                    <a:pt x="666" y="1"/>
                    <a:pt x="1" y="697"/>
                    <a:pt x="1" y="1521"/>
                  </a:cubicBezTo>
                  <a:cubicBezTo>
                    <a:pt x="1" y="2376"/>
                    <a:pt x="666" y="3041"/>
                    <a:pt x="1489" y="3041"/>
                  </a:cubicBezTo>
                  <a:cubicBezTo>
                    <a:pt x="2344" y="3041"/>
                    <a:pt x="3009" y="2376"/>
                    <a:pt x="3009" y="1521"/>
                  </a:cubicBezTo>
                  <a:cubicBezTo>
                    <a:pt x="3009" y="697"/>
                    <a:pt x="2344" y="1"/>
                    <a:pt x="1489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31" name="Google Shape;131;p13"/>
            <p:cNvSpPr/>
            <p:nvPr/>
          </p:nvSpPr>
          <p:spPr>
            <a:xfrm>
              <a:off x="5119100" y="3445325"/>
              <a:ext cx="105325" cy="105325"/>
            </a:xfrm>
            <a:custGeom>
              <a:avLst/>
              <a:gdLst/>
              <a:ahLst/>
              <a:cxnLst/>
              <a:rect l="l" t="t" r="r" b="b"/>
              <a:pathLst>
                <a:path w="4213" h="4213" extrusionOk="0">
                  <a:moveTo>
                    <a:pt x="2123" y="349"/>
                  </a:moveTo>
                  <a:cubicBezTo>
                    <a:pt x="3073" y="349"/>
                    <a:pt x="3864" y="1141"/>
                    <a:pt x="3864" y="2122"/>
                  </a:cubicBezTo>
                  <a:cubicBezTo>
                    <a:pt x="3864" y="3073"/>
                    <a:pt x="3073" y="3864"/>
                    <a:pt x="2123" y="3864"/>
                  </a:cubicBezTo>
                  <a:cubicBezTo>
                    <a:pt x="1141" y="3864"/>
                    <a:pt x="349" y="3073"/>
                    <a:pt x="349" y="2122"/>
                  </a:cubicBezTo>
                  <a:cubicBezTo>
                    <a:pt x="349" y="1141"/>
                    <a:pt x="1141" y="349"/>
                    <a:pt x="2123" y="349"/>
                  </a:cubicBezTo>
                  <a:close/>
                  <a:moveTo>
                    <a:pt x="2123" y="1"/>
                  </a:moveTo>
                  <a:cubicBezTo>
                    <a:pt x="951" y="1"/>
                    <a:pt x="1" y="951"/>
                    <a:pt x="1" y="2122"/>
                  </a:cubicBezTo>
                  <a:cubicBezTo>
                    <a:pt x="1" y="3263"/>
                    <a:pt x="951" y="4213"/>
                    <a:pt x="2123" y="4213"/>
                  </a:cubicBezTo>
                  <a:cubicBezTo>
                    <a:pt x="3263" y="4213"/>
                    <a:pt x="4213" y="3263"/>
                    <a:pt x="4213" y="2122"/>
                  </a:cubicBezTo>
                  <a:cubicBezTo>
                    <a:pt x="4213" y="951"/>
                    <a:pt x="3263" y="1"/>
                    <a:pt x="212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32" name="Google Shape;132;p13"/>
            <p:cNvSpPr/>
            <p:nvPr/>
          </p:nvSpPr>
          <p:spPr>
            <a:xfrm>
              <a:off x="5355050" y="3305975"/>
              <a:ext cx="105325" cy="105325"/>
            </a:xfrm>
            <a:custGeom>
              <a:avLst/>
              <a:gdLst/>
              <a:ahLst/>
              <a:cxnLst/>
              <a:rect l="l" t="t" r="r" b="b"/>
              <a:pathLst>
                <a:path w="4213" h="4213" extrusionOk="0">
                  <a:moveTo>
                    <a:pt x="2090" y="349"/>
                  </a:moveTo>
                  <a:cubicBezTo>
                    <a:pt x="3072" y="349"/>
                    <a:pt x="3864" y="1141"/>
                    <a:pt x="3864" y="2123"/>
                  </a:cubicBezTo>
                  <a:cubicBezTo>
                    <a:pt x="3864" y="3073"/>
                    <a:pt x="3072" y="3865"/>
                    <a:pt x="2090" y="3865"/>
                  </a:cubicBezTo>
                  <a:cubicBezTo>
                    <a:pt x="1140" y="3865"/>
                    <a:pt x="349" y="3073"/>
                    <a:pt x="349" y="2091"/>
                  </a:cubicBezTo>
                  <a:cubicBezTo>
                    <a:pt x="349" y="1141"/>
                    <a:pt x="1140" y="349"/>
                    <a:pt x="2090" y="349"/>
                  </a:cubicBezTo>
                  <a:close/>
                  <a:moveTo>
                    <a:pt x="2090" y="1"/>
                  </a:moveTo>
                  <a:cubicBezTo>
                    <a:pt x="950" y="1"/>
                    <a:pt x="0" y="951"/>
                    <a:pt x="0" y="2123"/>
                  </a:cubicBezTo>
                  <a:cubicBezTo>
                    <a:pt x="0" y="3263"/>
                    <a:pt x="950" y="4213"/>
                    <a:pt x="2090" y="4213"/>
                  </a:cubicBezTo>
                  <a:cubicBezTo>
                    <a:pt x="3262" y="4213"/>
                    <a:pt x="4212" y="3263"/>
                    <a:pt x="4212" y="2123"/>
                  </a:cubicBezTo>
                  <a:cubicBezTo>
                    <a:pt x="4212" y="951"/>
                    <a:pt x="3262" y="1"/>
                    <a:pt x="209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33" name="Google Shape;133;p13"/>
            <p:cNvSpPr/>
            <p:nvPr/>
          </p:nvSpPr>
          <p:spPr>
            <a:xfrm>
              <a:off x="5377200" y="3328150"/>
              <a:ext cx="61000" cy="61000"/>
            </a:xfrm>
            <a:custGeom>
              <a:avLst/>
              <a:gdLst/>
              <a:ahLst/>
              <a:cxnLst/>
              <a:rect l="l" t="t" r="r" b="b"/>
              <a:pathLst>
                <a:path w="2440" h="2440" extrusionOk="0">
                  <a:moveTo>
                    <a:pt x="1204" y="1"/>
                  </a:moveTo>
                  <a:cubicBezTo>
                    <a:pt x="539" y="1"/>
                    <a:pt x="1" y="539"/>
                    <a:pt x="1" y="1204"/>
                  </a:cubicBezTo>
                  <a:cubicBezTo>
                    <a:pt x="1" y="1901"/>
                    <a:pt x="539" y="2439"/>
                    <a:pt x="1204" y="2439"/>
                  </a:cubicBezTo>
                  <a:cubicBezTo>
                    <a:pt x="1869" y="2439"/>
                    <a:pt x="2439" y="1901"/>
                    <a:pt x="2439" y="1204"/>
                  </a:cubicBezTo>
                  <a:cubicBezTo>
                    <a:pt x="2439" y="539"/>
                    <a:pt x="1869" y="1"/>
                    <a:pt x="120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34" name="Google Shape;134;p13"/>
            <p:cNvSpPr/>
            <p:nvPr/>
          </p:nvSpPr>
          <p:spPr>
            <a:xfrm>
              <a:off x="3592650" y="3524500"/>
              <a:ext cx="104550" cy="105325"/>
            </a:xfrm>
            <a:custGeom>
              <a:avLst/>
              <a:gdLst/>
              <a:ahLst/>
              <a:cxnLst/>
              <a:rect l="l" t="t" r="r" b="b"/>
              <a:pathLst>
                <a:path w="4182" h="4213" extrusionOk="0">
                  <a:moveTo>
                    <a:pt x="2091" y="349"/>
                  </a:moveTo>
                  <a:cubicBezTo>
                    <a:pt x="3073" y="349"/>
                    <a:pt x="3864" y="1109"/>
                    <a:pt x="3864" y="2091"/>
                  </a:cubicBezTo>
                  <a:cubicBezTo>
                    <a:pt x="3864" y="3072"/>
                    <a:pt x="3073" y="3864"/>
                    <a:pt x="2091" y="3864"/>
                  </a:cubicBezTo>
                  <a:cubicBezTo>
                    <a:pt x="1141" y="3864"/>
                    <a:pt x="349" y="3072"/>
                    <a:pt x="349" y="2091"/>
                  </a:cubicBezTo>
                  <a:cubicBezTo>
                    <a:pt x="349" y="1141"/>
                    <a:pt x="1109" y="349"/>
                    <a:pt x="2091" y="349"/>
                  </a:cubicBezTo>
                  <a:close/>
                  <a:moveTo>
                    <a:pt x="2091" y="1"/>
                  </a:moveTo>
                  <a:cubicBezTo>
                    <a:pt x="951" y="1"/>
                    <a:pt x="1" y="951"/>
                    <a:pt x="1" y="2091"/>
                  </a:cubicBezTo>
                  <a:cubicBezTo>
                    <a:pt x="1" y="3262"/>
                    <a:pt x="951" y="4213"/>
                    <a:pt x="2091" y="4213"/>
                  </a:cubicBezTo>
                  <a:cubicBezTo>
                    <a:pt x="3263" y="4213"/>
                    <a:pt x="4181" y="3262"/>
                    <a:pt x="4181" y="2091"/>
                  </a:cubicBezTo>
                  <a:cubicBezTo>
                    <a:pt x="4181" y="951"/>
                    <a:pt x="3263" y="1"/>
                    <a:pt x="209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35" name="Google Shape;135;p13"/>
            <p:cNvSpPr/>
            <p:nvPr/>
          </p:nvSpPr>
          <p:spPr>
            <a:xfrm>
              <a:off x="3614825" y="3546675"/>
              <a:ext cx="61000" cy="60975"/>
            </a:xfrm>
            <a:custGeom>
              <a:avLst/>
              <a:gdLst/>
              <a:ahLst/>
              <a:cxnLst/>
              <a:rect l="l" t="t" r="r" b="b"/>
              <a:pathLst>
                <a:path w="2440" h="2439" extrusionOk="0">
                  <a:moveTo>
                    <a:pt x="1204" y="0"/>
                  </a:moveTo>
                  <a:cubicBezTo>
                    <a:pt x="539" y="0"/>
                    <a:pt x="1" y="539"/>
                    <a:pt x="1" y="1204"/>
                  </a:cubicBezTo>
                  <a:cubicBezTo>
                    <a:pt x="1" y="1900"/>
                    <a:pt x="539" y="2439"/>
                    <a:pt x="1204" y="2439"/>
                  </a:cubicBezTo>
                  <a:cubicBezTo>
                    <a:pt x="1869" y="2439"/>
                    <a:pt x="2439" y="1900"/>
                    <a:pt x="2439" y="1204"/>
                  </a:cubicBezTo>
                  <a:cubicBezTo>
                    <a:pt x="2439" y="539"/>
                    <a:pt x="1869" y="0"/>
                    <a:pt x="120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4880000" y="2948925"/>
              <a:ext cx="173425" cy="24550"/>
            </a:xfrm>
            <a:custGeom>
              <a:avLst/>
              <a:gdLst/>
              <a:ahLst/>
              <a:cxnLst/>
              <a:rect l="l" t="t" r="r" b="b"/>
              <a:pathLst>
                <a:path w="6937" h="982" extrusionOk="0">
                  <a:moveTo>
                    <a:pt x="507" y="0"/>
                  </a:moveTo>
                  <a:cubicBezTo>
                    <a:pt x="222" y="0"/>
                    <a:pt x="1" y="222"/>
                    <a:pt x="1" y="507"/>
                  </a:cubicBezTo>
                  <a:cubicBezTo>
                    <a:pt x="1" y="760"/>
                    <a:pt x="222" y="982"/>
                    <a:pt x="507" y="982"/>
                  </a:cubicBezTo>
                  <a:lnTo>
                    <a:pt x="6430" y="982"/>
                  </a:lnTo>
                  <a:cubicBezTo>
                    <a:pt x="6715" y="982"/>
                    <a:pt x="6936" y="760"/>
                    <a:pt x="6936" y="507"/>
                  </a:cubicBezTo>
                  <a:cubicBezTo>
                    <a:pt x="6936" y="222"/>
                    <a:pt x="6715" y="0"/>
                    <a:pt x="643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37" name="Google Shape;137;p13"/>
            <p:cNvSpPr/>
            <p:nvPr/>
          </p:nvSpPr>
          <p:spPr>
            <a:xfrm>
              <a:off x="5108025" y="2948925"/>
              <a:ext cx="81575" cy="24550"/>
            </a:xfrm>
            <a:custGeom>
              <a:avLst/>
              <a:gdLst/>
              <a:ahLst/>
              <a:cxnLst/>
              <a:rect l="l" t="t" r="r" b="b"/>
              <a:pathLst>
                <a:path w="3263" h="982" extrusionOk="0">
                  <a:moveTo>
                    <a:pt x="507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2756" y="982"/>
                  </a:lnTo>
                  <a:cubicBezTo>
                    <a:pt x="3041" y="982"/>
                    <a:pt x="3262" y="760"/>
                    <a:pt x="3262" y="507"/>
                  </a:cubicBezTo>
                  <a:cubicBezTo>
                    <a:pt x="3262" y="222"/>
                    <a:pt x="3041" y="0"/>
                    <a:pt x="275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38" name="Google Shape;138;p13"/>
            <p:cNvSpPr/>
            <p:nvPr/>
          </p:nvSpPr>
          <p:spPr>
            <a:xfrm>
              <a:off x="5300425" y="2948925"/>
              <a:ext cx="58600" cy="24550"/>
            </a:xfrm>
            <a:custGeom>
              <a:avLst/>
              <a:gdLst/>
              <a:ahLst/>
              <a:cxnLst/>
              <a:rect l="l" t="t" r="r" b="b"/>
              <a:pathLst>
                <a:path w="2344" h="982" extrusionOk="0">
                  <a:moveTo>
                    <a:pt x="507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1837" y="982"/>
                  </a:lnTo>
                  <a:cubicBezTo>
                    <a:pt x="2122" y="982"/>
                    <a:pt x="2344" y="760"/>
                    <a:pt x="2344" y="507"/>
                  </a:cubicBezTo>
                  <a:cubicBezTo>
                    <a:pt x="2344" y="222"/>
                    <a:pt x="2122" y="0"/>
                    <a:pt x="183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39" name="Google Shape;139;p13"/>
            <p:cNvSpPr/>
            <p:nvPr/>
          </p:nvSpPr>
          <p:spPr>
            <a:xfrm>
              <a:off x="5127025" y="3021750"/>
              <a:ext cx="197950" cy="25375"/>
            </a:xfrm>
            <a:custGeom>
              <a:avLst/>
              <a:gdLst/>
              <a:ahLst/>
              <a:cxnLst/>
              <a:rect l="l" t="t" r="r" b="b"/>
              <a:pathLst>
                <a:path w="7918" h="1015" extrusionOk="0">
                  <a:moveTo>
                    <a:pt x="507" y="1"/>
                  </a:moveTo>
                  <a:cubicBezTo>
                    <a:pt x="222" y="1"/>
                    <a:pt x="1" y="222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7443" y="1014"/>
                  </a:lnTo>
                  <a:cubicBezTo>
                    <a:pt x="7696" y="1014"/>
                    <a:pt x="7918" y="793"/>
                    <a:pt x="7918" y="508"/>
                  </a:cubicBezTo>
                  <a:cubicBezTo>
                    <a:pt x="7918" y="222"/>
                    <a:pt x="7696" y="1"/>
                    <a:pt x="744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3979025" y="3617125"/>
              <a:ext cx="119575" cy="24575"/>
            </a:xfrm>
            <a:custGeom>
              <a:avLst/>
              <a:gdLst/>
              <a:ahLst/>
              <a:cxnLst/>
              <a:rect l="l" t="t" r="r" b="b"/>
              <a:pathLst>
                <a:path w="4783" h="983" extrusionOk="0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4307" y="983"/>
                  </a:lnTo>
                  <a:cubicBezTo>
                    <a:pt x="4561" y="983"/>
                    <a:pt x="4782" y="761"/>
                    <a:pt x="4782" y="508"/>
                  </a:cubicBezTo>
                  <a:cubicBezTo>
                    <a:pt x="4782" y="222"/>
                    <a:pt x="4561" y="1"/>
                    <a:pt x="43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4148450" y="3617125"/>
              <a:ext cx="50700" cy="24575"/>
            </a:xfrm>
            <a:custGeom>
              <a:avLst/>
              <a:gdLst/>
              <a:ahLst/>
              <a:cxnLst/>
              <a:rect l="l" t="t" r="r" b="b"/>
              <a:pathLst>
                <a:path w="2028" h="983" extrusionOk="0">
                  <a:moveTo>
                    <a:pt x="507" y="1"/>
                  </a:moveTo>
                  <a:cubicBezTo>
                    <a:pt x="222" y="1"/>
                    <a:pt x="1" y="222"/>
                    <a:pt x="1" y="508"/>
                  </a:cubicBezTo>
                  <a:cubicBezTo>
                    <a:pt x="1" y="761"/>
                    <a:pt x="222" y="983"/>
                    <a:pt x="507" y="983"/>
                  </a:cubicBezTo>
                  <a:lnTo>
                    <a:pt x="1521" y="983"/>
                  </a:lnTo>
                  <a:cubicBezTo>
                    <a:pt x="1806" y="983"/>
                    <a:pt x="2027" y="761"/>
                    <a:pt x="2027" y="508"/>
                  </a:cubicBezTo>
                  <a:cubicBezTo>
                    <a:pt x="2027" y="222"/>
                    <a:pt x="1806" y="1"/>
                    <a:pt x="152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4750175" y="3617125"/>
              <a:ext cx="136975" cy="24575"/>
            </a:xfrm>
            <a:custGeom>
              <a:avLst/>
              <a:gdLst/>
              <a:ahLst/>
              <a:cxnLst/>
              <a:rect l="l" t="t" r="r" b="b"/>
              <a:pathLst>
                <a:path w="5479" h="983" extrusionOk="0">
                  <a:moveTo>
                    <a:pt x="475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475" y="983"/>
                  </a:cubicBezTo>
                  <a:lnTo>
                    <a:pt x="4972" y="983"/>
                  </a:lnTo>
                  <a:cubicBezTo>
                    <a:pt x="5257" y="983"/>
                    <a:pt x="5479" y="761"/>
                    <a:pt x="5479" y="508"/>
                  </a:cubicBezTo>
                  <a:cubicBezTo>
                    <a:pt x="5479" y="222"/>
                    <a:pt x="5257" y="1"/>
                    <a:pt x="497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43" name="Google Shape;143;p13"/>
            <p:cNvSpPr/>
            <p:nvPr/>
          </p:nvSpPr>
          <p:spPr>
            <a:xfrm>
              <a:off x="4933850" y="3617125"/>
              <a:ext cx="58600" cy="24575"/>
            </a:xfrm>
            <a:custGeom>
              <a:avLst/>
              <a:gdLst/>
              <a:ahLst/>
              <a:cxnLst/>
              <a:rect l="l" t="t" r="r" b="b"/>
              <a:pathLst>
                <a:path w="2344" h="983" extrusionOk="0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1837" y="983"/>
                  </a:lnTo>
                  <a:cubicBezTo>
                    <a:pt x="2122" y="983"/>
                    <a:pt x="2344" y="761"/>
                    <a:pt x="2344" y="508"/>
                  </a:cubicBezTo>
                  <a:cubicBezTo>
                    <a:pt x="2344" y="222"/>
                    <a:pt x="2122" y="1"/>
                    <a:pt x="1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5163450" y="3617125"/>
              <a:ext cx="73650" cy="24575"/>
            </a:xfrm>
            <a:custGeom>
              <a:avLst/>
              <a:gdLst/>
              <a:ahLst/>
              <a:cxnLst/>
              <a:rect l="l" t="t" r="r" b="b"/>
              <a:pathLst>
                <a:path w="2946" h="983" extrusionOk="0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2439" y="983"/>
                  </a:lnTo>
                  <a:cubicBezTo>
                    <a:pt x="2724" y="983"/>
                    <a:pt x="2946" y="761"/>
                    <a:pt x="2946" y="508"/>
                  </a:cubicBezTo>
                  <a:cubicBezTo>
                    <a:pt x="2946" y="222"/>
                    <a:pt x="2724" y="1"/>
                    <a:pt x="243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45" name="Google Shape;145;p13"/>
            <p:cNvSpPr/>
            <p:nvPr/>
          </p:nvSpPr>
          <p:spPr>
            <a:xfrm>
              <a:off x="3676575" y="2937825"/>
              <a:ext cx="139375" cy="25375"/>
            </a:xfrm>
            <a:custGeom>
              <a:avLst/>
              <a:gdLst/>
              <a:ahLst/>
              <a:cxnLst/>
              <a:rect l="l" t="t" r="r" b="b"/>
              <a:pathLst>
                <a:path w="5575" h="1015" extrusionOk="0">
                  <a:moveTo>
                    <a:pt x="507" y="1"/>
                  </a:moveTo>
                  <a:cubicBezTo>
                    <a:pt x="222" y="1"/>
                    <a:pt x="1" y="254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5068" y="1014"/>
                  </a:lnTo>
                  <a:cubicBezTo>
                    <a:pt x="5321" y="1014"/>
                    <a:pt x="5575" y="793"/>
                    <a:pt x="5543" y="508"/>
                  </a:cubicBezTo>
                  <a:cubicBezTo>
                    <a:pt x="5543" y="223"/>
                    <a:pt x="5321" y="1"/>
                    <a:pt x="506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46" name="Google Shape;146;p13"/>
            <p:cNvSpPr/>
            <p:nvPr/>
          </p:nvSpPr>
          <p:spPr>
            <a:xfrm>
              <a:off x="3852350" y="2937825"/>
              <a:ext cx="68100" cy="25375"/>
            </a:xfrm>
            <a:custGeom>
              <a:avLst/>
              <a:gdLst/>
              <a:ahLst/>
              <a:cxnLst/>
              <a:rect l="l" t="t" r="r" b="b"/>
              <a:pathLst>
                <a:path w="2724" h="1015" extrusionOk="0">
                  <a:moveTo>
                    <a:pt x="507" y="1"/>
                  </a:moveTo>
                  <a:cubicBezTo>
                    <a:pt x="222" y="1"/>
                    <a:pt x="0" y="254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2217" y="1014"/>
                  </a:lnTo>
                  <a:cubicBezTo>
                    <a:pt x="2502" y="1014"/>
                    <a:pt x="2724" y="793"/>
                    <a:pt x="2724" y="508"/>
                  </a:cubicBezTo>
                  <a:cubicBezTo>
                    <a:pt x="2724" y="223"/>
                    <a:pt x="2502" y="1"/>
                    <a:pt x="221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47" name="Google Shape;147;p13"/>
            <p:cNvSpPr/>
            <p:nvPr/>
          </p:nvSpPr>
          <p:spPr>
            <a:xfrm>
              <a:off x="2966400" y="2846400"/>
              <a:ext cx="266050" cy="531650"/>
            </a:xfrm>
            <a:custGeom>
              <a:avLst/>
              <a:gdLst/>
              <a:ahLst/>
              <a:cxnLst/>
              <a:rect l="l" t="t" r="r" b="b"/>
              <a:pathLst>
                <a:path w="10642" h="21266" extrusionOk="0">
                  <a:moveTo>
                    <a:pt x="191" y="0"/>
                  </a:moveTo>
                  <a:cubicBezTo>
                    <a:pt x="143" y="0"/>
                    <a:pt x="96" y="16"/>
                    <a:pt x="64" y="48"/>
                  </a:cubicBezTo>
                  <a:cubicBezTo>
                    <a:pt x="1" y="111"/>
                    <a:pt x="1" y="238"/>
                    <a:pt x="64" y="301"/>
                  </a:cubicBezTo>
                  <a:lnTo>
                    <a:pt x="10293" y="10530"/>
                  </a:lnTo>
                  <a:lnTo>
                    <a:pt x="10293" y="21076"/>
                  </a:lnTo>
                  <a:cubicBezTo>
                    <a:pt x="10293" y="21171"/>
                    <a:pt x="10388" y="21266"/>
                    <a:pt x="10483" y="21266"/>
                  </a:cubicBezTo>
                  <a:cubicBezTo>
                    <a:pt x="10546" y="21266"/>
                    <a:pt x="10641" y="21171"/>
                    <a:pt x="10641" y="21076"/>
                  </a:cubicBezTo>
                  <a:lnTo>
                    <a:pt x="10641" y="10435"/>
                  </a:lnTo>
                  <a:cubicBezTo>
                    <a:pt x="10641" y="10403"/>
                    <a:pt x="10610" y="10372"/>
                    <a:pt x="10578" y="10340"/>
                  </a:cubicBezTo>
                  <a:lnTo>
                    <a:pt x="317" y="48"/>
                  </a:lnTo>
                  <a:cubicBezTo>
                    <a:pt x="286" y="16"/>
                    <a:pt x="238" y="0"/>
                    <a:pt x="19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48" name="Google Shape;148;p13"/>
            <p:cNvSpPr/>
            <p:nvPr/>
          </p:nvSpPr>
          <p:spPr>
            <a:xfrm>
              <a:off x="2741550" y="2634600"/>
              <a:ext cx="266850" cy="266850"/>
            </a:xfrm>
            <a:custGeom>
              <a:avLst/>
              <a:gdLst/>
              <a:ahLst/>
              <a:cxnLst/>
              <a:rect l="l" t="t" r="r" b="b"/>
              <a:pathLst>
                <a:path w="10674" h="10674" extrusionOk="0">
                  <a:moveTo>
                    <a:pt x="5321" y="317"/>
                  </a:moveTo>
                  <a:cubicBezTo>
                    <a:pt x="8076" y="317"/>
                    <a:pt x="10325" y="2566"/>
                    <a:pt x="10325" y="5353"/>
                  </a:cubicBezTo>
                  <a:cubicBezTo>
                    <a:pt x="10325" y="8108"/>
                    <a:pt x="8076" y="10356"/>
                    <a:pt x="5321" y="10356"/>
                  </a:cubicBezTo>
                  <a:cubicBezTo>
                    <a:pt x="2566" y="10356"/>
                    <a:pt x="317" y="8108"/>
                    <a:pt x="317" y="5353"/>
                  </a:cubicBezTo>
                  <a:cubicBezTo>
                    <a:pt x="317" y="2566"/>
                    <a:pt x="2566" y="317"/>
                    <a:pt x="5321" y="317"/>
                  </a:cubicBezTo>
                  <a:close/>
                  <a:moveTo>
                    <a:pt x="5321" y="1"/>
                  </a:moveTo>
                  <a:cubicBezTo>
                    <a:pt x="2376" y="1"/>
                    <a:pt x="1" y="2408"/>
                    <a:pt x="1" y="5353"/>
                  </a:cubicBezTo>
                  <a:cubicBezTo>
                    <a:pt x="1" y="8298"/>
                    <a:pt x="2376" y="10673"/>
                    <a:pt x="5321" y="10673"/>
                  </a:cubicBezTo>
                  <a:cubicBezTo>
                    <a:pt x="8266" y="10673"/>
                    <a:pt x="10673" y="8298"/>
                    <a:pt x="10673" y="5353"/>
                  </a:cubicBezTo>
                  <a:cubicBezTo>
                    <a:pt x="10673" y="2408"/>
                    <a:pt x="8266" y="1"/>
                    <a:pt x="532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49" name="Google Shape;149;p13"/>
            <p:cNvSpPr/>
            <p:nvPr/>
          </p:nvSpPr>
          <p:spPr>
            <a:xfrm>
              <a:off x="2770850" y="2673800"/>
              <a:ext cx="207450" cy="188450"/>
            </a:xfrm>
            <a:custGeom>
              <a:avLst/>
              <a:gdLst/>
              <a:ahLst/>
              <a:cxnLst/>
              <a:rect l="l" t="t" r="r" b="b"/>
              <a:pathLst>
                <a:path w="8298" h="7538" extrusionOk="0">
                  <a:moveTo>
                    <a:pt x="4161" y="0"/>
                  </a:moveTo>
                  <a:cubicBezTo>
                    <a:pt x="3199" y="0"/>
                    <a:pt x="2233" y="365"/>
                    <a:pt x="1489" y="1093"/>
                  </a:cubicBezTo>
                  <a:cubicBezTo>
                    <a:pt x="0" y="2581"/>
                    <a:pt x="0" y="4957"/>
                    <a:pt x="1489" y="6445"/>
                  </a:cubicBezTo>
                  <a:cubicBezTo>
                    <a:pt x="2233" y="7173"/>
                    <a:pt x="3199" y="7538"/>
                    <a:pt x="4161" y="7538"/>
                  </a:cubicBezTo>
                  <a:cubicBezTo>
                    <a:pt x="5123" y="7538"/>
                    <a:pt x="6081" y="7173"/>
                    <a:pt x="6809" y="6445"/>
                  </a:cubicBezTo>
                  <a:cubicBezTo>
                    <a:pt x="8298" y="4957"/>
                    <a:pt x="8298" y="2581"/>
                    <a:pt x="6809" y="1093"/>
                  </a:cubicBezTo>
                  <a:cubicBezTo>
                    <a:pt x="6081" y="365"/>
                    <a:pt x="5123" y="0"/>
                    <a:pt x="416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50" name="Google Shape;150;p13"/>
            <p:cNvSpPr/>
            <p:nvPr/>
          </p:nvSpPr>
          <p:spPr>
            <a:xfrm>
              <a:off x="3700325" y="2547525"/>
              <a:ext cx="8750" cy="292150"/>
            </a:xfrm>
            <a:custGeom>
              <a:avLst/>
              <a:gdLst/>
              <a:ahLst/>
              <a:cxnLst/>
              <a:rect l="l" t="t" r="r" b="b"/>
              <a:pathLst>
                <a:path w="350" h="11686" extrusionOk="0">
                  <a:moveTo>
                    <a:pt x="191" y="0"/>
                  </a:moveTo>
                  <a:cubicBezTo>
                    <a:pt x="96" y="0"/>
                    <a:pt x="1" y="63"/>
                    <a:pt x="1" y="158"/>
                  </a:cubicBezTo>
                  <a:lnTo>
                    <a:pt x="1" y="11528"/>
                  </a:lnTo>
                  <a:cubicBezTo>
                    <a:pt x="1" y="11623"/>
                    <a:pt x="96" y="11686"/>
                    <a:pt x="191" y="11686"/>
                  </a:cubicBezTo>
                  <a:cubicBezTo>
                    <a:pt x="254" y="11686"/>
                    <a:pt x="349" y="11623"/>
                    <a:pt x="349" y="11528"/>
                  </a:cubicBezTo>
                  <a:lnTo>
                    <a:pt x="349" y="158"/>
                  </a:lnTo>
                  <a:cubicBezTo>
                    <a:pt x="349" y="63"/>
                    <a:pt x="254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51" name="Google Shape;151;p13"/>
            <p:cNvSpPr/>
            <p:nvPr/>
          </p:nvSpPr>
          <p:spPr>
            <a:xfrm>
              <a:off x="2598250" y="3306775"/>
              <a:ext cx="424400" cy="669025"/>
            </a:xfrm>
            <a:custGeom>
              <a:avLst/>
              <a:gdLst/>
              <a:ahLst/>
              <a:cxnLst/>
              <a:rect l="l" t="t" r="r" b="b"/>
              <a:pathLst>
                <a:path w="16976" h="26761" extrusionOk="0">
                  <a:moveTo>
                    <a:pt x="159" y="1"/>
                  </a:moveTo>
                  <a:cubicBezTo>
                    <a:pt x="64" y="1"/>
                    <a:pt x="0" y="64"/>
                    <a:pt x="0" y="159"/>
                  </a:cubicBezTo>
                  <a:lnTo>
                    <a:pt x="0" y="16532"/>
                  </a:lnTo>
                  <a:cubicBezTo>
                    <a:pt x="0" y="16563"/>
                    <a:pt x="32" y="16595"/>
                    <a:pt x="64" y="16627"/>
                  </a:cubicBezTo>
                  <a:lnTo>
                    <a:pt x="10103" y="26697"/>
                  </a:lnTo>
                  <a:cubicBezTo>
                    <a:pt x="10135" y="26729"/>
                    <a:pt x="10198" y="26761"/>
                    <a:pt x="10230" y="26761"/>
                  </a:cubicBezTo>
                  <a:lnTo>
                    <a:pt x="16817" y="26761"/>
                  </a:lnTo>
                  <a:cubicBezTo>
                    <a:pt x="16912" y="26761"/>
                    <a:pt x="16975" y="26666"/>
                    <a:pt x="16975" y="26571"/>
                  </a:cubicBezTo>
                  <a:cubicBezTo>
                    <a:pt x="16975" y="26476"/>
                    <a:pt x="16880" y="26412"/>
                    <a:pt x="16785" y="26412"/>
                  </a:cubicBezTo>
                  <a:lnTo>
                    <a:pt x="10293" y="26412"/>
                  </a:lnTo>
                  <a:lnTo>
                    <a:pt x="349" y="16437"/>
                  </a:ln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52" name="Google Shape;152;p13"/>
            <p:cNvSpPr/>
            <p:nvPr/>
          </p:nvSpPr>
          <p:spPr>
            <a:xfrm>
              <a:off x="5914000" y="2241900"/>
              <a:ext cx="8725" cy="249425"/>
            </a:xfrm>
            <a:custGeom>
              <a:avLst/>
              <a:gdLst/>
              <a:ahLst/>
              <a:cxnLst/>
              <a:rect l="l" t="t" r="r" b="b"/>
              <a:pathLst>
                <a:path w="349" h="9977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9787"/>
                  </a:lnTo>
                  <a:cubicBezTo>
                    <a:pt x="1" y="9882"/>
                    <a:pt x="96" y="9977"/>
                    <a:pt x="191" y="9977"/>
                  </a:cubicBezTo>
                  <a:cubicBezTo>
                    <a:pt x="286" y="9977"/>
                    <a:pt x="349" y="9882"/>
                    <a:pt x="349" y="9787"/>
                  </a:cubicBezTo>
                  <a:lnTo>
                    <a:pt x="349" y="191"/>
                  </a:lnTo>
                  <a:cubicBezTo>
                    <a:pt x="349" y="96"/>
                    <a:pt x="286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53" name="Google Shape;153;p13"/>
            <p:cNvSpPr/>
            <p:nvPr/>
          </p:nvSpPr>
          <p:spPr>
            <a:xfrm>
              <a:off x="4192800" y="2458050"/>
              <a:ext cx="240700" cy="240700"/>
            </a:xfrm>
            <a:custGeom>
              <a:avLst/>
              <a:gdLst/>
              <a:ahLst/>
              <a:cxnLst/>
              <a:rect l="l" t="t" r="r" b="b"/>
              <a:pathLst>
                <a:path w="9628" h="9628" extrusionOk="0">
                  <a:moveTo>
                    <a:pt x="4814" y="1014"/>
                  </a:moveTo>
                  <a:cubicBezTo>
                    <a:pt x="6936" y="1014"/>
                    <a:pt x="8646" y="2724"/>
                    <a:pt x="8646" y="4814"/>
                  </a:cubicBezTo>
                  <a:cubicBezTo>
                    <a:pt x="8646" y="6904"/>
                    <a:pt x="6936" y="8614"/>
                    <a:pt x="4814" y="8614"/>
                  </a:cubicBezTo>
                  <a:cubicBezTo>
                    <a:pt x="2724" y="8614"/>
                    <a:pt x="1013" y="6904"/>
                    <a:pt x="1013" y="4814"/>
                  </a:cubicBezTo>
                  <a:cubicBezTo>
                    <a:pt x="1013" y="2724"/>
                    <a:pt x="2724" y="1014"/>
                    <a:pt x="4814" y="1014"/>
                  </a:cubicBezTo>
                  <a:close/>
                  <a:moveTo>
                    <a:pt x="4814" y="1"/>
                  </a:moveTo>
                  <a:cubicBezTo>
                    <a:pt x="2185" y="1"/>
                    <a:pt x="0" y="2154"/>
                    <a:pt x="0" y="4814"/>
                  </a:cubicBezTo>
                  <a:cubicBezTo>
                    <a:pt x="0" y="7474"/>
                    <a:pt x="2185" y="9628"/>
                    <a:pt x="4814" y="9628"/>
                  </a:cubicBezTo>
                  <a:cubicBezTo>
                    <a:pt x="7474" y="9628"/>
                    <a:pt x="9627" y="7474"/>
                    <a:pt x="9627" y="4814"/>
                  </a:cubicBezTo>
                  <a:cubicBezTo>
                    <a:pt x="9627" y="2154"/>
                    <a:pt x="7474" y="1"/>
                    <a:pt x="481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54" name="Google Shape;154;p13"/>
            <p:cNvSpPr/>
            <p:nvPr/>
          </p:nvSpPr>
          <p:spPr>
            <a:xfrm>
              <a:off x="4135000" y="1664750"/>
              <a:ext cx="438625" cy="438625"/>
            </a:xfrm>
            <a:custGeom>
              <a:avLst/>
              <a:gdLst/>
              <a:ahLst/>
              <a:cxnLst/>
              <a:rect l="l" t="t" r="r" b="b"/>
              <a:pathLst>
                <a:path w="17545" h="17545" extrusionOk="0">
                  <a:moveTo>
                    <a:pt x="8772" y="1362"/>
                  </a:moveTo>
                  <a:cubicBezTo>
                    <a:pt x="12858" y="1362"/>
                    <a:pt x="16183" y="4687"/>
                    <a:pt x="16183" y="8773"/>
                  </a:cubicBezTo>
                  <a:cubicBezTo>
                    <a:pt x="16183" y="12858"/>
                    <a:pt x="12858" y="16183"/>
                    <a:pt x="8772" y="16183"/>
                  </a:cubicBezTo>
                  <a:cubicBezTo>
                    <a:pt x="4687" y="16183"/>
                    <a:pt x="1362" y="12858"/>
                    <a:pt x="1362" y="8773"/>
                  </a:cubicBezTo>
                  <a:cubicBezTo>
                    <a:pt x="1362" y="4687"/>
                    <a:pt x="4687" y="1362"/>
                    <a:pt x="8772" y="1362"/>
                  </a:cubicBezTo>
                  <a:close/>
                  <a:moveTo>
                    <a:pt x="8772" y="0"/>
                  </a:moveTo>
                  <a:cubicBezTo>
                    <a:pt x="3959" y="0"/>
                    <a:pt x="0" y="3927"/>
                    <a:pt x="0" y="8773"/>
                  </a:cubicBezTo>
                  <a:cubicBezTo>
                    <a:pt x="0" y="13618"/>
                    <a:pt x="3959" y="17545"/>
                    <a:pt x="8772" y="17545"/>
                  </a:cubicBezTo>
                  <a:cubicBezTo>
                    <a:pt x="13618" y="17545"/>
                    <a:pt x="17545" y="13586"/>
                    <a:pt x="17545" y="8773"/>
                  </a:cubicBezTo>
                  <a:cubicBezTo>
                    <a:pt x="17545" y="3927"/>
                    <a:pt x="13618" y="0"/>
                    <a:pt x="877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55" name="Google Shape;155;p13"/>
            <p:cNvSpPr/>
            <p:nvPr/>
          </p:nvSpPr>
          <p:spPr>
            <a:xfrm>
              <a:off x="3285475" y="2764450"/>
              <a:ext cx="172625" cy="172625"/>
            </a:xfrm>
            <a:custGeom>
              <a:avLst/>
              <a:gdLst/>
              <a:ahLst/>
              <a:cxnLst/>
              <a:rect l="l" t="t" r="r" b="b"/>
              <a:pathLst>
                <a:path w="6905" h="6905" extrusionOk="0">
                  <a:moveTo>
                    <a:pt x="3452" y="1014"/>
                  </a:moveTo>
                  <a:cubicBezTo>
                    <a:pt x="4814" y="1014"/>
                    <a:pt x="5891" y="2091"/>
                    <a:pt x="5891" y="3452"/>
                  </a:cubicBezTo>
                  <a:cubicBezTo>
                    <a:pt x="5891" y="4782"/>
                    <a:pt x="4782" y="5891"/>
                    <a:pt x="3452" y="5891"/>
                  </a:cubicBezTo>
                  <a:cubicBezTo>
                    <a:pt x="2090" y="5891"/>
                    <a:pt x="1014" y="4782"/>
                    <a:pt x="1014" y="3452"/>
                  </a:cubicBezTo>
                  <a:cubicBezTo>
                    <a:pt x="1014" y="2091"/>
                    <a:pt x="2122" y="1014"/>
                    <a:pt x="3452" y="1014"/>
                  </a:cubicBezTo>
                  <a:close/>
                  <a:moveTo>
                    <a:pt x="3452" y="0"/>
                  </a:moveTo>
                  <a:cubicBezTo>
                    <a:pt x="1552" y="0"/>
                    <a:pt x="0" y="1552"/>
                    <a:pt x="0" y="3452"/>
                  </a:cubicBezTo>
                  <a:cubicBezTo>
                    <a:pt x="0" y="5352"/>
                    <a:pt x="1552" y="6904"/>
                    <a:pt x="3452" y="6904"/>
                  </a:cubicBezTo>
                  <a:cubicBezTo>
                    <a:pt x="5352" y="6904"/>
                    <a:pt x="6904" y="5352"/>
                    <a:pt x="6904" y="3452"/>
                  </a:cubicBezTo>
                  <a:cubicBezTo>
                    <a:pt x="6904" y="1552"/>
                    <a:pt x="5352" y="0"/>
                    <a:pt x="345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56" name="Google Shape;156;p13"/>
            <p:cNvSpPr/>
            <p:nvPr/>
          </p:nvSpPr>
          <p:spPr>
            <a:xfrm>
              <a:off x="5016975" y="1886425"/>
              <a:ext cx="254950" cy="254950"/>
            </a:xfrm>
            <a:custGeom>
              <a:avLst/>
              <a:gdLst/>
              <a:ahLst/>
              <a:cxnLst/>
              <a:rect l="l" t="t" r="r" b="b"/>
              <a:pathLst>
                <a:path w="10198" h="10198" extrusionOk="0">
                  <a:moveTo>
                    <a:pt x="5099" y="982"/>
                  </a:moveTo>
                  <a:cubicBezTo>
                    <a:pt x="7348" y="982"/>
                    <a:pt x="9185" y="2819"/>
                    <a:pt x="9185" y="5099"/>
                  </a:cubicBezTo>
                  <a:cubicBezTo>
                    <a:pt x="9185" y="7348"/>
                    <a:pt x="7348" y="9185"/>
                    <a:pt x="5099" y="9185"/>
                  </a:cubicBezTo>
                  <a:cubicBezTo>
                    <a:pt x="2851" y="9185"/>
                    <a:pt x="1014" y="7348"/>
                    <a:pt x="1014" y="5099"/>
                  </a:cubicBezTo>
                  <a:cubicBezTo>
                    <a:pt x="1014" y="2819"/>
                    <a:pt x="2851" y="982"/>
                    <a:pt x="5099" y="982"/>
                  </a:cubicBezTo>
                  <a:close/>
                  <a:moveTo>
                    <a:pt x="5099" y="1"/>
                  </a:moveTo>
                  <a:cubicBezTo>
                    <a:pt x="2281" y="1"/>
                    <a:pt x="1" y="2281"/>
                    <a:pt x="1" y="5099"/>
                  </a:cubicBezTo>
                  <a:cubicBezTo>
                    <a:pt x="1" y="7886"/>
                    <a:pt x="2281" y="10198"/>
                    <a:pt x="5099" y="10198"/>
                  </a:cubicBezTo>
                  <a:cubicBezTo>
                    <a:pt x="7918" y="10198"/>
                    <a:pt x="10198" y="7886"/>
                    <a:pt x="10198" y="5099"/>
                  </a:cubicBezTo>
                  <a:cubicBezTo>
                    <a:pt x="10198" y="2281"/>
                    <a:pt x="7918" y="1"/>
                    <a:pt x="509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57" name="Google Shape;157;p13"/>
            <p:cNvSpPr/>
            <p:nvPr/>
          </p:nvSpPr>
          <p:spPr>
            <a:xfrm>
              <a:off x="6183975" y="1449400"/>
              <a:ext cx="254975" cy="254950"/>
            </a:xfrm>
            <a:custGeom>
              <a:avLst/>
              <a:gdLst/>
              <a:ahLst/>
              <a:cxnLst/>
              <a:rect l="l" t="t" r="r" b="b"/>
              <a:pathLst>
                <a:path w="10199" h="10198" extrusionOk="0">
                  <a:moveTo>
                    <a:pt x="5099" y="1014"/>
                  </a:moveTo>
                  <a:cubicBezTo>
                    <a:pt x="7348" y="1014"/>
                    <a:pt x="9185" y="2851"/>
                    <a:pt x="9185" y="5099"/>
                  </a:cubicBezTo>
                  <a:cubicBezTo>
                    <a:pt x="9185" y="7379"/>
                    <a:pt x="7348" y="9216"/>
                    <a:pt x="5099" y="9216"/>
                  </a:cubicBezTo>
                  <a:cubicBezTo>
                    <a:pt x="2819" y="9216"/>
                    <a:pt x="982" y="7379"/>
                    <a:pt x="982" y="5099"/>
                  </a:cubicBezTo>
                  <a:cubicBezTo>
                    <a:pt x="982" y="2851"/>
                    <a:pt x="2819" y="1014"/>
                    <a:pt x="5099" y="1014"/>
                  </a:cubicBezTo>
                  <a:close/>
                  <a:moveTo>
                    <a:pt x="5099" y="0"/>
                  </a:moveTo>
                  <a:cubicBezTo>
                    <a:pt x="2281" y="0"/>
                    <a:pt x="1" y="2312"/>
                    <a:pt x="1" y="5099"/>
                  </a:cubicBezTo>
                  <a:cubicBezTo>
                    <a:pt x="1" y="7918"/>
                    <a:pt x="2281" y="10198"/>
                    <a:pt x="5099" y="10198"/>
                  </a:cubicBezTo>
                  <a:cubicBezTo>
                    <a:pt x="7886" y="10198"/>
                    <a:pt x="10198" y="7918"/>
                    <a:pt x="10198" y="5099"/>
                  </a:cubicBezTo>
                  <a:cubicBezTo>
                    <a:pt x="10198" y="2312"/>
                    <a:pt x="7886" y="0"/>
                    <a:pt x="509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58" name="Google Shape;158;p13"/>
            <p:cNvSpPr/>
            <p:nvPr/>
          </p:nvSpPr>
          <p:spPr>
            <a:xfrm>
              <a:off x="6605975" y="3315475"/>
              <a:ext cx="394300" cy="394325"/>
            </a:xfrm>
            <a:custGeom>
              <a:avLst/>
              <a:gdLst/>
              <a:ahLst/>
              <a:cxnLst/>
              <a:rect l="l" t="t" r="r" b="b"/>
              <a:pathLst>
                <a:path w="15772" h="15773" extrusionOk="0">
                  <a:moveTo>
                    <a:pt x="7886" y="1014"/>
                  </a:moveTo>
                  <a:cubicBezTo>
                    <a:pt x="11686" y="1014"/>
                    <a:pt x="14790" y="4118"/>
                    <a:pt x="14790" y="7887"/>
                  </a:cubicBezTo>
                  <a:cubicBezTo>
                    <a:pt x="14790" y="11687"/>
                    <a:pt x="11686" y="14790"/>
                    <a:pt x="7886" y="14790"/>
                  </a:cubicBezTo>
                  <a:cubicBezTo>
                    <a:pt x="4086" y="14790"/>
                    <a:pt x="1014" y="11687"/>
                    <a:pt x="1014" y="7887"/>
                  </a:cubicBezTo>
                  <a:cubicBezTo>
                    <a:pt x="1014" y="4118"/>
                    <a:pt x="4086" y="1014"/>
                    <a:pt x="7886" y="1014"/>
                  </a:cubicBezTo>
                  <a:close/>
                  <a:moveTo>
                    <a:pt x="7886" y="1"/>
                  </a:moveTo>
                  <a:cubicBezTo>
                    <a:pt x="3547" y="1"/>
                    <a:pt x="0" y="3548"/>
                    <a:pt x="0" y="7887"/>
                  </a:cubicBezTo>
                  <a:cubicBezTo>
                    <a:pt x="0" y="12257"/>
                    <a:pt x="3547" y="15772"/>
                    <a:pt x="7886" y="15772"/>
                  </a:cubicBezTo>
                  <a:cubicBezTo>
                    <a:pt x="12256" y="15772"/>
                    <a:pt x="15772" y="12257"/>
                    <a:pt x="15772" y="7887"/>
                  </a:cubicBezTo>
                  <a:cubicBezTo>
                    <a:pt x="15772" y="3548"/>
                    <a:pt x="12225" y="1"/>
                    <a:pt x="788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59" name="Google Shape;159;p13"/>
            <p:cNvSpPr/>
            <p:nvPr/>
          </p:nvSpPr>
          <p:spPr>
            <a:xfrm>
              <a:off x="6647150" y="2157200"/>
              <a:ext cx="178150" cy="178150"/>
            </a:xfrm>
            <a:custGeom>
              <a:avLst/>
              <a:gdLst/>
              <a:ahLst/>
              <a:cxnLst/>
              <a:rect l="l" t="t" r="r" b="b"/>
              <a:pathLst>
                <a:path w="7126" h="7126" extrusionOk="0">
                  <a:moveTo>
                    <a:pt x="3579" y="1014"/>
                  </a:moveTo>
                  <a:cubicBezTo>
                    <a:pt x="4972" y="1014"/>
                    <a:pt x="6144" y="2154"/>
                    <a:pt x="6144" y="3579"/>
                  </a:cubicBezTo>
                  <a:cubicBezTo>
                    <a:pt x="6144" y="4972"/>
                    <a:pt x="4972" y="6112"/>
                    <a:pt x="3579" y="6112"/>
                  </a:cubicBezTo>
                  <a:cubicBezTo>
                    <a:pt x="2154" y="6112"/>
                    <a:pt x="1014" y="4972"/>
                    <a:pt x="1014" y="3579"/>
                  </a:cubicBezTo>
                  <a:cubicBezTo>
                    <a:pt x="1014" y="2154"/>
                    <a:pt x="2154" y="1014"/>
                    <a:pt x="3579" y="1014"/>
                  </a:cubicBezTo>
                  <a:close/>
                  <a:moveTo>
                    <a:pt x="3579" y="0"/>
                  </a:moveTo>
                  <a:cubicBezTo>
                    <a:pt x="1615" y="0"/>
                    <a:pt x="0" y="1615"/>
                    <a:pt x="0" y="3579"/>
                  </a:cubicBezTo>
                  <a:cubicBezTo>
                    <a:pt x="0" y="5542"/>
                    <a:pt x="1615" y="7126"/>
                    <a:pt x="3579" y="7126"/>
                  </a:cubicBezTo>
                  <a:cubicBezTo>
                    <a:pt x="5542" y="7126"/>
                    <a:pt x="7126" y="5542"/>
                    <a:pt x="7126" y="3579"/>
                  </a:cubicBezTo>
                  <a:cubicBezTo>
                    <a:pt x="7126" y="1615"/>
                    <a:pt x="5542" y="0"/>
                    <a:pt x="357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60" name="Google Shape;160;p13"/>
            <p:cNvSpPr/>
            <p:nvPr/>
          </p:nvSpPr>
          <p:spPr>
            <a:xfrm>
              <a:off x="4713750" y="2228450"/>
              <a:ext cx="91850" cy="91075"/>
            </a:xfrm>
            <a:custGeom>
              <a:avLst/>
              <a:gdLst/>
              <a:ahLst/>
              <a:cxnLst/>
              <a:rect l="l" t="t" r="r" b="b"/>
              <a:pathLst>
                <a:path w="3674" h="3643" extrusionOk="0">
                  <a:moveTo>
                    <a:pt x="1837" y="982"/>
                  </a:moveTo>
                  <a:cubicBezTo>
                    <a:pt x="2280" y="982"/>
                    <a:pt x="2660" y="1362"/>
                    <a:pt x="2660" y="1806"/>
                  </a:cubicBezTo>
                  <a:cubicBezTo>
                    <a:pt x="2660" y="2281"/>
                    <a:pt x="2280" y="2661"/>
                    <a:pt x="1837" y="2661"/>
                  </a:cubicBezTo>
                  <a:cubicBezTo>
                    <a:pt x="1394" y="2661"/>
                    <a:pt x="1014" y="2281"/>
                    <a:pt x="1014" y="1806"/>
                  </a:cubicBezTo>
                  <a:cubicBezTo>
                    <a:pt x="1014" y="1362"/>
                    <a:pt x="1394" y="982"/>
                    <a:pt x="1837" y="982"/>
                  </a:cubicBezTo>
                  <a:close/>
                  <a:moveTo>
                    <a:pt x="1837" y="1"/>
                  </a:moveTo>
                  <a:cubicBezTo>
                    <a:pt x="824" y="1"/>
                    <a:pt x="0" y="824"/>
                    <a:pt x="0" y="1806"/>
                  </a:cubicBezTo>
                  <a:cubicBezTo>
                    <a:pt x="0" y="2819"/>
                    <a:pt x="824" y="3642"/>
                    <a:pt x="1837" y="3642"/>
                  </a:cubicBezTo>
                  <a:cubicBezTo>
                    <a:pt x="2850" y="3642"/>
                    <a:pt x="3674" y="2819"/>
                    <a:pt x="3674" y="1806"/>
                  </a:cubicBezTo>
                  <a:cubicBezTo>
                    <a:pt x="3674" y="824"/>
                    <a:pt x="2850" y="1"/>
                    <a:pt x="183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61" name="Google Shape;161;p13"/>
            <p:cNvSpPr/>
            <p:nvPr/>
          </p:nvSpPr>
          <p:spPr>
            <a:xfrm>
              <a:off x="3606900" y="2093075"/>
              <a:ext cx="152850" cy="153600"/>
            </a:xfrm>
            <a:custGeom>
              <a:avLst/>
              <a:gdLst/>
              <a:ahLst/>
              <a:cxnLst/>
              <a:rect l="l" t="t" r="r" b="b"/>
              <a:pathLst>
                <a:path w="6114" h="6144" extrusionOk="0">
                  <a:moveTo>
                    <a:pt x="3073" y="1014"/>
                  </a:moveTo>
                  <a:cubicBezTo>
                    <a:pt x="4181" y="1014"/>
                    <a:pt x="5131" y="1932"/>
                    <a:pt x="5131" y="3072"/>
                  </a:cubicBezTo>
                  <a:cubicBezTo>
                    <a:pt x="5131" y="4212"/>
                    <a:pt x="4181" y="5131"/>
                    <a:pt x="3073" y="5131"/>
                  </a:cubicBezTo>
                  <a:cubicBezTo>
                    <a:pt x="1933" y="5131"/>
                    <a:pt x="1014" y="4212"/>
                    <a:pt x="1014" y="3072"/>
                  </a:cubicBezTo>
                  <a:cubicBezTo>
                    <a:pt x="1014" y="1932"/>
                    <a:pt x="1933" y="1014"/>
                    <a:pt x="3073" y="1014"/>
                  </a:cubicBezTo>
                  <a:close/>
                  <a:moveTo>
                    <a:pt x="3073" y="0"/>
                  </a:moveTo>
                  <a:cubicBezTo>
                    <a:pt x="1363" y="0"/>
                    <a:pt x="1" y="1394"/>
                    <a:pt x="1" y="3072"/>
                  </a:cubicBezTo>
                  <a:cubicBezTo>
                    <a:pt x="1" y="4751"/>
                    <a:pt x="1363" y="6144"/>
                    <a:pt x="3073" y="6144"/>
                  </a:cubicBezTo>
                  <a:cubicBezTo>
                    <a:pt x="4751" y="6144"/>
                    <a:pt x="6113" y="4751"/>
                    <a:pt x="6113" y="3072"/>
                  </a:cubicBezTo>
                  <a:cubicBezTo>
                    <a:pt x="6113" y="1394"/>
                    <a:pt x="4751" y="0"/>
                    <a:pt x="307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62" name="Google Shape;162;p13"/>
            <p:cNvSpPr/>
            <p:nvPr/>
          </p:nvSpPr>
          <p:spPr>
            <a:xfrm>
              <a:off x="4774700" y="1416150"/>
              <a:ext cx="152825" cy="152825"/>
            </a:xfrm>
            <a:custGeom>
              <a:avLst/>
              <a:gdLst/>
              <a:ahLst/>
              <a:cxnLst/>
              <a:rect l="l" t="t" r="r" b="b"/>
              <a:pathLst>
                <a:path w="6113" h="6113" extrusionOk="0">
                  <a:moveTo>
                    <a:pt x="3041" y="1014"/>
                  </a:moveTo>
                  <a:cubicBezTo>
                    <a:pt x="4181" y="1014"/>
                    <a:pt x="5099" y="1932"/>
                    <a:pt x="5099" y="3072"/>
                  </a:cubicBezTo>
                  <a:cubicBezTo>
                    <a:pt x="5099" y="4212"/>
                    <a:pt x="4181" y="5131"/>
                    <a:pt x="3041" y="5131"/>
                  </a:cubicBezTo>
                  <a:cubicBezTo>
                    <a:pt x="1901" y="5131"/>
                    <a:pt x="983" y="4212"/>
                    <a:pt x="983" y="3072"/>
                  </a:cubicBezTo>
                  <a:cubicBezTo>
                    <a:pt x="983" y="1932"/>
                    <a:pt x="1901" y="1014"/>
                    <a:pt x="3041" y="1014"/>
                  </a:cubicBezTo>
                  <a:close/>
                  <a:moveTo>
                    <a:pt x="3041" y="0"/>
                  </a:moveTo>
                  <a:cubicBezTo>
                    <a:pt x="1363" y="0"/>
                    <a:pt x="1" y="1394"/>
                    <a:pt x="1" y="3072"/>
                  </a:cubicBezTo>
                  <a:cubicBezTo>
                    <a:pt x="1" y="4751"/>
                    <a:pt x="1363" y="6112"/>
                    <a:pt x="3041" y="6112"/>
                  </a:cubicBezTo>
                  <a:cubicBezTo>
                    <a:pt x="4751" y="6112"/>
                    <a:pt x="6113" y="4751"/>
                    <a:pt x="6113" y="3072"/>
                  </a:cubicBezTo>
                  <a:cubicBezTo>
                    <a:pt x="6113" y="1394"/>
                    <a:pt x="4751" y="0"/>
                    <a:pt x="304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  <p:sp>
          <p:nvSpPr>
            <p:cNvPr id="163" name="Google Shape;163;p13"/>
            <p:cNvSpPr/>
            <p:nvPr/>
          </p:nvSpPr>
          <p:spPr>
            <a:xfrm>
              <a:off x="2681375" y="4073950"/>
              <a:ext cx="197975" cy="197175"/>
            </a:xfrm>
            <a:custGeom>
              <a:avLst/>
              <a:gdLst/>
              <a:ahLst/>
              <a:cxnLst/>
              <a:rect l="l" t="t" r="r" b="b"/>
              <a:pathLst>
                <a:path w="7919" h="7887" extrusionOk="0">
                  <a:moveTo>
                    <a:pt x="3959" y="982"/>
                  </a:moveTo>
                  <a:cubicBezTo>
                    <a:pt x="5575" y="982"/>
                    <a:pt x="6905" y="2313"/>
                    <a:pt x="6905" y="3928"/>
                  </a:cubicBezTo>
                  <a:cubicBezTo>
                    <a:pt x="6905" y="5574"/>
                    <a:pt x="5575" y="6873"/>
                    <a:pt x="3959" y="6873"/>
                  </a:cubicBezTo>
                  <a:cubicBezTo>
                    <a:pt x="2344" y="6873"/>
                    <a:pt x="1014" y="5574"/>
                    <a:pt x="1014" y="3928"/>
                  </a:cubicBezTo>
                  <a:cubicBezTo>
                    <a:pt x="1014" y="2313"/>
                    <a:pt x="2344" y="982"/>
                    <a:pt x="3959" y="982"/>
                  </a:cubicBezTo>
                  <a:close/>
                  <a:moveTo>
                    <a:pt x="3959" y="1"/>
                  </a:moveTo>
                  <a:cubicBezTo>
                    <a:pt x="1774" y="1"/>
                    <a:pt x="1" y="1774"/>
                    <a:pt x="1" y="3928"/>
                  </a:cubicBezTo>
                  <a:cubicBezTo>
                    <a:pt x="1" y="6113"/>
                    <a:pt x="1774" y="7886"/>
                    <a:pt x="3959" y="7886"/>
                  </a:cubicBezTo>
                  <a:cubicBezTo>
                    <a:pt x="6145" y="7886"/>
                    <a:pt x="7886" y="6113"/>
                    <a:pt x="7918" y="3928"/>
                  </a:cubicBezTo>
                  <a:cubicBezTo>
                    <a:pt x="7918" y="1774"/>
                    <a:pt x="6145" y="1"/>
                    <a:pt x="395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n-lt"/>
              </a:endParaRPr>
            </a:p>
          </p:txBody>
        </p:sp>
      </p:grpSp>
      <p:sp>
        <p:nvSpPr>
          <p:cNvPr id="164" name="Google Shape;164;p13"/>
          <p:cNvSpPr txBox="1"/>
          <p:nvPr/>
        </p:nvSpPr>
        <p:spPr>
          <a:xfrm>
            <a:off x="260195" y="372991"/>
            <a:ext cx="8512098" cy="682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3200" b="1" dirty="0">
                <a:latin typeface="+mn-lt"/>
              </a:rPr>
              <a:t>Apple Stock price Prediction</a:t>
            </a:r>
            <a:endParaRPr sz="3200" dirty="0">
              <a:solidFill>
                <a:srgbClr val="00002A"/>
              </a:solidFill>
              <a:highlight>
                <a:srgbClr val="FFFFFF"/>
              </a:highlight>
              <a:latin typeface="+mn-lt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65" name="Google Shape;165;p13"/>
          <p:cNvSpPr txBox="1"/>
          <p:nvPr/>
        </p:nvSpPr>
        <p:spPr>
          <a:xfrm>
            <a:off x="293271" y="3122600"/>
            <a:ext cx="3459729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+mn-lt"/>
              <a:ea typeface="Roboto"/>
              <a:cs typeface="Roboto"/>
              <a:sym typeface="Roboto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25474F-C6CE-4CF1-B700-392EB8F1DAC0}"/>
              </a:ext>
            </a:extLst>
          </p:cNvPr>
          <p:cNvSpPr txBox="1"/>
          <p:nvPr/>
        </p:nvSpPr>
        <p:spPr>
          <a:xfrm>
            <a:off x="84066" y="2681623"/>
            <a:ext cx="34597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/>
              <a:t>Under the guidance of Geethika mam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F2198B-2AEF-BCD2-1679-4C019471DFB8}"/>
              </a:ext>
            </a:extLst>
          </p:cNvPr>
          <p:cNvSpPr txBox="1"/>
          <p:nvPr/>
        </p:nvSpPr>
        <p:spPr>
          <a:xfrm>
            <a:off x="1813931" y="3389000"/>
            <a:ext cx="2416098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Submitted by</a:t>
            </a:r>
          </a:p>
          <a:p>
            <a:r>
              <a:rPr lang="en-IN" sz="1100" dirty="0"/>
              <a:t> Siddhika</a:t>
            </a:r>
            <a:br>
              <a:rPr lang="en-IN" sz="1100" dirty="0"/>
            </a:br>
            <a:r>
              <a:rPr lang="en-IN" sz="1100" dirty="0"/>
              <a:t> </a:t>
            </a:r>
            <a:r>
              <a:rPr lang="en-IN" sz="1100" dirty="0" err="1"/>
              <a:t>S.Tharun</a:t>
            </a:r>
            <a:r>
              <a:rPr lang="en-IN" sz="1100" dirty="0"/>
              <a:t> Kumar</a:t>
            </a:r>
            <a:br>
              <a:rPr lang="en-IN" sz="1100" dirty="0"/>
            </a:br>
            <a:r>
              <a:rPr lang="en-IN" sz="1100" dirty="0"/>
              <a:t> G. Harshith Kumar</a:t>
            </a:r>
          </a:p>
          <a:p>
            <a:r>
              <a:rPr lang="en-IN" sz="1100" dirty="0"/>
              <a:t> Vishram Dalvi</a:t>
            </a:r>
          </a:p>
          <a:p>
            <a:r>
              <a:rPr lang="en-IN" sz="1100" dirty="0"/>
              <a:t> T Nagavardhana Reddy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02D63B-1B85-584D-AF07-BAB5C960C6DF}"/>
              </a:ext>
            </a:extLst>
          </p:cNvPr>
          <p:cNvSpPr/>
          <p:nvPr/>
        </p:nvSpPr>
        <p:spPr>
          <a:xfrm>
            <a:off x="1474433" y="1413972"/>
            <a:ext cx="2416098" cy="46835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GROUP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5AC95-50A0-94A3-5528-02198AECE3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288" y="89210"/>
            <a:ext cx="8520600" cy="676507"/>
          </a:xfrm>
          <a:ln>
            <a:noFill/>
          </a:ln>
        </p:spPr>
        <p:txBody>
          <a:bodyPr/>
          <a:lstStyle/>
          <a:p>
            <a:pPr algn="l"/>
            <a:r>
              <a:rPr lang="en-IN" sz="4000" b="1" dirty="0">
                <a:latin typeface="+mn-lt"/>
              </a:rPr>
              <a:t>Objective</a:t>
            </a:r>
            <a:endParaRPr lang="en-IN" sz="4000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8D116C-8CFE-1CA4-AF04-1CD08FBC96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287" y="959004"/>
            <a:ext cx="8816897" cy="3932663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sz="2000" dirty="0">
                <a:latin typeface="+mn-lt"/>
              </a:rPr>
              <a:t>This project focuses on forecasting Apple stock prices using advanced Time Series Forecasting and Machine Learning techniques.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000" dirty="0">
                <a:latin typeface="+mn-lt"/>
              </a:rPr>
              <a:t>Historical stock market data was analyze to identify trends, seasonality, and market behaviour patterns.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000" dirty="0">
                <a:latin typeface="+mn-lt"/>
              </a:rPr>
              <a:t>Multiple forecasting models, including ARIMA, SARIMA, and </a:t>
            </a:r>
            <a:r>
              <a:rPr lang="en-IN" sz="2000" dirty="0" err="1">
                <a:latin typeface="+mn-lt"/>
              </a:rPr>
              <a:t>XGBoost</a:t>
            </a:r>
            <a:r>
              <a:rPr lang="en-IN" sz="2000" dirty="0">
                <a:latin typeface="+mn-lt"/>
              </a:rPr>
              <a:t>, were developed and evaluated using RMSE and MAE metrics.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000" dirty="0">
                <a:latin typeface="+mn-lt"/>
              </a:rPr>
              <a:t>The objective was to identify the most accurate model for predicting future stock prices and generate actionable insights for investment decision-making.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000" dirty="0">
                <a:latin typeface="+mn-lt"/>
              </a:rPr>
              <a:t> Among all models, SARIMA achieved the highest forecasting accuracy and was selected as the final prediction model.</a:t>
            </a:r>
          </a:p>
          <a:p>
            <a:pPr algn="l"/>
            <a:endParaRPr lang="en-IN" sz="16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7332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"/>
          <p:cNvSpPr txBox="1"/>
          <p:nvPr/>
        </p:nvSpPr>
        <p:spPr>
          <a:xfrm>
            <a:off x="746523" y="1283710"/>
            <a:ext cx="16368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1" name="Google Shape;171;p14"/>
          <p:cNvSpPr txBox="1"/>
          <p:nvPr/>
        </p:nvSpPr>
        <p:spPr>
          <a:xfrm>
            <a:off x="1177985" y="1263348"/>
            <a:ext cx="16368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2" name="Google Shape;172;p14"/>
          <p:cNvSpPr txBox="1"/>
          <p:nvPr/>
        </p:nvSpPr>
        <p:spPr>
          <a:xfrm>
            <a:off x="1135675" y="2455737"/>
            <a:ext cx="16368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3" name="Google Shape;173;p14"/>
          <p:cNvSpPr txBox="1"/>
          <p:nvPr/>
        </p:nvSpPr>
        <p:spPr>
          <a:xfrm>
            <a:off x="1135675" y="2672088"/>
            <a:ext cx="16368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5" name="Google Shape;175;p14"/>
          <p:cNvSpPr txBox="1"/>
          <p:nvPr/>
        </p:nvSpPr>
        <p:spPr>
          <a:xfrm>
            <a:off x="1135682" y="3837950"/>
            <a:ext cx="16368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6" name="Google Shape;176;p14"/>
          <p:cNvSpPr txBox="1"/>
          <p:nvPr/>
        </p:nvSpPr>
        <p:spPr>
          <a:xfrm>
            <a:off x="247015" y="128467"/>
            <a:ext cx="8649970" cy="379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3600" b="1" dirty="0">
                <a:latin typeface="+mn-lt"/>
              </a:rPr>
              <a:t>Dataset Details</a:t>
            </a:r>
            <a:endParaRPr sz="6000" b="1" dirty="0">
              <a:latin typeface="+mn-lt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7" name="Google Shape;177;p14"/>
          <p:cNvSpPr txBox="1"/>
          <p:nvPr/>
        </p:nvSpPr>
        <p:spPr>
          <a:xfrm>
            <a:off x="6371500" y="1289975"/>
            <a:ext cx="16368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8" name="Google Shape;178;p14"/>
          <p:cNvSpPr txBox="1"/>
          <p:nvPr/>
        </p:nvSpPr>
        <p:spPr>
          <a:xfrm>
            <a:off x="6499770" y="1864181"/>
            <a:ext cx="16368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0" name="Google Shape;180;p14"/>
          <p:cNvSpPr txBox="1"/>
          <p:nvPr/>
        </p:nvSpPr>
        <p:spPr>
          <a:xfrm>
            <a:off x="6371500" y="2672088"/>
            <a:ext cx="16368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1" name="Google Shape;181;p14"/>
          <p:cNvSpPr txBox="1"/>
          <p:nvPr/>
        </p:nvSpPr>
        <p:spPr>
          <a:xfrm>
            <a:off x="6371500" y="3621600"/>
            <a:ext cx="16368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82" name="Google Shape;182;p14"/>
          <p:cNvSpPr txBox="1"/>
          <p:nvPr/>
        </p:nvSpPr>
        <p:spPr>
          <a:xfrm>
            <a:off x="6371507" y="3837975"/>
            <a:ext cx="16368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Fira Sans"/>
              <a:ea typeface="Fira Sans"/>
              <a:cs typeface="Fira Sans"/>
              <a:sym typeface="Fira San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493DAA4-6862-A85D-7FC0-C4249AEF0C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5712338"/>
              </p:ext>
            </p:extLst>
          </p:nvPr>
        </p:nvGraphicFramePr>
        <p:xfrm>
          <a:off x="311150" y="1582810"/>
          <a:ext cx="6060350" cy="1584960"/>
        </p:xfrm>
        <a:graphic>
          <a:graphicData uri="http://schemas.openxmlformats.org/drawingml/2006/table">
            <a:tbl>
              <a:tblPr/>
              <a:tblGrid>
                <a:gridCol w="3030175">
                  <a:extLst>
                    <a:ext uri="{9D8B030D-6E8A-4147-A177-3AD203B41FA5}">
                      <a16:colId xmlns:a16="http://schemas.microsoft.com/office/drawing/2014/main" val="2952256524"/>
                    </a:ext>
                  </a:extLst>
                </a:gridCol>
                <a:gridCol w="3030175">
                  <a:extLst>
                    <a:ext uri="{9D8B030D-6E8A-4147-A177-3AD203B41FA5}">
                      <a16:colId xmlns:a16="http://schemas.microsoft.com/office/drawing/2014/main" val="700027468"/>
                    </a:ext>
                  </a:extLst>
                </a:gridCol>
              </a:tblGrid>
              <a:tr h="1388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>
                          <a:effectLst/>
                        </a:rPr>
                        <a:t>FeatureDescription</a:t>
                      </a:r>
                      <a:endParaRPr lang="en-IN"/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78592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>
                          <a:effectLst/>
                        </a:rPr>
                        <a:t>Date</a:t>
                      </a:r>
                      <a:endParaRPr lang="en-IN"/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>
                          <a:effectLst/>
                        </a:rPr>
                        <a:t>Trading Date</a:t>
                      </a:r>
                      <a:endParaRPr lang="en-IN"/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0462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>
                          <a:effectLst/>
                        </a:rPr>
                        <a:t>Open</a:t>
                      </a:r>
                      <a:endParaRPr lang="en-IN"/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>
                          <a:effectLst/>
                        </a:rPr>
                        <a:t>Opening Stock Price</a:t>
                      </a:r>
                      <a:endParaRPr lang="en-IN" dirty="0"/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5376549"/>
                  </a:ext>
                </a:extLst>
              </a:tr>
              <a:tr h="1527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>
                          <a:effectLst/>
                        </a:rPr>
                        <a:t>High</a:t>
                      </a:r>
                      <a:endParaRPr lang="en-IN"/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>
                          <a:effectLst/>
                        </a:rPr>
                        <a:t>Highest Price of the Day</a:t>
                      </a:r>
                      <a:endParaRPr lang="en-IN" dirty="0"/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3075476"/>
                  </a:ext>
                </a:extLst>
              </a:tr>
              <a:tr h="1527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>
                          <a:effectLst/>
                        </a:rPr>
                        <a:t>Low</a:t>
                      </a:r>
                      <a:endParaRPr lang="en-IN"/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>
                          <a:effectLst/>
                        </a:rPr>
                        <a:t>Lowest Price of the Day</a:t>
                      </a:r>
                      <a:endParaRPr lang="en-IN"/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66594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>
                          <a:effectLst/>
                        </a:rPr>
                        <a:t>Close</a:t>
                      </a:r>
                      <a:endParaRPr lang="en-IN" dirty="0"/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>
                          <a:effectLst/>
                        </a:rPr>
                        <a:t>Closing Stock Price</a:t>
                      </a:r>
                      <a:endParaRPr lang="en-IN"/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9511161"/>
                  </a:ext>
                </a:extLst>
              </a:tr>
              <a:tr h="1527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>
                          <a:effectLst/>
                        </a:rPr>
                        <a:t>Volume</a:t>
                      </a:r>
                      <a:endParaRPr lang="en-IN"/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>
                          <a:effectLst/>
                        </a:rPr>
                        <a:t>Number of Shares Traded</a:t>
                      </a:r>
                      <a:endParaRPr lang="en-IN" dirty="0"/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9028763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32B16E9F-2CA8-548F-348C-D0D1878B88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450459"/>
            <a:ext cx="864997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 Name: 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Apple Historical Stock Price Dataset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Objective: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Analyze historical stock market data and forecast future Apple stock prices using Time Series and Machine Learning models.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 Characteristics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 Records: </a:t>
            </a: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12,066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 Type: Historical Time Series Data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Forecast Horizon: </a:t>
            </a: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30 Days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Features Used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 Value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 stock price trends and volatility.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 historical market patterns.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 predictive models for future stock price forecasting.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Google Shape;1639;p20"/>
          <p:cNvSpPr/>
          <p:nvPr/>
        </p:nvSpPr>
        <p:spPr>
          <a:xfrm>
            <a:off x="350905" y="1000657"/>
            <a:ext cx="2088995" cy="1444365"/>
          </a:xfrm>
          <a:custGeom>
            <a:avLst/>
            <a:gdLst/>
            <a:ahLst/>
            <a:cxnLst/>
            <a:rect l="l" t="t" r="r" b="b"/>
            <a:pathLst>
              <a:path w="52888" h="59032" fill="none" extrusionOk="0">
                <a:moveTo>
                  <a:pt x="50259" y="59032"/>
                </a:moveTo>
                <a:lnTo>
                  <a:pt x="2629" y="59032"/>
                </a:lnTo>
                <a:cubicBezTo>
                  <a:pt x="1172" y="59032"/>
                  <a:pt x="0" y="57860"/>
                  <a:pt x="0" y="56403"/>
                </a:cubicBezTo>
                <a:lnTo>
                  <a:pt x="0" y="2629"/>
                </a:lnTo>
                <a:cubicBezTo>
                  <a:pt x="0" y="1173"/>
                  <a:pt x="1172" y="1"/>
                  <a:pt x="2629" y="1"/>
                </a:cubicBezTo>
                <a:lnTo>
                  <a:pt x="50259" y="1"/>
                </a:lnTo>
                <a:cubicBezTo>
                  <a:pt x="51716" y="1"/>
                  <a:pt x="52888" y="1173"/>
                  <a:pt x="52888" y="2629"/>
                </a:cubicBezTo>
                <a:lnTo>
                  <a:pt x="52888" y="56403"/>
                </a:lnTo>
                <a:cubicBezTo>
                  <a:pt x="52888" y="57860"/>
                  <a:pt x="51716" y="59032"/>
                  <a:pt x="50259" y="59032"/>
                </a:cubicBezTo>
                <a:close/>
              </a:path>
            </a:pathLst>
          </a:custGeom>
          <a:noFill/>
          <a:ln w="10300" cap="flat" cmpd="sng">
            <a:solidFill>
              <a:srgbClr val="F2A365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0" name="Google Shape;1640;p20"/>
          <p:cNvSpPr/>
          <p:nvPr/>
        </p:nvSpPr>
        <p:spPr>
          <a:xfrm>
            <a:off x="2700049" y="1015260"/>
            <a:ext cx="2033910" cy="1444365"/>
          </a:xfrm>
          <a:custGeom>
            <a:avLst/>
            <a:gdLst/>
            <a:ahLst/>
            <a:cxnLst/>
            <a:rect l="l" t="t" r="r" b="b"/>
            <a:pathLst>
              <a:path w="52889" h="59032" fill="none" extrusionOk="0">
                <a:moveTo>
                  <a:pt x="50260" y="59032"/>
                </a:moveTo>
                <a:lnTo>
                  <a:pt x="2629" y="59032"/>
                </a:lnTo>
                <a:cubicBezTo>
                  <a:pt x="1173" y="59032"/>
                  <a:pt x="1" y="57860"/>
                  <a:pt x="1" y="56403"/>
                </a:cubicBezTo>
                <a:lnTo>
                  <a:pt x="1" y="2629"/>
                </a:lnTo>
                <a:cubicBezTo>
                  <a:pt x="1" y="1173"/>
                  <a:pt x="1173" y="1"/>
                  <a:pt x="2629" y="1"/>
                </a:cubicBezTo>
                <a:lnTo>
                  <a:pt x="50260" y="1"/>
                </a:lnTo>
                <a:cubicBezTo>
                  <a:pt x="51685" y="1"/>
                  <a:pt x="52888" y="1173"/>
                  <a:pt x="52888" y="2629"/>
                </a:cubicBezTo>
                <a:lnTo>
                  <a:pt x="52888" y="56403"/>
                </a:lnTo>
                <a:cubicBezTo>
                  <a:pt x="52857" y="57860"/>
                  <a:pt x="51685" y="59032"/>
                  <a:pt x="50260" y="59032"/>
                </a:cubicBezTo>
                <a:close/>
              </a:path>
            </a:pathLst>
          </a:custGeom>
          <a:noFill/>
          <a:ln w="10300" cap="flat" cmpd="sng">
            <a:solidFill>
              <a:srgbClr val="222831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1" name="Google Shape;1641;p20"/>
          <p:cNvSpPr/>
          <p:nvPr/>
        </p:nvSpPr>
        <p:spPr>
          <a:xfrm>
            <a:off x="4974691" y="1031902"/>
            <a:ext cx="2816294" cy="1444365"/>
          </a:xfrm>
          <a:custGeom>
            <a:avLst/>
            <a:gdLst/>
            <a:ahLst/>
            <a:cxnLst/>
            <a:rect l="l" t="t" r="r" b="b"/>
            <a:pathLst>
              <a:path w="52889" h="59032" fill="none" extrusionOk="0">
                <a:moveTo>
                  <a:pt x="50260" y="59032"/>
                </a:moveTo>
                <a:lnTo>
                  <a:pt x="2629" y="59032"/>
                </a:lnTo>
                <a:cubicBezTo>
                  <a:pt x="1172" y="59032"/>
                  <a:pt x="1" y="57860"/>
                  <a:pt x="1" y="56403"/>
                </a:cubicBezTo>
                <a:lnTo>
                  <a:pt x="1" y="2629"/>
                </a:lnTo>
                <a:cubicBezTo>
                  <a:pt x="1" y="1173"/>
                  <a:pt x="1172" y="1"/>
                  <a:pt x="2629" y="1"/>
                </a:cubicBezTo>
                <a:lnTo>
                  <a:pt x="50260" y="1"/>
                </a:lnTo>
                <a:cubicBezTo>
                  <a:pt x="51716" y="1"/>
                  <a:pt x="52888" y="1173"/>
                  <a:pt x="52888" y="2629"/>
                </a:cubicBezTo>
                <a:lnTo>
                  <a:pt x="52888" y="56403"/>
                </a:lnTo>
                <a:cubicBezTo>
                  <a:pt x="52888" y="57860"/>
                  <a:pt x="51716" y="59032"/>
                  <a:pt x="50260" y="59032"/>
                </a:cubicBezTo>
                <a:close/>
              </a:path>
            </a:pathLst>
          </a:custGeom>
          <a:noFill/>
          <a:ln w="10300" cap="flat" cmpd="sng">
            <a:solidFill>
              <a:srgbClr val="C4C4C4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2" name="Google Shape;1642;p20"/>
          <p:cNvSpPr/>
          <p:nvPr/>
        </p:nvSpPr>
        <p:spPr>
          <a:xfrm>
            <a:off x="2022088" y="2618272"/>
            <a:ext cx="2972020" cy="1444365"/>
          </a:xfrm>
          <a:custGeom>
            <a:avLst/>
            <a:gdLst/>
            <a:ahLst/>
            <a:cxnLst/>
            <a:rect l="l" t="t" r="r" b="b"/>
            <a:pathLst>
              <a:path w="52888" h="59032" fill="none" extrusionOk="0">
                <a:moveTo>
                  <a:pt x="50259" y="59032"/>
                </a:moveTo>
                <a:lnTo>
                  <a:pt x="2629" y="59032"/>
                </a:lnTo>
                <a:cubicBezTo>
                  <a:pt x="1172" y="59032"/>
                  <a:pt x="0" y="57860"/>
                  <a:pt x="0" y="56403"/>
                </a:cubicBezTo>
                <a:lnTo>
                  <a:pt x="0" y="2629"/>
                </a:lnTo>
                <a:cubicBezTo>
                  <a:pt x="0" y="1173"/>
                  <a:pt x="1172" y="1"/>
                  <a:pt x="2629" y="1"/>
                </a:cubicBezTo>
                <a:lnTo>
                  <a:pt x="50259" y="1"/>
                </a:lnTo>
                <a:cubicBezTo>
                  <a:pt x="51684" y="1"/>
                  <a:pt x="52888" y="1173"/>
                  <a:pt x="52888" y="2629"/>
                </a:cubicBezTo>
                <a:lnTo>
                  <a:pt x="52888" y="56403"/>
                </a:lnTo>
                <a:cubicBezTo>
                  <a:pt x="52888" y="57860"/>
                  <a:pt x="51716" y="59032"/>
                  <a:pt x="50259" y="59032"/>
                </a:cubicBezTo>
                <a:close/>
              </a:path>
            </a:pathLst>
          </a:custGeom>
          <a:noFill/>
          <a:ln w="10300" cap="flat" cmpd="sng">
            <a:solidFill>
              <a:srgbClr val="30475E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8" name="Google Shape;1678;p20"/>
          <p:cNvSpPr txBox="1"/>
          <p:nvPr/>
        </p:nvSpPr>
        <p:spPr>
          <a:xfrm>
            <a:off x="921000" y="2807701"/>
            <a:ext cx="15189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FFA66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79" name="Google Shape;1679;p20"/>
          <p:cNvSpPr txBox="1"/>
          <p:nvPr/>
        </p:nvSpPr>
        <p:spPr>
          <a:xfrm>
            <a:off x="350905" y="1086786"/>
            <a:ext cx="1877218" cy="1285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1200" dirty="0"/>
              <a:t>📥 </a:t>
            </a:r>
            <a:r>
              <a:rPr lang="en-IN" sz="1200" b="1" dirty="0"/>
              <a:t>Raw Data</a:t>
            </a:r>
            <a:endParaRPr lang="en-IN" sz="1200" dirty="0"/>
          </a:p>
          <a:p>
            <a:r>
              <a:rPr lang="en-IN" sz="1200" dirty="0"/>
              <a:t> ⬇ Collected raw data from Apple Stock price</a:t>
            </a:r>
          </a:p>
          <a:p>
            <a:r>
              <a:rPr lang="en-IN" sz="1200" dirty="0"/>
              <a:t> ⬇ Data in tabular format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81" name="Google Shape;1681;p20"/>
          <p:cNvSpPr txBox="1"/>
          <p:nvPr/>
        </p:nvSpPr>
        <p:spPr>
          <a:xfrm>
            <a:off x="2740313" y="1091814"/>
            <a:ext cx="1974231" cy="1384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1200" dirty="0"/>
              <a:t>🧹 </a:t>
            </a:r>
            <a:r>
              <a:rPr lang="en-IN" sz="1200" b="1" dirty="0"/>
              <a:t>Data Cleaning</a:t>
            </a:r>
            <a:endParaRPr lang="en-IN" sz="1200" dirty="0"/>
          </a:p>
          <a:p>
            <a:r>
              <a:rPr lang="en-IN" sz="1200" dirty="0"/>
              <a:t> ⬇ Removed or imputed missing data</a:t>
            </a:r>
          </a:p>
          <a:p>
            <a:r>
              <a:rPr lang="en-IN" sz="1200" dirty="0"/>
              <a:t> ⬇ Ensure data completeness</a:t>
            </a:r>
          </a:p>
        </p:txBody>
      </p:sp>
      <p:sp>
        <p:nvSpPr>
          <p:cNvPr id="1683" name="Google Shape;1683;p20"/>
          <p:cNvSpPr txBox="1"/>
          <p:nvPr/>
        </p:nvSpPr>
        <p:spPr>
          <a:xfrm>
            <a:off x="4795959" y="3222042"/>
            <a:ext cx="1518972" cy="9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86" name="Google Shape;1686;p20"/>
          <p:cNvSpPr txBox="1"/>
          <p:nvPr/>
        </p:nvSpPr>
        <p:spPr>
          <a:xfrm>
            <a:off x="209964" y="242906"/>
            <a:ext cx="8614367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2800" b="1" dirty="0">
                <a:latin typeface="+mn-lt"/>
              </a:rPr>
              <a:t>Data Pre-Processing</a:t>
            </a:r>
            <a:endParaRPr lang="en-IN" sz="4800" dirty="0">
              <a:latin typeface="+mn-lt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9D0F48-0466-3F95-4C29-8EBEC7784CDD}"/>
              </a:ext>
            </a:extLst>
          </p:cNvPr>
          <p:cNvSpPr txBox="1"/>
          <p:nvPr/>
        </p:nvSpPr>
        <p:spPr>
          <a:xfrm>
            <a:off x="4974692" y="1117191"/>
            <a:ext cx="281629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📅 </a:t>
            </a:r>
            <a:r>
              <a:rPr lang="en-IN" b="1" dirty="0"/>
              <a:t>Date Conversion</a:t>
            </a:r>
            <a:endParaRPr lang="en-IN" dirty="0"/>
          </a:p>
          <a:p>
            <a:pPr>
              <a:buNone/>
            </a:pPr>
            <a:r>
              <a:rPr lang="en-IN" dirty="0"/>
              <a:t> ⬇  Converted Date into datetime format.</a:t>
            </a:r>
          </a:p>
        </p:txBody>
      </p:sp>
      <p:sp>
        <p:nvSpPr>
          <p:cNvPr id="5" name="Google Shape;1684;p20">
            <a:extLst>
              <a:ext uri="{FF2B5EF4-FFF2-40B4-BE49-F238E27FC236}">
                <a16:creationId xmlns:a16="http://schemas.microsoft.com/office/drawing/2014/main" id="{73DD9092-8437-62E9-A16B-67C2A09519E6}"/>
              </a:ext>
            </a:extLst>
          </p:cNvPr>
          <p:cNvSpPr txBox="1"/>
          <p:nvPr/>
        </p:nvSpPr>
        <p:spPr>
          <a:xfrm>
            <a:off x="2196166" y="2683876"/>
            <a:ext cx="2778527" cy="1252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N" sz="1200" dirty="0"/>
              <a:t>🔄</a:t>
            </a:r>
            <a:r>
              <a:rPr lang="en-IN" sz="1200" b="1" dirty="0"/>
              <a:t> Data Transformation</a:t>
            </a:r>
            <a:endParaRPr lang="en-IN" sz="1200" dirty="0"/>
          </a:p>
          <a:p>
            <a:r>
              <a:rPr lang="en-IN" sz="1200" dirty="0"/>
              <a:t> ⬇Prepared clean and structured time-series data.</a:t>
            </a:r>
          </a:p>
          <a:p>
            <a:r>
              <a:rPr lang="en-IN" sz="1200" dirty="0"/>
              <a:t> ⬇Created model-ready datasets.</a:t>
            </a:r>
          </a:p>
          <a:p>
            <a:r>
              <a:rPr lang="en-IN" sz="1200" dirty="0"/>
              <a:t> 📊 Model-Ready Dataset</a:t>
            </a:r>
          </a:p>
          <a:p>
            <a:r>
              <a:rPr lang="en-IN" sz="1200" dirty="0"/>
              <a:t>  Improved forecasting accuracy and reliability.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p16"/>
          <p:cNvSpPr txBox="1"/>
          <p:nvPr/>
        </p:nvSpPr>
        <p:spPr>
          <a:xfrm>
            <a:off x="260196" y="411475"/>
            <a:ext cx="8601306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3200" b="1" dirty="0">
                <a:latin typeface="+mn-lt"/>
              </a:rPr>
              <a:t>EDA- Exploratory data Analysis</a:t>
            </a:r>
            <a:endParaRPr sz="5400" dirty="0">
              <a:latin typeface="+mn-lt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57" name="Google Shape;1457;p16"/>
          <p:cNvSpPr txBox="1"/>
          <p:nvPr/>
        </p:nvSpPr>
        <p:spPr>
          <a:xfrm>
            <a:off x="605775" y="1620450"/>
            <a:ext cx="27690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58" name="Google Shape;1458;p16"/>
          <p:cNvSpPr txBox="1"/>
          <p:nvPr/>
        </p:nvSpPr>
        <p:spPr>
          <a:xfrm>
            <a:off x="260196" y="974361"/>
            <a:ext cx="8467492" cy="3932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b="1" dirty="0"/>
              <a:t>Exploratory Data Analysis (EDA)</a:t>
            </a:r>
            <a:endParaRPr lang="en-IN" sz="1200" b="1" dirty="0"/>
          </a:p>
          <a:p>
            <a:r>
              <a:rPr lang="en-IN" b="1" dirty="0"/>
              <a:t>Overview</a:t>
            </a:r>
            <a:endParaRPr lang="en-IN" sz="1200" dirty="0"/>
          </a:p>
          <a:p>
            <a:r>
              <a:rPr lang="en-IN" dirty="0"/>
              <a:t> Exploratory Data Analysis was performed to understand stock price behaviour, identify trends, detect patterns, and uncover relationships within the dataset before model development.</a:t>
            </a:r>
            <a:endParaRPr lang="en-IN" sz="1200" dirty="0"/>
          </a:p>
          <a:p>
            <a:r>
              <a:rPr lang="en-IN" b="1" dirty="0"/>
              <a:t>Key Findings</a:t>
            </a:r>
            <a:endParaRPr lang="en-IN" sz="1200" dirty="0"/>
          </a:p>
          <a:p>
            <a:r>
              <a:rPr lang="en-IN" dirty="0"/>
              <a:t>Analyzed historical stock price movements over time.</a:t>
            </a:r>
            <a:endParaRPr lang="en-IN" sz="1200" dirty="0"/>
          </a:p>
          <a:p>
            <a:r>
              <a:rPr lang="en-IN" dirty="0"/>
              <a:t>Identified long-term growth trends in Apple stock.</a:t>
            </a:r>
            <a:endParaRPr lang="en-IN" sz="1200" dirty="0"/>
          </a:p>
          <a:p>
            <a:r>
              <a:rPr lang="en-IN" dirty="0"/>
              <a:t>Observed market volatility and price fluctuations.</a:t>
            </a:r>
            <a:endParaRPr lang="en-IN" sz="1200" dirty="0"/>
          </a:p>
          <a:p>
            <a:r>
              <a:rPr lang="en-IN" dirty="0"/>
              <a:t>Examined trading volume patterns.</a:t>
            </a:r>
            <a:endParaRPr lang="en-IN" sz="1200" dirty="0"/>
          </a:p>
          <a:p>
            <a:r>
              <a:rPr lang="en-IN" dirty="0"/>
              <a:t>Detected seasonal market behaviour.</a:t>
            </a:r>
            <a:endParaRPr lang="en-IN" sz="1200" dirty="0"/>
          </a:p>
          <a:p>
            <a:r>
              <a:rPr lang="en-IN" b="1" dirty="0"/>
              <a:t>Outcome</a:t>
            </a:r>
            <a:endParaRPr lang="en-IN" sz="1200" dirty="0"/>
          </a:p>
          <a:p>
            <a:r>
              <a:rPr lang="en-IN" dirty="0"/>
              <a:t>Provided insights into market trends.</a:t>
            </a:r>
            <a:endParaRPr lang="en-IN" sz="1200" dirty="0"/>
          </a:p>
          <a:p>
            <a:r>
              <a:rPr lang="en-IN" dirty="0"/>
              <a:t>Helped identify important features for forecasting.</a:t>
            </a:r>
            <a:endParaRPr lang="en-IN" sz="1200" dirty="0"/>
          </a:p>
          <a:p>
            <a:r>
              <a:rPr lang="en-IN" dirty="0"/>
              <a:t>Supported model selection and feature engineering.</a:t>
            </a:r>
            <a:endParaRPr lang="en-IN" sz="1200" dirty="0"/>
          </a:p>
        </p:txBody>
      </p:sp>
      <p:sp>
        <p:nvSpPr>
          <p:cNvPr id="1459" name="Google Shape;1459;p16"/>
          <p:cNvSpPr txBox="1"/>
          <p:nvPr/>
        </p:nvSpPr>
        <p:spPr>
          <a:xfrm>
            <a:off x="605775" y="2844437"/>
            <a:ext cx="27690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60" name="Google Shape;1460;p16"/>
          <p:cNvSpPr txBox="1"/>
          <p:nvPr/>
        </p:nvSpPr>
        <p:spPr>
          <a:xfrm>
            <a:off x="561171" y="3053362"/>
            <a:ext cx="2769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61" name="Google Shape;1461;p16"/>
          <p:cNvSpPr txBox="1"/>
          <p:nvPr/>
        </p:nvSpPr>
        <p:spPr>
          <a:xfrm>
            <a:off x="605787" y="4107724"/>
            <a:ext cx="27690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62" name="Google Shape;1462;p16"/>
          <p:cNvSpPr txBox="1"/>
          <p:nvPr/>
        </p:nvSpPr>
        <p:spPr>
          <a:xfrm>
            <a:off x="605775" y="4324075"/>
            <a:ext cx="2769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64" name="Google Shape;1464;p16"/>
          <p:cNvSpPr txBox="1"/>
          <p:nvPr/>
        </p:nvSpPr>
        <p:spPr>
          <a:xfrm>
            <a:off x="5411700" y="1234787"/>
            <a:ext cx="2769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65" name="Google Shape;1465;p16"/>
          <p:cNvSpPr txBox="1"/>
          <p:nvPr/>
        </p:nvSpPr>
        <p:spPr>
          <a:xfrm>
            <a:off x="5776500" y="2233612"/>
            <a:ext cx="27690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66" name="Google Shape;1466;p16"/>
          <p:cNvSpPr txBox="1"/>
          <p:nvPr/>
        </p:nvSpPr>
        <p:spPr>
          <a:xfrm>
            <a:off x="5776500" y="2441589"/>
            <a:ext cx="2769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67" name="Google Shape;1467;p16"/>
          <p:cNvSpPr txBox="1"/>
          <p:nvPr/>
        </p:nvSpPr>
        <p:spPr>
          <a:xfrm>
            <a:off x="5776500" y="3541635"/>
            <a:ext cx="27690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68" name="Google Shape;1468;p16"/>
          <p:cNvSpPr txBox="1"/>
          <p:nvPr/>
        </p:nvSpPr>
        <p:spPr>
          <a:xfrm>
            <a:off x="5776500" y="3691496"/>
            <a:ext cx="2769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1B45D8-6E55-2527-9F3C-2EB0870FDF2E}"/>
              </a:ext>
            </a:extLst>
          </p:cNvPr>
          <p:cNvSpPr txBox="1"/>
          <p:nvPr/>
        </p:nvSpPr>
        <p:spPr>
          <a:xfrm>
            <a:off x="215590" y="163552"/>
            <a:ext cx="881689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2C231B"/>
                </a:solidFill>
                <a:effectLst/>
                <a:latin typeface="+mn-lt"/>
              </a:rPr>
              <a:t>Apple closing stock Price</a:t>
            </a:r>
            <a:endParaRPr lang="en-IN" sz="3200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868BAC-85C6-A2CC-00EA-2171EC6B7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90" y="847493"/>
            <a:ext cx="3107473" cy="30842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80F2A9-16E6-2970-46CF-15A24FFA81B7}"/>
              </a:ext>
            </a:extLst>
          </p:cNvPr>
          <p:cNvSpPr txBox="1"/>
          <p:nvPr/>
        </p:nvSpPr>
        <p:spPr>
          <a:xfrm>
            <a:off x="3468029" y="847493"/>
            <a:ext cx="5564460" cy="1384995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IN" b="1" dirty="0"/>
              <a:t>Overview</a:t>
            </a:r>
            <a:br>
              <a:rPr lang="en-IN" dirty="0"/>
            </a:br>
            <a:r>
              <a:rPr lang="en-IN" dirty="0"/>
              <a:t>This visualization illustrates the historical closing stock prices of Apple over time. The analysis was conducted to understand long-term price movements, identify market trends, and evaluate the stock's suitability for forecasting using Time Series and Machine Learning models.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DBFF34-4124-FC25-5496-9C4FA02B3E48}"/>
              </a:ext>
            </a:extLst>
          </p:cNvPr>
          <p:cNvSpPr txBox="1"/>
          <p:nvPr/>
        </p:nvSpPr>
        <p:spPr>
          <a:xfrm>
            <a:off x="3468030" y="2331654"/>
            <a:ext cx="5564459" cy="954107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Key Observations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Strong upward trend from 2012 to 2020.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Short-term fluctuations and market corrections observed.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Significant price growth after 2017.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FA09F2-BE90-9E2E-7CB3-0F5D512B7128}"/>
              </a:ext>
            </a:extLst>
          </p:cNvPr>
          <p:cNvSpPr txBox="1"/>
          <p:nvPr/>
        </p:nvSpPr>
        <p:spPr>
          <a:xfrm>
            <a:off x="3468028" y="3501205"/>
            <a:ext cx="5564460" cy="1169551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Business Insight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Apple demonstrates strong long-term growth potential.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Historical trends support accurate stock price forecasting.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Useful for investment planning and data-driven decision-making. 📈 </a:t>
            </a:r>
          </a:p>
        </p:txBody>
      </p:sp>
    </p:spTree>
    <p:extLst>
      <p:ext uri="{BB962C8B-B14F-4D97-AF65-F5344CB8AC3E}">
        <p14:creationId xmlns:p14="http://schemas.microsoft.com/office/powerpoint/2010/main" val="3601974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6C0935-AAD7-5D5B-AA16-D9151265AE8F}"/>
              </a:ext>
            </a:extLst>
          </p:cNvPr>
          <p:cNvSpPr txBox="1"/>
          <p:nvPr/>
        </p:nvSpPr>
        <p:spPr>
          <a:xfrm>
            <a:off x="252762" y="148683"/>
            <a:ext cx="86087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+mn-lt"/>
              </a:rPr>
              <a:t>Comparison Between stock price and moving Average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526624-212C-8A4C-AC51-826CFD2E2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763" y="788020"/>
            <a:ext cx="3204116" cy="29141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FC6EC6-F0FB-E123-8C96-CED31CE1974D}"/>
              </a:ext>
            </a:extLst>
          </p:cNvPr>
          <p:cNvSpPr txBox="1"/>
          <p:nvPr/>
        </p:nvSpPr>
        <p:spPr>
          <a:xfrm>
            <a:off x="3650167" y="610348"/>
            <a:ext cx="5293112" cy="1600438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Overview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Compared Apple's closing stock price with its 30-day moving average.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Used to identify long-term trends and smooth short-term price fluctuations.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Helps understand overall market direction and stock momentum.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92CBA3-1948-71C1-9563-A8C54F8F272D}"/>
              </a:ext>
            </a:extLst>
          </p:cNvPr>
          <p:cNvSpPr txBox="1"/>
          <p:nvPr/>
        </p:nvSpPr>
        <p:spPr>
          <a:xfrm>
            <a:off x="3650167" y="2245112"/>
            <a:ext cx="5367452" cy="1384995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Key Observations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 30-day moving average closely follows the stock price trend.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Both lines show a strong upward trend over time.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Short-term fluctuations are smoothed by the moving average.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Significant growth is observed after 2017, reaching peak levels by 2020.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EA3D5C-C735-B143-8FA8-1039004DE85E}"/>
              </a:ext>
            </a:extLst>
          </p:cNvPr>
          <p:cNvSpPr txBox="1"/>
          <p:nvPr/>
        </p:nvSpPr>
        <p:spPr>
          <a:xfrm>
            <a:off x="3650167" y="3702205"/>
            <a:ext cx="5367452" cy="1169551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Business Insight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 moving average confirms Apple's long-term bullish trend.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Useful for identifying trend direction and reducing market noise.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Supports investment decisions and improves forecasting accuracy. 📈 </a:t>
            </a:r>
          </a:p>
        </p:txBody>
      </p:sp>
    </p:spTree>
    <p:extLst>
      <p:ext uri="{BB962C8B-B14F-4D97-AF65-F5344CB8AC3E}">
        <p14:creationId xmlns:p14="http://schemas.microsoft.com/office/powerpoint/2010/main" val="1324795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A3998D-A1E1-3172-5DDB-D41A03F71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91" y="721861"/>
            <a:ext cx="3072626" cy="29729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727733-CA98-34AF-E6F1-43DC0A170B98}"/>
              </a:ext>
            </a:extLst>
          </p:cNvPr>
          <p:cNvSpPr txBox="1"/>
          <p:nvPr/>
        </p:nvSpPr>
        <p:spPr>
          <a:xfrm>
            <a:off x="3375101" y="721860"/>
            <a:ext cx="5523571" cy="1169551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Overview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 correlation heatmap was used to measure the strength and direction of relationships between stock market features.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Helps identify the most influential variables affecting stock price movements.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574A71-4101-3EFB-2EEB-1CCDD7940BF8}"/>
              </a:ext>
            </a:extLst>
          </p:cNvPr>
          <p:cNvSpPr txBox="1"/>
          <p:nvPr/>
        </p:nvSpPr>
        <p:spPr>
          <a:xfrm>
            <a:off x="131491" y="260195"/>
            <a:ext cx="8677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+mn-lt"/>
              </a:rPr>
              <a:t>Correlation Heatmap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E3589F-DF5F-5FB1-A037-08DDE9123C6D}"/>
              </a:ext>
            </a:extLst>
          </p:cNvPr>
          <p:cNvSpPr txBox="1"/>
          <p:nvPr/>
        </p:nvSpPr>
        <p:spPr>
          <a:xfrm>
            <a:off x="3375101" y="2013402"/>
            <a:ext cx="5523572" cy="1600438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Key Observations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Open, High, Low, Close, and Adjusted Close show a very strong positive correlation (≈ 1.0).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30-Day Moving Average is highly correlated with stock prices (0.99).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Volume has a moderate negative correlation with stock prices (≈ -0.56).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5B6343-923D-AA68-DDB5-54F4BBC331D3}"/>
              </a:ext>
            </a:extLst>
          </p:cNvPr>
          <p:cNvSpPr txBox="1"/>
          <p:nvPr/>
        </p:nvSpPr>
        <p:spPr>
          <a:xfrm>
            <a:off x="3375100" y="3735831"/>
            <a:ext cx="5523572" cy="1384995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Business Insight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Price-related features are the strongest predictors of future stock prices.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Moving Average is an important feature for forecasting models.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Volume and Volatility provide additional market behaviour insights but have less impact on price prediction.</a:t>
            </a:r>
          </a:p>
        </p:txBody>
      </p:sp>
    </p:spTree>
    <p:extLst>
      <p:ext uri="{BB962C8B-B14F-4D97-AF65-F5344CB8AC3E}">
        <p14:creationId xmlns:p14="http://schemas.microsoft.com/office/powerpoint/2010/main" val="2617939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66856A-76F2-0D2E-8AAC-B4B3C5F55798}"/>
              </a:ext>
            </a:extLst>
          </p:cNvPr>
          <p:cNvSpPr txBox="1"/>
          <p:nvPr/>
        </p:nvSpPr>
        <p:spPr>
          <a:xfrm>
            <a:off x="118946" y="141250"/>
            <a:ext cx="88317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+mn-lt"/>
              </a:rPr>
              <a:t>Time Series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0B1A5B-0D86-6AA7-9F86-6BEEF5B15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46" y="1229699"/>
            <a:ext cx="4876800" cy="30077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33A3FE1-7008-05F3-A072-355EECAA1A28}"/>
              </a:ext>
            </a:extLst>
          </p:cNvPr>
          <p:cNvSpPr txBox="1"/>
          <p:nvPr/>
        </p:nvSpPr>
        <p:spPr>
          <a:xfrm>
            <a:off x="4995746" y="1229699"/>
            <a:ext cx="406647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Checked Stationery using ADF Test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Applied differencing to remove trends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Use ACF and PACF for parameter selection</a:t>
            </a:r>
          </a:p>
        </p:txBody>
      </p:sp>
    </p:spTree>
    <p:extLst>
      <p:ext uri="{BB962C8B-B14F-4D97-AF65-F5344CB8AC3E}">
        <p14:creationId xmlns:p14="http://schemas.microsoft.com/office/powerpoint/2010/main" val="619659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F1D533-FC1D-A3CF-59D6-6D6378A0140F}"/>
              </a:ext>
            </a:extLst>
          </p:cNvPr>
          <p:cNvSpPr txBox="1"/>
          <p:nvPr/>
        </p:nvSpPr>
        <p:spPr>
          <a:xfrm>
            <a:off x="349405" y="208156"/>
            <a:ext cx="83634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b="1" dirty="0">
                <a:latin typeface="+mn-lt"/>
              </a:rPr>
              <a:t>MODEL BUILDING 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5943CC-12F1-C83A-D742-2BF970703C7F}"/>
              </a:ext>
            </a:extLst>
          </p:cNvPr>
          <p:cNvSpPr txBox="1"/>
          <p:nvPr/>
        </p:nvSpPr>
        <p:spPr>
          <a:xfrm>
            <a:off x="349405" y="731376"/>
            <a:ext cx="7976839" cy="738664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Overview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Developed multiple forecasting models to predict Apple stock prices.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Compared model performance to identify the most accurate forecasting approach.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B5C6DA-E9FE-7629-2D5A-A6D338DFA0CF}"/>
              </a:ext>
            </a:extLst>
          </p:cNvPr>
          <p:cNvSpPr txBox="1"/>
          <p:nvPr/>
        </p:nvSpPr>
        <p:spPr>
          <a:xfrm>
            <a:off x="349405" y="1516206"/>
            <a:ext cx="7976839" cy="954107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Approach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Prepared training and testing datasets.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Applied Time Series and Machine Learning techniques.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Evaluated models using RMSE and MAE metrics.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000C79-DF6F-340C-C1CC-4FE57E65105E}"/>
              </a:ext>
            </a:extLst>
          </p:cNvPr>
          <p:cNvSpPr txBox="1"/>
          <p:nvPr/>
        </p:nvSpPr>
        <p:spPr>
          <a:xfrm>
            <a:off x="349403" y="2548983"/>
            <a:ext cx="7976839" cy="954107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Models Applied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ARIMA</a:t>
            </a:r>
            <a:r>
              <a:rPr lang="en-IN" dirty="0"/>
              <a:t> – Baseline time series forecasting model.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SARIMA</a:t>
            </a:r>
            <a:r>
              <a:rPr lang="en-IN" dirty="0"/>
              <a:t> – Seasonal forecasting model.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XGBoost</a:t>
            </a:r>
            <a:r>
              <a:rPr lang="en-IN" dirty="0"/>
              <a:t> – Machine learning-based prediction model.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C16E76-C6C4-F650-9131-0B954B2A40CB}"/>
              </a:ext>
            </a:extLst>
          </p:cNvPr>
          <p:cNvSpPr txBox="1"/>
          <p:nvPr/>
        </p:nvSpPr>
        <p:spPr>
          <a:xfrm>
            <a:off x="349402" y="3532142"/>
            <a:ext cx="7976839" cy="954107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Objective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Forecast future Apple stock prices accurately.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Compare model performance and prediction accuracy.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Select the best-performing model for future forecasting and investment insights.</a:t>
            </a:r>
          </a:p>
        </p:txBody>
      </p:sp>
    </p:spTree>
    <p:extLst>
      <p:ext uri="{BB962C8B-B14F-4D97-AF65-F5344CB8AC3E}">
        <p14:creationId xmlns:p14="http://schemas.microsoft.com/office/powerpoint/2010/main" val="1974782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B5D771-EE3B-9A91-B567-4B12F55C53BA}"/>
              </a:ext>
            </a:extLst>
          </p:cNvPr>
          <p:cNvSpPr txBox="1"/>
          <p:nvPr/>
        </p:nvSpPr>
        <p:spPr>
          <a:xfrm>
            <a:off x="252761" y="356839"/>
            <a:ext cx="86013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+mn-lt"/>
              </a:rPr>
              <a:t>ARIMA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03FD0B-422D-F2E7-8BCE-5F4854361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1101" y="795279"/>
            <a:ext cx="3900138" cy="23746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E3091E3-6B5E-EE8E-D0D9-091153A6C708}"/>
              </a:ext>
            </a:extLst>
          </p:cNvPr>
          <p:cNvSpPr txBox="1"/>
          <p:nvPr/>
        </p:nvSpPr>
        <p:spPr>
          <a:xfrm>
            <a:off x="252761" y="1070882"/>
            <a:ext cx="450211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Arima is the most common forecasting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Traditional statistical forecasting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Capture historical trends and patterns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Used as a baseline forecasting approach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44575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EE0D17-3E13-4DF9-5493-25CF084E09C4}"/>
              </a:ext>
            </a:extLst>
          </p:cNvPr>
          <p:cNvSpPr txBox="1"/>
          <p:nvPr/>
        </p:nvSpPr>
        <p:spPr>
          <a:xfrm>
            <a:off x="312234" y="124336"/>
            <a:ext cx="85195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+mn-lt"/>
              </a:rPr>
              <a:t>SARIMA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246400-0FFF-C847-EB99-D851F85DB9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98220"/>
            <a:ext cx="4373881" cy="23926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657D72-BEEA-27BF-8E38-A5DCFB05FD7A}"/>
              </a:ext>
            </a:extLst>
          </p:cNvPr>
          <p:cNvSpPr txBox="1"/>
          <p:nvPr/>
        </p:nvSpPr>
        <p:spPr>
          <a:xfrm>
            <a:off x="198119" y="1203960"/>
            <a:ext cx="413766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Enhanced Arima with seasonal components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Capture recurring market behaviour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Improve forecasting for seasonal trends</a:t>
            </a:r>
          </a:p>
        </p:txBody>
      </p:sp>
    </p:spTree>
    <p:extLst>
      <p:ext uri="{BB962C8B-B14F-4D97-AF65-F5344CB8AC3E}">
        <p14:creationId xmlns:p14="http://schemas.microsoft.com/office/powerpoint/2010/main" val="39306347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2E19C3-32E2-9B0A-1AFA-DF92A06EFF7F}"/>
              </a:ext>
            </a:extLst>
          </p:cNvPr>
          <p:cNvSpPr txBox="1"/>
          <p:nvPr/>
        </p:nvSpPr>
        <p:spPr>
          <a:xfrm>
            <a:off x="178420" y="200722"/>
            <a:ext cx="87053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+mn-lt"/>
              </a:rPr>
              <a:t>XGBOOST MODEL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402AE5-7F5C-39A4-FDDB-8DBA85E94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22020"/>
            <a:ext cx="4311806" cy="27813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D8BCB2-8D12-0BA4-E125-39A5B3BABF21}"/>
              </a:ext>
            </a:extLst>
          </p:cNvPr>
          <p:cNvSpPr txBox="1"/>
          <p:nvPr/>
        </p:nvSpPr>
        <p:spPr>
          <a:xfrm>
            <a:off x="178420" y="1089660"/>
            <a:ext cx="393080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</a:rPr>
              <a:t>Machine learning based forecasting model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</a:rPr>
              <a:t>Handle complex feature relationships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</a:rPr>
              <a:t>Achieved highest prediction accuracy </a:t>
            </a:r>
          </a:p>
        </p:txBody>
      </p:sp>
    </p:spTree>
    <p:extLst>
      <p:ext uri="{BB962C8B-B14F-4D97-AF65-F5344CB8AC3E}">
        <p14:creationId xmlns:p14="http://schemas.microsoft.com/office/powerpoint/2010/main" val="24968072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5BB844-A12F-4613-5CA6-1DFA069469BF}"/>
              </a:ext>
            </a:extLst>
          </p:cNvPr>
          <p:cNvSpPr txBox="1"/>
          <p:nvPr/>
        </p:nvSpPr>
        <p:spPr>
          <a:xfrm>
            <a:off x="111512" y="193288"/>
            <a:ext cx="8616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+mn-lt"/>
              </a:rPr>
              <a:t>RANDOM FOREST REGRESSOR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FB0BC2-6298-8CD8-568E-6C308E42DB97}"/>
              </a:ext>
            </a:extLst>
          </p:cNvPr>
          <p:cNvSpPr txBox="1"/>
          <p:nvPr/>
        </p:nvSpPr>
        <p:spPr>
          <a:xfrm>
            <a:off x="111512" y="780585"/>
            <a:ext cx="446048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/>
              <a:t>Random Forest captured the overall stock price trend but was less effective in modelling sharp market fluctuations, indicating the need for more advanced forecasting techniques. 📈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2F38A6-A3B5-A238-0BBC-44A43FB380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5288" y="533223"/>
            <a:ext cx="3962400" cy="3235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5660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EE99F3-8FD4-0CE5-3F3F-E9D374C2FA3D}"/>
              </a:ext>
            </a:extLst>
          </p:cNvPr>
          <p:cNvSpPr txBox="1"/>
          <p:nvPr/>
        </p:nvSpPr>
        <p:spPr>
          <a:xfrm>
            <a:off x="245327" y="215590"/>
            <a:ext cx="8549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+mn-lt"/>
              </a:rPr>
              <a:t>MODEL COMPARSION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32943E2-5B82-00FE-D067-7AB401CAAF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1395" y="945596"/>
            <a:ext cx="514517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3AE790-7103-D0E4-DA5D-8687D1F30002}"/>
              </a:ext>
            </a:extLst>
          </p:cNvPr>
          <p:cNvSpPr txBox="1"/>
          <p:nvPr/>
        </p:nvSpPr>
        <p:spPr>
          <a:xfrm>
            <a:off x="245327" y="738810"/>
            <a:ext cx="4772722" cy="1169551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Overview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Compared the performance of five forecasting models using </a:t>
            </a:r>
            <a:r>
              <a:rPr lang="en-IN" b="1" dirty="0"/>
              <a:t>RMSE</a:t>
            </a:r>
            <a:r>
              <a:rPr lang="en-IN" dirty="0"/>
              <a:t> and </a:t>
            </a:r>
            <a:r>
              <a:rPr lang="en-IN" b="1" dirty="0"/>
              <a:t>MAE</a:t>
            </a:r>
            <a:r>
              <a:rPr lang="en-IN" dirty="0"/>
              <a:t> metrics.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Lower RMSE and MAE values indicate better prediction accuracy.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4CBBCB-F0E0-3163-CD53-8021C43CCF86}"/>
              </a:ext>
            </a:extLst>
          </p:cNvPr>
          <p:cNvSpPr txBox="1"/>
          <p:nvPr/>
        </p:nvSpPr>
        <p:spPr>
          <a:xfrm>
            <a:off x="245327" y="2117163"/>
            <a:ext cx="4772722" cy="1169551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Evaluated models using RMSE and MAE.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SARIMA achieved the lowest RMSE (</a:t>
            </a:r>
            <a:r>
              <a:rPr lang="en-IN" b="1" dirty="0"/>
              <a:t>26.73</a:t>
            </a:r>
            <a:r>
              <a:rPr lang="en-IN" dirty="0"/>
              <a:t>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Random Forest achieved the lowest MAE (</a:t>
            </a:r>
            <a:r>
              <a:rPr lang="en-IN" b="1" dirty="0"/>
              <a:t>20.99</a:t>
            </a:r>
            <a:r>
              <a:rPr lang="en-IN" dirty="0"/>
              <a:t>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SARIMA selected as the final forecasting model.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Seasonal modelling improved prediction accuracy.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D0BF532-59D2-696B-94E7-C4251BE4C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7411" y="841753"/>
            <a:ext cx="3711262" cy="164606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56A275D-5469-0FCD-9D4E-A445556F4BC8}"/>
              </a:ext>
            </a:extLst>
          </p:cNvPr>
          <p:cNvSpPr txBox="1"/>
          <p:nvPr/>
        </p:nvSpPr>
        <p:spPr>
          <a:xfrm>
            <a:off x="245327" y="3621421"/>
            <a:ext cx="4772722" cy="954107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IN" b="1" dirty="0"/>
              <a:t>Best Model</a:t>
            </a:r>
            <a:br>
              <a:rPr lang="en-IN" b="1" dirty="0"/>
            </a:br>
            <a:r>
              <a:rPr lang="en-IN" dirty="0"/>
              <a:t>SARIMA outperformed all models by achieving the lowest forecasting error, making it the most reliable model for Apple stock price prediction. </a:t>
            </a:r>
          </a:p>
        </p:txBody>
      </p:sp>
    </p:spTree>
    <p:extLst>
      <p:ext uri="{BB962C8B-B14F-4D97-AF65-F5344CB8AC3E}">
        <p14:creationId xmlns:p14="http://schemas.microsoft.com/office/powerpoint/2010/main" val="12572036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22A7DF0-8B14-6582-EB26-C48CCCED0BD2}"/>
              </a:ext>
            </a:extLst>
          </p:cNvPr>
          <p:cNvSpPr txBox="1"/>
          <p:nvPr/>
        </p:nvSpPr>
        <p:spPr>
          <a:xfrm>
            <a:off x="198120" y="220236"/>
            <a:ext cx="61514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Arial Black" panose="020B0A04020102020204" pitchFamily="34" charset="0"/>
              </a:rPr>
              <a:t>Forecasting Results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F566B7-3F20-1454-3999-D46123455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1" y="1766471"/>
            <a:ext cx="4457700" cy="272170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8235F0C-0AE1-1860-4505-15C79A35E0CE}"/>
              </a:ext>
            </a:extLst>
          </p:cNvPr>
          <p:cNvSpPr txBox="1"/>
          <p:nvPr/>
        </p:nvSpPr>
        <p:spPr>
          <a:xfrm>
            <a:off x="274320" y="1120140"/>
            <a:ext cx="4686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Generated 30-day stock price forecast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Identified future trend direction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F1C355-6E2C-C580-F62B-51EE3DF821DE}"/>
              </a:ext>
            </a:extLst>
          </p:cNvPr>
          <p:cNvSpPr txBox="1"/>
          <p:nvPr/>
        </p:nvSpPr>
        <p:spPr>
          <a:xfrm>
            <a:off x="260195" y="170985"/>
            <a:ext cx="86607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Model Deployment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5173B2-A26D-F7FC-A3C5-A89F4E3CF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694" y="840732"/>
            <a:ext cx="8184994" cy="3917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6962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51" name="Google Shape;3351;p36"/>
          <p:cNvGrpSpPr/>
          <p:nvPr/>
        </p:nvGrpSpPr>
        <p:grpSpPr>
          <a:xfrm>
            <a:off x="371763" y="747829"/>
            <a:ext cx="8488089" cy="3996045"/>
            <a:chOff x="591225" y="1636250"/>
            <a:chExt cx="6403500" cy="2885850"/>
          </a:xfrm>
        </p:grpSpPr>
        <p:sp>
          <p:nvSpPr>
            <p:cNvPr id="3352" name="Google Shape;3352;p36"/>
            <p:cNvSpPr/>
            <p:nvPr/>
          </p:nvSpPr>
          <p:spPr>
            <a:xfrm>
              <a:off x="708400" y="2149275"/>
              <a:ext cx="1105275" cy="1889875"/>
            </a:xfrm>
            <a:custGeom>
              <a:avLst/>
              <a:gdLst/>
              <a:ahLst/>
              <a:cxnLst/>
              <a:rect l="l" t="t" r="r" b="b"/>
              <a:pathLst>
                <a:path w="44211" h="75595" extrusionOk="0">
                  <a:moveTo>
                    <a:pt x="10103" y="1"/>
                  </a:moveTo>
                  <a:cubicBezTo>
                    <a:pt x="4529" y="1"/>
                    <a:pt x="0" y="4529"/>
                    <a:pt x="0" y="10135"/>
                  </a:cubicBezTo>
                  <a:lnTo>
                    <a:pt x="0" y="65492"/>
                  </a:lnTo>
                  <a:cubicBezTo>
                    <a:pt x="0" y="71066"/>
                    <a:pt x="4529" y="75594"/>
                    <a:pt x="10103" y="75594"/>
                  </a:cubicBezTo>
                  <a:lnTo>
                    <a:pt x="34076" y="75594"/>
                  </a:lnTo>
                  <a:cubicBezTo>
                    <a:pt x="39682" y="75594"/>
                    <a:pt x="44210" y="71066"/>
                    <a:pt x="44210" y="65492"/>
                  </a:cubicBezTo>
                  <a:lnTo>
                    <a:pt x="44210" y="10135"/>
                  </a:lnTo>
                  <a:cubicBezTo>
                    <a:pt x="44210" y="4529"/>
                    <a:pt x="39682" y="1"/>
                    <a:pt x="3407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3" name="Google Shape;3353;p36"/>
            <p:cNvSpPr/>
            <p:nvPr/>
          </p:nvSpPr>
          <p:spPr>
            <a:xfrm>
              <a:off x="3234000" y="1726500"/>
              <a:ext cx="1105275" cy="1889875"/>
            </a:xfrm>
            <a:custGeom>
              <a:avLst/>
              <a:gdLst/>
              <a:ahLst/>
              <a:cxnLst/>
              <a:rect l="l" t="t" r="r" b="b"/>
              <a:pathLst>
                <a:path w="44211" h="75595" extrusionOk="0">
                  <a:moveTo>
                    <a:pt x="10103" y="0"/>
                  </a:moveTo>
                  <a:cubicBezTo>
                    <a:pt x="4529" y="0"/>
                    <a:pt x="1" y="4529"/>
                    <a:pt x="1" y="10103"/>
                  </a:cubicBezTo>
                  <a:lnTo>
                    <a:pt x="1" y="65460"/>
                  </a:lnTo>
                  <a:cubicBezTo>
                    <a:pt x="1" y="71065"/>
                    <a:pt x="4529" y="75594"/>
                    <a:pt x="10103" y="75594"/>
                  </a:cubicBezTo>
                  <a:lnTo>
                    <a:pt x="34077" y="75594"/>
                  </a:lnTo>
                  <a:cubicBezTo>
                    <a:pt x="39682" y="75594"/>
                    <a:pt x="44211" y="71065"/>
                    <a:pt x="44211" y="65460"/>
                  </a:cubicBezTo>
                  <a:lnTo>
                    <a:pt x="44211" y="10103"/>
                  </a:lnTo>
                  <a:cubicBezTo>
                    <a:pt x="44211" y="4529"/>
                    <a:pt x="39682" y="0"/>
                    <a:pt x="3407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4" name="Google Shape;3354;p36"/>
            <p:cNvSpPr/>
            <p:nvPr/>
          </p:nvSpPr>
          <p:spPr>
            <a:xfrm>
              <a:off x="5748476" y="2122773"/>
              <a:ext cx="1105275" cy="1941185"/>
            </a:xfrm>
            <a:custGeom>
              <a:avLst/>
              <a:gdLst/>
              <a:ahLst/>
              <a:cxnLst/>
              <a:rect l="l" t="t" r="r" b="b"/>
              <a:pathLst>
                <a:path w="44211" h="75595" extrusionOk="0">
                  <a:moveTo>
                    <a:pt x="10103" y="1"/>
                  </a:moveTo>
                  <a:cubicBezTo>
                    <a:pt x="4529" y="1"/>
                    <a:pt x="0" y="4529"/>
                    <a:pt x="0" y="10135"/>
                  </a:cubicBezTo>
                  <a:lnTo>
                    <a:pt x="0" y="65492"/>
                  </a:lnTo>
                  <a:cubicBezTo>
                    <a:pt x="0" y="71066"/>
                    <a:pt x="4529" y="75594"/>
                    <a:pt x="10103" y="75594"/>
                  </a:cubicBezTo>
                  <a:lnTo>
                    <a:pt x="34076" y="75594"/>
                  </a:lnTo>
                  <a:cubicBezTo>
                    <a:pt x="39681" y="75594"/>
                    <a:pt x="44210" y="71066"/>
                    <a:pt x="44210" y="65492"/>
                  </a:cubicBezTo>
                  <a:lnTo>
                    <a:pt x="44210" y="10135"/>
                  </a:lnTo>
                  <a:cubicBezTo>
                    <a:pt x="44210" y="4529"/>
                    <a:pt x="39681" y="1"/>
                    <a:pt x="3407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5" name="Google Shape;3355;p36"/>
            <p:cNvSpPr/>
            <p:nvPr/>
          </p:nvSpPr>
          <p:spPr>
            <a:xfrm>
              <a:off x="622100" y="1636250"/>
              <a:ext cx="6340175" cy="2885850"/>
            </a:xfrm>
            <a:custGeom>
              <a:avLst/>
              <a:gdLst/>
              <a:ahLst/>
              <a:cxnLst/>
              <a:rect l="l" t="t" r="r" b="b"/>
              <a:pathLst>
                <a:path w="253607" h="115434" extrusionOk="0">
                  <a:moveTo>
                    <a:pt x="114674" y="0"/>
                  </a:moveTo>
                  <a:cubicBezTo>
                    <a:pt x="107137" y="0"/>
                    <a:pt x="101025" y="5669"/>
                    <a:pt x="101025" y="12636"/>
                  </a:cubicBezTo>
                  <a:lnTo>
                    <a:pt x="101025" y="102797"/>
                  </a:lnTo>
                  <a:cubicBezTo>
                    <a:pt x="101025" y="109543"/>
                    <a:pt x="95103" y="115022"/>
                    <a:pt x="87819" y="115022"/>
                  </a:cubicBezTo>
                  <a:lnTo>
                    <a:pt x="64194" y="115022"/>
                  </a:lnTo>
                  <a:cubicBezTo>
                    <a:pt x="56910" y="115022"/>
                    <a:pt x="50988" y="109543"/>
                    <a:pt x="50988" y="102797"/>
                  </a:cubicBezTo>
                  <a:lnTo>
                    <a:pt x="50988" y="29357"/>
                  </a:lnTo>
                  <a:cubicBezTo>
                    <a:pt x="50988" y="22422"/>
                    <a:pt x="44876" y="16753"/>
                    <a:pt x="37338" y="16753"/>
                  </a:cubicBezTo>
                  <a:lnTo>
                    <a:pt x="14600" y="16753"/>
                  </a:lnTo>
                  <a:cubicBezTo>
                    <a:pt x="6556" y="16753"/>
                    <a:pt x="0" y="22802"/>
                    <a:pt x="0" y="30244"/>
                  </a:cubicBezTo>
                  <a:lnTo>
                    <a:pt x="0" y="59506"/>
                  </a:lnTo>
                  <a:cubicBezTo>
                    <a:pt x="0" y="59601"/>
                    <a:pt x="96" y="59696"/>
                    <a:pt x="222" y="59696"/>
                  </a:cubicBezTo>
                  <a:cubicBezTo>
                    <a:pt x="349" y="59696"/>
                    <a:pt x="444" y="59601"/>
                    <a:pt x="444" y="59506"/>
                  </a:cubicBezTo>
                  <a:lnTo>
                    <a:pt x="444" y="30244"/>
                  </a:lnTo>
                  <a:cubicBezTo>
                    <a:pt x="444" y="23024"/>
                    <a:pt x="6809" y="17165"/>
                    <a:pt x="14632" y="17165"/>
                  </a:cubicBezTo>
                  <a:lnTo>
                    <a:pt x="37338" y="17165"/>
                  </a:lnTo>
                  <a:cubicBezTo>
                    <a:pt x="44622" y="17165"/>
                    <a:pt x="50544" y="22643"/>
                    <a:pt x="50544" y="29357"/>
                  </a:cubicBezTo>
                  <a:lnTo>
                    <a:pt x="50544" y="102797"/>
                  </a:lnTo>
                  <a:cubicBezTo>
                    <a:pt x="50544" y="109765"/>
                    <a:pt x="56688" y="115433"/>
                    <a:pt x="64194" y="115433"/>
                  </a:cubicBezTo>
                  <a:lnTo>
                    <a:pt x="87819" y="115433"/>
                  </a:lnTo>
                  <a:cubicBezTo>
                    <a:pt x="95356" y="115433"/>
                    <a:pt x="101468" y="109765"/>
                    <a:pt x="101468" y="102797"/>
                  </a:cubicBezTo>
                  <a:lnTo>
                    <a:pt x="101468" y="12636"/>
                  </a:lnTo>
                  <a:cubicBezTo>
                    <a:pt x="101468" y="5891"/>
                    <a:pt x="107390" y="412"/>
                    <a:pt x="114674" y="412"/>
                  </a:cubicBezTo>
                  <a:lnTo>
                    <a:pt x="138489" y="412"/>
                  </a:lnTo>
                  <a:cubicBezTo>
                    <a:pt x="145773" y="412"/>
                    <a:pt x="151695" y="5891"/>
                    <a:pt x="151695" y="12636"/>
                  </a:cubicBezTo>
                  <a:lnTo>
                    <a:pt x="151695" y="102797"/>
                  </a:lnTo>
                  <a:cubicBezTo>
                    <a:pt x="151695" y="109765"/>
                    <a:pt x="157807" y="115433"/>
                    <a:pt x="165345" y="115433"/>
                  </a:cubicBezTo>
                  <a:lnTo>
                    <a:pt x="189508" y="115433"/>
                  </a:lnTo>
                  <a:cubicBezTo>
                    <a:pt x="197014" y="115433"/>
                    <a:pt x="203158" y="109765"/>
                    <a:pt x="203126" y="102797"/>
                  </a:cubicBezTo>
                  <a:lnTo>
                    <a:pt x="203126" y="29326"/>
                  </a:lnTo>
                  <a:cubicBezTo>
                    <a:pt x="203126" y="22580"/>
                    <a:pt x="209048" y="17133"/>
                    <a:pt x="216332" y="17133"/>
                  </a:cubicBezTo>
                  <a:lnTo>
                    <a:pt x="239007" y="17133"/>
                  </a:lnTo>
                  <a:cubicBezTo>
                    <a:pt x="246798" y="17133"/>
                    <a:pt x="253163" y="22992"/>
                    <a:pt x="253163" y="30212"/>
                  </a:cubicBezTo>
                  <a:lnTo>
                    <a:pt x="253163" y="57068"/>
                  </a:lnTo>
                  <a:cubicBezTo>
                    <a:pt x="253163" y="57194"/>
                    <a:pt x="253258" y="57289"/>
                    <a:pt x="253385" y="57289"/>
                  </a:cubicBezTo>
                  <a:cubicBezTo>
                    <a:pt x="253511" y="57289"/>
                    <a:pt x="253606" y="57194"/>
                    <a:pt x="253606" y="57068"/>
                  </a:cubicBezTo>
                  <a:lnTo>
                    <a:pt x="253606" y="30212"/>
                  </a:lnTo>
                  <a:cubicBezTo>
                    <a:pt x="253606" y="22770"/>
                    <a:pt x="247051" y="16721"/>
                    <a:pt x="239007" y="16721"/>
                  </a:cubicBezTo>
                  <a:lnTo>
                    <a:pt x="216332" y="16721"/>
                  </a:lnTo>
                  <a:cubicBezTo>
                    <a:pt x="208826" y="16721"/>
                    <a:pt x="202683" y="22358"/>
                    <a:pt x="202683" y="29326"/>
                  </a:cubicBezTo>
                  <a:lnTo>
                    <a:pt x="202683" y="102797"/>
                  </a:lnTo>
                  <a:cubicBezTo>
                    <a:pt x="202683" y="109543"/>
                    <a:pt x="196760" y="115022"/>
                    <a:pt x="189477" y="115022"/>
                  </a:cubicBezTo>
                  <a:lnTo>
                    <a:pt x="165345" y="115022"/>
                  </a:lnTo>
                  <a:cubicBezTo>
                    <a:pt x="158061" y="115022"/>
                    <a:pt x="152139" y="109543"/>
                    <a:pt x="152139" y="102797"/>
                  </a:cubicBezTo>
                  <a:lnTo>
                    <a:pt x="152139" y="12636"/>
                  </a:lnTo>
                  <a:cubicBezTo>
                    <a:pt x="152139" y="5669"/>
                    <a:pt x="145995" y="0"/>
                    <a:pt x="13848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6" name="Google Shape;3356;p36"/>
            <p:cNvSpPr/>
            <p:nvPr/>
          </p:nvSpPr>
          <p:spPr>
            <a:xfrm>
              <a:off x="6302750" y="3925125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0" y="222"/>
                  </a:moveTo>
                  <a:cubicBezTo>
                    <a:pt x="760" y="222"/>
                    <a:pt x="887" y="380"/>
                    <a:pt x="887" y="570"/>
                  </a:cubicBezTo>
                  <a:cubicBezTo>
                    <a:pt x="887" y="728"/>
                    <a:pt x="760" y="887"/>
                    <a:pt x="570" y="887"/>
                  </a:cubicBezTo>
                  <a:cubicBezTo>
                    <a:pt x="380" y="887"/>
                    <a:pt x="253" y="728"/>
                    <a:pt x="253" y="570"/>
                  </a:cubicBezTo>
                  <a:cubicBezTo>
                    <a:pt x="253" y="380"/>
                    <a:pt x="380" y="222"/>
                    <a:pt x="570" y="222"/>
                  </a:cubicBezTo>
                  <a:close/>
                  <a:moveTo>
                    <a:pt x="570" y="0"/>
                  </a:moveTo>
                  <a:cubicBezTo>
                    <a:pt x="253" y="0"/>
                    <a:pt x="0" y="253"/>
                    <a:pt x="0" y="570"/>
                  </a:cubicBezTo>
                  <a:cubicBezTo>
                    <a:pt x="0" y="887"/>
                    <a:pt x="253" y="1140"/>
                    <a:pt x="570" y="1140"/>
                  </a:cubicBezTo>
                  <a:cubicBezTo>
                    <a:pt x="887" y="1140"/>
                    <a:pt x="1140" y="887"/>
                    <a:pt x="1140" y="570"/>
                  </a:cubicBezTo>
                  <a:cubicBezTo>
                    <a:pt x="1140" y="253"/>
                    <a:pt x="887" y="0"/>
                    <a:pt x="57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7" name="Google Shape;3357;p36"/>
            <p:cNvSpPr/>
            <p:nvPr/>
          </p:nvSpPr>
          <p:spPr>
            <a:xfrm>
              <a:off x="6227525" y="3925125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1" y="222"/>
                  </a:moveTo>
                  <a:cubicBezTo>
                    <a:pt x="761" y="222"/>
                    <a:pt x="887" y="380"/>
                    <a:pt x="887" y="570"/>
                  </a:cubicBezTo>
                  <a:cubicBezTo>
                    <a:pt x="887" y="728"/>
                    <a:pt x="761" y="887"/>
                    <a:pt x="571" y="887"/>
                  </a:cubicBezTo>
                  <a:cubicBezTo>
                    <a:pt x="381" y="887"/>
                    <a:pt x="254" y="728"/>
                    <a:pt x="254" y="570"/>
                  </a:cubicBezTo>
                  <a:cubicBezTo>
                    <a:pt x="222" y="380"/>
                    <a:pt x="381" y="222"/>
                    <a:pt x="571" y="222"/>
                  </a:cubicBezTo>
                  <a:close/>
                  <a:moveTo>
                    <a:pt x="571" y="0"/>
                  </a:moveTo>
                  <a:cubicBezTo>
                    <a:pt x="254" y="0"/>
                    <a:pt x="1" y="253"/>
                    <a:pt x="1" y="570"/>
                  </a:cubicBezTo>
                  <a:cubicBezTo>
                    <a:pt x="1" y="887"/>
                    <a:pt x="254" y="1140"/>
                    <a:pt x="571" y="1140"/>
                  </a:cubicBezTo>
                  <a:cubicBezTo>
                    <a:pt x="887" y="1140"/>
                    <a:pt x="1141" y="887"/>
                    <a:pt x="1141" y="570"/>
                  </a:cubicBezTo>
                  <a:cubicBezTo>
                    <a:pt x="1141" y="253"/>
                    <a:pt x="887" y="0"/>
                    <a:pt x="57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8" name="Google Shape;3358;p36"/>
            <p:cNvSpPr/>
            <p:nvPr/>
          </p:nvSpPr>
          <p:spPr>
            <a:xfrm>
              <a:off x="6152300" y="3925125"/>
              <a:ext cx="28550" cy="28525"/>
            </a:xfrm>
            <a:custGeom>
              <a:avLst/>
              <a:gdLst/>
              <a:ahLst/>
              <a:cxnLst/>
              <a:rect l="l" t="t" r="r" b="b"/>
              <a:pathLst>
                <a:path w="1142" h="1141" extrusionOk="0">
                  <a:moveTo>
                    <a:pt x="571" y="222"/>
                  </a:moveTo>
                  <a:cubicBezTo>
                    <a:pt x="761" y="222"/>
                    <a:pt x="888" y="380"/>
                    <a:pt x="888" y="570"/>
                  </a:cubicBezTo>
                  <a:cubicBezTo>
                    <a:pt x="888" y="728"/>
                    <a:pt x="761" y="887"/>
                    <a:pt x="571" y="887"/>
                  </a:cubicBezTo>
                  <a:cubicBezTo>
                    <a:pt x="381" y="887"/>
                    <a:pt x="254" y="728"/>
                    <a:pt x="254" y="570"/>
                  </a:cubicBezTo>
                  <a:cubicBezTo>
                    <a:pt x="254" y="380"/>
                    <a:pt x="381" y="222"/>
                    <a:pt x="571" y="222"/>
                  </a:cubicBezTo>
                  <a:close/>
                  <a:moveTo>
                    <a:pt x="571" y="0"/>
                  </a:moveTo>
                  <a:cubicBezTo>
                    <a:pt x="254" y="0"/>
                    <a:pt x="1" y="253"/>
                    <a:pt x="1" y="570"/>
                  </a:cubicBezTo>
                  <a:cubicBezTo>
                    <a:pt x="1" y="887"/>
                    <a:pt x="254" y="1140"/>
                    <a:pt x="571" y="1140"/>
                  </a:cubicBezTo>
                  <a:cubicBezTo>
                    <a:pt x="888" y="1140"/>
                    <a:pt x="1141" y="887"/>
                    <a:pt x="1141" y="570"/>
                  </a:cubicBezTo>
                  <a:cubicBezTo>
                    <a:pt x="1141" y="253"/>
                    <a:pt x="888" y="0"/>
                    <a:pt x="57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9" name="Google Shape;3359;p36"/>
            <p:cNvSpPr/>
            <p:nvPr/>
          </p:nvSpPr>
          <p:spPr>
            <a:xfrm>
              <a:off x="6377950" y="3925125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1" y="222"/>
                  </a:moveTo>
                  <a:cubicBezTo>
                    <a:pt x="761" y="222"/>
                    <a:pt x="887" y="380"/>
                    <a:pt x="887" y="570"/>
                  </a:cubicBezTo>
                  <a:cubicBezTo>
                    <a:pt x="887" y="728"/>
                    <a:pt x="761" y="887"/>
                    <a:pt x="571" y="887"/>
                  </a:cubicBezTo>
                  <a:cubicBezTo>
                    <a:pt x="381" y="887"/>
                    <a:pt x="254" y="728"/>
                    <a:pt x="254" y="570"/>
                  </a:cubicBezTo>
                  <a:cubicBezTo>
                    <a:pt x="254" y="380"/>
                    <a:pt x="381" y="222"/>
                    <a:pt x="571" y="222"/>
                  </a:cubicBezTo>
                  <a:close/>
                  <a:moveTo>
                    <a:pt x="571" y="0"/>
                  </a:moveTo>
                  <a:cubicBezTo>
                    <a:pt x="254" y="0"/>
                    <a:pt x="1" y="253"/>
                    <a:pt x="1" y="570"/>
                  </a:cubicBezTo>
                  <a:cubicBezTo>
                    <a:pt x="1" y="887"/>
                    <a:pt x="254" y="1140"/>
                    <a:pt x="571" y="1140"/>
                  </a:cubicBezTo>
                  <a:cubicBezTo>
                    <a:pt x="887" y="1140"/>
                    <a:pt x="1141" y="887"/>
                    <a:pt x="1141" y="570"/>
                  </a:cubicBezTo>
                  <a:cubicBezTo>
                    <a:pt x="1141" y="253"/>
                    <a:pt x="887" y="0"/>
                    <a:pt x="57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0" name="Google Shape;3360;p36"/>
            <p:cNvSpPr/>
            <p:nvPr/>
          </p:nvSpPr>
          <p:spPr>
            <a:xfrm>
              <a:off x="6452375" y="3925125"/>
              <a:ext cx="29325" cy="28525"/>
            </a:xfrm>
            <a:custGeom>
              <a:avLst/>
              <a:gdLst/>
              <a:ahLst/>
              <a:cxnLst/>
              <a:rect l="l" t="t" r="r" b="b"/>
              <a:pathLst>
                <a:path w="1173" h="1141" extrusionOk="0">
                  <a:moveTo>
                    <a:pt x="602" y="222"/>
                  </a:moveTo>
                  <a:cubicBezTo>
                    <a:pt x="792" y="222"/>
                    <a:pt x="919" y="380"/>
                    <a:pt x="919" y="570"/>
                  </a:cubicBezTo>
                  <a:cubicBezTo>
                    <a:pt x="919" y="728"/>
                    <a:pt x="792" y="887"/>
                    <a:pt x="602" y="887"/>
                  </a:cubicBezTo>
                  <a:cubicBezTo>
                    <a:pt x="412" y="887"/>
                    <a:pt x="254" y="728"/>
                    <a:pt x="254" y="570"/>
                  </a:cubicBezTo>
                  <a:cubicBezTo>
                    <a:pt x="254" y="380"/>
                    <a:pt x="412" y="222"/>
                    <a:pt x="602" y="222"/>
                  </a:cubicBezTo>
                  <a:close/>
                  <a:moveTo>
                    <a:pt x="602" y="0"/>
                  </a:moveTo>
                  <a:cubicBezTo>
                    <a:pt x="286" y="0"/>
                    <a:pt x="1" y="253"/>
                    <a:pt x="1" y="570"/>
                  </a:cubicBezTo>
                  <a:cubicBezTo>
                    <a:pt x="1" y="887"/>
                    <a:pt x="286" y="1140"/>
                    <a:pt x="602" y="1140"/>
                  </a:cubicBezTo>
                  <a:cubicBezTo>
                    <a:pt x="919" y="1140"/>
                    <a:pt x="1172" y="887"/>
                    <a:pt x="1172" y="570"/>
                  </a:cubicBezTo>
                  <a:cubicBezTo>
                    <a:pt x="1172" y="253"/>
                    <a:pt x="919" y="0"/>
                    <a:pt x="60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1" name="Google Shape;3361;p36"/>
            <p:cNvSpPr/>
            <p:nvPr/>
          </p:nvSpPr>
          <p:spPr>
            <a:xfrm>
              <a:off x="1246775" y="3925125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0" y="222"/>
                  </a:moveTo>
                  <a:cubicBezTo>
                    <a:pt x="760" y="222"/>
                    <a:pt x="887" y="380"/>
                    <a:pt x="887" y="570"/>
                  </a:cubicBezTo>
                  <a:cubicBezTo>
                    <a:pt x="887" y="728"/>
                    <a:pt x="760" y="887"/>
                    <a:pt x="570" y="887"/>
                  </a:cubicBezTo>
                  <a:cubicBezTo>
                    <a:pt x="380" y="887"/>
                    <a:pt x="222" y="728"/>
                    <a:pt x="222" y="570"/>
                  </a:cubicBezTo>
                  <a:cubicBezTo>
                    <a:pt x="222" y="380"/>
                    <a:pt x="380" y="222"/>
                    <a:pt x="570" y="222"/>
                  </a:cubicBezTo>
                  <a:close/>
                  <a:moveTo>
                    <a:pt x="570" y="0"/>
                  </a:moveTo>
                  <a:cubicBezTo>
                    <a:pt x="254" y="0"/>
                    <a:pt x="0" y="253"/>
                    <a:pt x="0" y="570"/>
                  </a:cubicBezTo>
                  <a:cubicBezTo>
                    <a:pt x="0" y="887"/>
                    <a:pt x="254" y="1140"/>
                    <a:pt x="570" y="1140"/>
                  </a:cubicBezTo>
                  <a:cubicBezTo>
                    <a:pt x="887" y="1140"/>
                    <a:pt x="1140" y="887"/>
                    <a:pt x="1140" y="570"/>
                  </a:cubicBezTo>
                  <a:cubicBezTo>
                    <a:pt x="1140" y="253"/>
                    <a:pt x="887" y="0"/>
                    <a:pt x="57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2" name="Google Shape;3362;p36"/>
            <p:cNvSpPr/>
            <p:nvPr/>
          </p:nvSpPr>
          <p:spPr>
            <a:xfrm>
              <a:off x="1171550" y="3925125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1" y="222"/>
                  </a:moveTo>
                  <a:cubicBezTo>
                    <a:pt x="729" y="222"/>
                    <a:pt x="888" y="380"/>
                    <a:pt x="888" y="570"/>
                  </a:cubicBezTo>
                  <a:cubicBezTo>
                    <a:pt x="888" y="728"/>
                    <a:pt x="729" y="887"/>
                    <a:pt x="571" y="887"/>
                  </a:cubicBezTo>
                  <a:cubicBezTo>
                    <a:pt x="381" y="887"/>
                    <a:pt x="223" y="728"/>
                    <a:pt x="223" y="570"/>
                  </a:cubicBezTo>
                  <a:cubicBezTo>
                    <a:pt x="223" y="380"/>
                    <a:pt x="381" y="222"/>
                    <a:pt x="571" y="222"/>
                  </a:cubicBezTo>
                  <a:close/>
                  <a:moveTo>
                    <a:pt x="571" y="0"/>
                  </a:moveTo>
                  <a:cubicBezTo>
                    <a:pt x="254" y="0"/>
                    <a:pt x="1" y="253"/>
                    <a:pt x="1" y="570"/>
                  </a:cubicBezTo>
                  <a:cubicBezTo>
                    <a:pt x="1" y="887"/>
                    <a:pt x="254" y="1140"/>
                    <a:pt x="571" y="1140"/>
                  </a:cubicBezTo>
                  <a:cubicBezTo>
                    <a:pt x="888" y="1140"/>
                    <a:pt x="1141" y="887"/>
                    <a:pt x="1141" y="570"/>
                  </a:cubicBezTo>
                  <a:cubicBezTo>
                    <a:pt x="1141" y="253"/>
                    <a:pt x="888" y="0"/>
                    <a:pt x="57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3" name="Google Shape;3363;p36"/>
            <p:cNvSpPr/>
            <p:nvPr/>
          </p:nvSpPr>
          <p:spPr>
            <a:xfrm>
              <a:off x="1096350" y="3925125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0" y="222"/>
                  </a:moveTo>
                  <a:cubicBezTo>
                    <a:pt x="760" y="222"/>
                    <a:pt x="887" y="380"/>
                    <a:pt x="887" y="570"/>
                  </a:cubicBezTo>
                  <a:cubicBezTo>
                    <a:pt x="887" y="728"/>
                    <a:pt x="760" y="887"/>
                    <a:pt x="570" y="887"/>
                  </a:cubicBezTo>
                  <a:cubicBezTo>
                    <a:pt x="380" y="887"/>
                    <a:pt x="254" y="728"/>
                    <a:pt x="254" y="570"/>
                  </a:cubicBezTo>
                  <a:cubicBezTo>
                    <a:pt x="254" y="380"/>
                    <a:pt x="380" y="222"/>
                    <a:pt x="570" y="222"/>
                  </a:cubicBezTo>
                  <a:close/>
                  <a:moveTo>
                    <a:pt x="570" y="0"/>
                  </a:moveTo>
                  <a:cubicBezTo>
                    <a:pt x="254" y="0"/>
                    <a:pt x="0" y="253"/>
                    <a:pt x="0" y="570"/>
                  </a:cubicBezTo>
                  <a:cubicBezTo>
                    <a:pt x="0" y="887"/>
                    <a:pt x="254" y="1140"/>
                    <a:pt x="570" y="1140"/>
                  </a:cubicBezTo>
                  <a:cubicBezTo>
                    <a:pt x="887" y="1140"/>
                    <a:pt x="1140" y="887"/>
                    <a:pt x="1140" y="570"/>
                  </a:cubicBezTo>
                  <a:cubicBezTo>
                    <a:pt x="1140" y="253"/>
                    <a:pt x="887" y="0"/>
                    <a:pt x="57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4" name="Google Shape;3364;p36"/>
            <p:cNvSpPr/>
            <p:nvPr/>
          </p:nvSpPr>
          <p:spPr>
            <a:xfrm>
              <a:off x="1321975" y="3925125"/>
              <a:ext cx="28550" cy="28525"/>
            </a:xfrm>
            <a:custGeom>
              <a:avLst/>
              <a:gdLst/>
              <a:ahLst/>
              <a:cxnLst/>
              <a:rect l="l" t="t" r="r" b="b"/>
              <a:pathLst>
                <a:path w="1142" h="1141" extrusionOk="0">
                  <a:moveTo>
                    <a:pt x="571" y="222"/>
                  </a:moveTo>
                  <a:cubicBezTo>
                    <a:pt x="761" y="222"/>
                    <a:pt x="888" y="380"/>
                    <a:pt x="888" y="570"/>
                  </a:cubicBezTo>
                  <a:cubicBezTo>
                    <a:pt x="888" y="728"/>
                    <a:pt x="761" y="887"/>
                    <a:pt x="571" y="887"/>
                  </a:cubicBezTo>
                  <a:cubicBezTo>
                    <a:pt x="381" y="887"/>
                    <a:pt x="223" y="728"/>
                    <a:pt x="223" y="570"/>
                  </a:cubicBezTo>
                  <a:cubicBezTo>
                    <a:pt x="223" y="380"/>
                    <a:pt x="381" y="222"/>
                    <a:pt x="571" y="222"/>
                  </a:cubicBezTo>
                  <a:close/>
                  <a:moveTo>
                    <a:pt x="571" y="0"/>
                  </a:moveTo>
                  <a:cubicBezTo>
                    <a:pt x="254" y="0"/>
                    <a:pt x="1" y="253"/>
                    <a:pt x="1" y="570"/>
                  </a:cubicBezTo>
                  <a:cubicBezTo>
                    <a:pt x="1" y="887"/>
                    <a:pt x="254" y="1140"/>
                    <a:pt x="571" y="1140"/>
                  </a:cubicBezTo>
                  <a:cubicBezTo>
                    <a:pt x="888" y="1140"/>
                    <a:pt x="1141" y="887"/>
                    <a:pt x="1141" y="570"/>
                  </a:cubicBezTo>
                  <a:cubicBezTo>
                    <a:pt x="1141" y="253"/>
                    <a:pt x="888" y="0"/>
                    <a:pt x="57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5" name="Google Shape;3365;p36"/>
            <p:cNvSpPr/>
            <p:nvPr/>
          </p:nvSpPr>
          <p:spPr>
            <a:xfrm>
              <a:off x="1396400" y="3925125"/>
              <a:ext cx="29325" cy="28525"/>
            </a:xfrm>
            <a:custGeom>
              <a:avLst/>
              <a:gdLst/>
              <a:ahLst/>
              <a:cxnLst/>
              <a:rect l="l" t="t" r="r" b="b"/>
              <a:pathLst>
                <a:path w="1173" h="1141" extrusionOk="0">
                  <a:moveTo>
                    <a:pt x="603" y="222"/>
                  </a:moveTo>
                  <a:cubicBezTo>
                    <a:pt x="761" y="222"/>
                    <a:pt x="919" y="380"/>
                    <a:pt x="919" y="570"/>
                  </a:cubicBezTo>
                  <a:cubicBezTo>
                    <a:pt x="919" y="728"/>
                    <a:pt x="761" y="887"/>
                    <a:pt x="603" y="887"/>
                  </a:cubicBezTo>
                  <a:cubicBezTo>
                    <a:pt x="413" y="887"/>
                    <a:pt x="254" y="728"/>
                    <a:pt x="254" y="570"/>
                  </a:cubicBezTo>
                  <a:cubicBezTo>
                    <a:pt x="254" y="380"/>
                    <a:pt x="413" y="222"/>
                    <a:pt x="603" y="222"/>
                  </a:cubicBezTo>
                  <a:close/>
                  <a:moveTo>
                    <a:pt x="603" y="0"/>
                  </a:moveTo>
                  <a:cubicBezTo>
                    <a:pt x="286" y="0"/>
                    <a:pt x="1" y="253"/>
                    <a:pt x="1" y="570"/>
                  </a:cubicBezTo>
                  <a:cubicBezTo>
                    <a:pt x="1" y="887"/>
                    <a:pt x="286" y="1140"/>
                    <a:pt x="603" y="1140"/>
                  </a:cubicBezTo>
                  <a:cubicBezTo>
                    <a:pt x="919" y="1140"/>
                    <a:pt x="1173" y="887"/>
                    <a:pt x="1173" y="570"/>
                  </a:cubicBezTo>
                  <a:cubicBezTo>
                    <a:pt x="1173" y="253"/>
                    <a:pt x="919" y="0"/>
                    <a:pt x="60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6" name="Google Shape;3366;p36"/>
            <p:cNvSpPr/>
            <p:nvPr/>
          </p:nvSpPr>
          <p:spPr>
            <a:xfrm>
              <a:off x="5042300" y="4270300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1" y="254"/>
                  </a:moveTo>
                  <a:cubicBezTo>
                    <a:pt x="761" y="254"/>
                    <a:pt x="888" y="381"/>
                    <a:pt x="888" y="571"/>
                  </a:cubicBezTo>
                  <a:cubicBezTo>
                    <a:pt x="888" y="761"/>
                    <a:pt x="761" y="919"/>
                    <a:pt x="571" y="919"/>
                  </a:cubicBezTo>
                  <a:cubicBezTo>
                    <a:pt x="381" y="919"/>
                    <a:pt x="254" y="761"/>
                    <a:pt x="254" y="571"/>
                  </a:cubicBezTo>
                  <a:cubicBezTo>
                    <a:pt x="254" y="381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7"/>
                    <a:pt x="254" y="1141"/>
                    <a:pt x="571" y="1141"/>
                  </a:cubicBezTo>
                  <a:cubicBezTo>
                    <a:pt x="888" y="1141"/>
                    <a:pt x="1141" y="887"/>
                    <a:pt x="1141" y="571"/>
                  </a:cubicBezTo>
                  <a:cubicBezTo>
                    <a:pt x="1141" y="254"/>
                    <a:pt x="888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7" name="Google Shape;3367;p36"/>
            <p:cNvSpPr/>
            <p:nvPr/>
          </p:nvSpPr>
          <p:spPr>
            <a:xfrm>
              <a:off x="4967100" y="4270300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0" y="254"/>
                  </a:moveTo>
                  <a:cubicBezTo>
                    <a:pt x="760" y="254"/>
                    <a:pt x="887" y="381"/>
                    <a:pt x="887" y="571"/>
                  </a:cubicBezTo>
                  <a:cubicBezTo>
                    <a:pt x="887" y="761"/>
                    <a:pt x="760" y="919"/>
                    <a:pt x="570" y="919"/>
                  </a:cubicBezTo>
                  <a:cubicBezTo>
                    <a:pt x="380" y="919"/>
                    <a:pt x="254" y="761"/>
                    <a:pt x="254" y="571"/>
                  </a:cubicBezTo>
                  <a:cubicBezTo>
                    <a:pt x="254" y="381"/>
                    <a:pt x="380" y="254"/>
                    <a:pt x="570" y="254"/>
                  </a:cubicBezTo>
                  <a:close/>
                  <a:moveTo>
                    <a:pt x="570" y="1"/>
                  </a:moveTo>
                  <a:cubicBezTo>
                    <a:pt x="254" y="1"/>
                    <a:pt x="0" y="254"/>
                    <a:pt x="0" y="571"/>
                  </a:cubicBezTo>
                  <a:cubicBezTo>
                    <a:pt x="0" y="887"/>
                    <a:pt x="254" y="1141"/>
                    <a:pt x="570" y="1141"/>
                  </a:cubicBezTo>
                  <a:cubicBezTo>
                    <a:pt x="887" y="1141"/>
                    <a:pt x="1140" y="887"/>
                    <a:pt x="1140" y="571"/>
                  </a:cubicBezTo>
                  <a:cubicBezTo>
                    <a:pt x="1140" y="254"/>
                    <a:pt x="887" y="1"/>
                    <a:pt x="57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8" name="Google Shape;3368;p36"/>
            <p:cNvSpPr/>
            <p:nvPr/>
          </p:nvSpPr>
          <p:spPr>
            <a:xfrm>
              <a:off x="4891875" y="4270300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1" y="254"/>
                  </a:moveTo>
                  <a:cubicBezTo>
                    <a:pt x="761" y="254"/>
                    <a:pt x="888" y="381"/>
                    <a:pt x="888" y="571"/>
                  </a:cubicBezTo>
                  <a:cubicBezTo>
                    <a:pt x="888" y="761"/>
                    <a:pt x="761" y="919"/>
                    <a:pt x="571" y="919"/>
                  </a:cubicBezTo>
                  <a:cubicBezTo>
                    <a:pt x="381" y="919"/>
                    <a:pt x="254" y="761"/>
                    <a:pt x="254" y="571"/>
                  </a:cubicBezTo>
                  <a:cubicBezTo>
                    <a:pt x="254" y="381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7"/>
                    <a:pt x="254" y="1141"/>
                    <a:pt x="571" y="1141"/>
                  </a:cubicBezTo>
                  <a:cubicBezTo>
                    <a:pt x="888" y="1141"/>
                    <a:pt x="1141" y="887"/>
                    <a:pt x="1141" y="571"/>
                  </a:cubicBezTo>
                  <a:cubicBezTo>
                    <a:pt x="1141" y="254"/>
                    <a:pt x="888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9" name="Google Shape;3369;p36"/>
            <p:cNvSpPr/>
            <p:nvPr/>
          </p:nvSpPr>
          <p:spPr>
            <a:xfrm>
              <a:off x="5117525" y="4270300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1" y="254"/>
                  </a:moveTo>
                  <a:cubicBezTo>
                    <a:pt x="729" y="254"/>
                    <a:pt x="887" y="381"/>
                    <a:pt x="887" y="571"/>
                  </a:cubicBezTo>
                  <a:cubicBezTo>
                    <a:pt x="887" y="761"/>
                    <a:pt x="729" y="919"/>
                    <a:pt x="571" y="919"/>
                  </a:cubicBezTo>
                  <a:cubicBezTo>
                    <a:pt x="381" y="919"/>
                    <a:pt x="222" y="761"/>
                    <a:pt x="222" y="571"/>
                  </a:cubicBezTo>
                  <a:cubicBezTo>
                    <a:pt x="222" y="381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0" y="254"/>
                    <a:pt x="0" y="571"/>
                  </a:cubicBezTo>
                  <a:cubicBezTo>
                    <a:pt x="0" y="887"/>
                    <a:pt x="254" y="1141"/>
                    <a:pt x="571" y="1141"/>
                  </a:cubicBezTo>
                  <a:cubicBezTo>
                    <a:pt x="887" y="1141"/>
                    <a:pt x="1141" y="887"/>
                    <a:pt x="1141" y="571"/>
                  </a:cubicBezTo>
                  <a:cubicBezTo>
                    <a:pt x="1141" y="254"/>
                    <a:pt x="887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0" name="Google Shape;3370;p36"/>
            <p:cNvSpPr/>
            <p:nvPr/>
          </p:nvSpPr>
          <p:spPr>
            <a:xfrm>
              <a:off x="5192750" y="4270300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0" y="254"/>
                  </a:moveTo>
                  <a:cubicBezTo>
                    <a:pt x="760" y="254"/>
                    <a:pt x="887" y="381"/>
                    <a:pt x="887" y="571"/>
                  </a:cubicBezTo>
                  <a:cubicBezTo>
                    <a:pt x="887" y="761"/>
                    <a:pt x="760" y="919"/>
                    <a:pt x="570" y="919"/>
                  </a:cubicBezTo>
                  <a:cubicBezTo>
                    <a:pt x="380" y="919"/>
                    <a:pt x="222" y="761"/>
                    <a:pt x="222" y="571"/>
                  </a:cubicBezTo>
                  <a:cubicBezTo>
                    <a:pt x="222" y="381"/>
                    <a:pt x="380" y="254"/>
                    <a:pt x="570" y="254"/>
                  </a:cubicBezTo>
                  <a:close/>
                  <a:moveTo>
                    <a:pt x="570" y="1"/>
                  </a:moveTo>
                  <a:cubicBezTo>
                    <a:pt x="253" y="1"/>
                    <a:pt x="0" y="254"/>
                    <a:pt x="0" y="571"/>
                  </a:cubicBezTo>
                  <a:cubicBezTo>
                    <a:pt x="0" y="887"/>
                    <a:pt x="253" y="1141"/>
                    <a:pt x="570" y="1141"/>
                  </a:cubicBezTo>
                  <a:cubicBezTo>
                    <a:pt x="887" y="1141"/>
                    <a:pt x="1140" y="887"/>
                    <a:pt x="1140" y="571"/>
                  </a:cubicBezTo>
                  <a:cubicBezTo>
                    <a:pt x="1140" y="254"/>
                    <a:pt x="887" y="1"/>
                    <a:pt x="57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1" name="Google Shape;3371;p36"/>
            <p:cNvSpPr/>
            <p:nvPr/>
          </p:nvSpPr>
          <p:spPr>
            <a:xfrm>
              <a:off x="2507200" y="4270300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1" y="254"/>
                  </a:moveTo>
                  <a:cubicBezTo>
                    <a:pt x="761" y="254"/>
                    <a:pt x="887" y="381"/>
                    <a:pt x="887" y="571"/>
                  </a:cubicBezTo>
                  <a:cubicBezTo>
                    <a:pt x="887" y="761"/>
                    <a:pt x="761" y="919"/>
                    <a:pt x="571" y="919"/>
                  </a:cubicBezTo>
                  <a:cubicBezTo>
                    <a:pt x="381" y="919"/>
                    <a:pt x="254" y="761"/>
                    <a:pt x="254" y="571"/>
                  </a:cubicBezTo>
                  <a:cubicBezTo>
                    <a:pt x="254" y="381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7"/>
                    <a:pt x="254" y="1141"/>
                    <a:pt x="571" y="1141"/>
                  </a:cubicBezTo>
                  <a:cubicBezTo>
                    <a:pt x="887" y="1141"/>
                    <a:pt x="1141" y="887"/>
                    <a:pt x="1141" y="571"/>
                  </a:cubicBezTo>
                  <a:cubicBezTo>
                    <a:pt x="1141" y="254"/>
                    <a:pt x="887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2" name="Google Shape;3372;p36"/>
            <p:cNvSpPr/>
            <p:nvPr/>
          </p:nvSpPr>
          <p:spPr>
            <a:xfrm>
              <a:off x="2431975" y="4270300"/>
              <a:ext cx="28550" cy="28525"/>
            </a:xfrm>
            <a:custGeom>
              <a:avLst/>
              <a:gdLst/>
              <a:ahLst/>
              <a:cxnLst/>
              <a:rect l="l" t="t" r="r" b="b"/>
              <a:pathLst>
                <a:path w="1142" h="1141" extrusionOk="0"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7"/>
                    <a:pt x="254" y="1141"/>
                    <a:pt x="571" y="1141"/>
                  </a:cubicBezTo>
                  <a:cubicBezTo>
                    <a:pt x="888" y="1141"/>
                    <a:pt x="1141" y="887"/>
                    <a:pt x="1141" y="571"/>
                  </a:cubicBezTo>
                  <a:cubicBezTo>
                    <a:pt x="1141" y="254"/>
                    <a:pt x="888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3" name="Google Shape;3373;p36"/>
            <p:cNvSpPr/>
            <p:nvPr/>
          </p:nvSpPr>
          <p:spPr>
            <a:xfrm>
              <a:off x="2356775" y="4270300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0" y="254"/>
                  </a:moveTo>
                  <a:cubicBezTo>
                    <a:pt x="760" y="254"/>
                    <a:pt x="887" y="381"/>
                    <a:pt x="887" y="571"/>
                  </a:cubicBezTo>
                  <a:cubicBezTo>
                    <a:pt x="887" y="761"/>
                    <a:pt x="760" y="919"/>
                    <a:pt x="570" y="919"/>
                  </a:cubicBezTo>
                  <a:cubicBezTo>
                    <a:pt x="380" y="919"/>
                    <a:pt x="222" y="761"/>
                    <a:pt x="222" y="571"/>
                  </a:cubicBezTo>
                  <a:cubicBezTo>
                    <a:pt x="222" y="381"/>
                    <a:pt x="380" y="254"/>
                    <a:pt x="570" y="254"/>
                  </a:cubicBezTo>
                  <a:close/>
                  <a:moveTo>
                    <a:pt x="570" y="1"/>
                  </a:moveTo>
                  <a:cubicBezTo>
                    <a:pt x="254" y="1"/>
                    <a:pt x="0" y="254"/>
                    <a:pt x="0" y="571"/>
                  </a:cubicBezTo>
                  <a:cubicBezTo>
                    <a:pt x="0" y="887"/>
                    <a:pt x="254" y="1141"/>
                    <a:pt x="570" y="1141"/>
                  </a:cubicBezTo>
                  <a:cubicBezTo>
                    <a:pt x="887" y="1141"/>
                    <a:pt x="1141" y="887"/>
                    <a:pt x="1141" y="571"/>
                  </a:cubicBezTo>
                  <a:cubicBezTo>
                    <a:pt x="1141" y="254"/>
                    <a:pt x="887" y="1"/>
                    <a:pt x="57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4" name="Google Shape;3374;p36"/>
            <p:cNvSpPr/>
            <p:nvPr/>
          </p:nvSpPr>
          <p:spPr>
            <a:xfrm>
              <a:off x="2582425" y="4270300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0" y="254"/>
                  </a:moveTo>
                  <a:cubicBezTo>
                    <a:pt x="760" y="254"/>
                    <a:pt x="887" y="381"/>
                    <a:pt x="887" y="571"/>
                  </a:cubicBezTo>
                  <a:cubicBezTo>
                    <a:pt x="887" y="761"/>
                    <a:pt x="760" y="919"/>
                    <a:pt x="570" y="919"/>
                  </a:cubicBezTo>
                  <a:cubicBezTo>
                    <a:pt x="380" y="919"/>
                    <a:pt x="222" y="761"/>
                    <a:pt x="222" y="571"/>
                  </a:cubicBezTo>
                  <a:cubicBezTo>
                    <a:pt x="222" y="381"/>
                    <a:pt x="380" y="254"/>
                    <a:pt x="570" y="254"/>
                  </a:cubicBezTo>
                  <a:close/>
                  <a:moveTo>
                    <a:pt x="570" y="1"/>
                  </a:moveTo>
                  <a:cubicBezTo>
                    <a:pt x="253" y="1"/>
                    <a:pt x="0" y="254"/>
                    <a:pt x="0" y="571"/>
                  </a:cubicBezTo>
                  <a:cubicBezTo>
                    <a:pt x="0" y="887"/>
                    <a:pt x="253" y="1141"/>
                    <a:pt x="570" y="1141"/>
                  </a:cubicBezTo>
                  <a:cubicBezTo>
                    <a:pt x="887" y="1141"/>
                    <a:pt x="1140" y="887"/>
                    <a:pt x="1140" y="571"/>
                  </a:cubicBezTo>
                  <a:cubicBezTo>
                    <a:pt x="1140" y="254"/>
                    <a:pt x="887" y="1"/>
                    <a:pt x="57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5" name="Google Shape;3375;p36"/>
            <p:cNvSpPr/>
            <p:nvPr/>
          </p:nvSpPr>
          <p:spPr>
            <a:xfrm>
              <a:off x="2657625" y="4270300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1" y="254"/>
                  </a:moveTo>
                  <a:cubicBezTo>
                    <a:pt x="761" y="254"/>
                    <a:pt x="887" y="381"/>
                    <a:pt x="887" y="571"/>
                  </a:cubicBezTo>
                  <a:cubicBezTo>
                    <a:pt x="887" y="761"/>
                    <a:pt x="761" y="919"/>
                    <a:pt x="571" y="919"/>
                  </a:cubicBezTo>
                  <a:cubicBezTo>
                    <a:pt x="381" y="919"/>
                    <a:pt x="222" y="761"/>
                    <a:pt x="222" y="571"/>
                  </a:cubicBezTo>
                  <a:cubicBezTo>
                    <a:pt x="222" y="381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7"/>
                    <a:pt x="254" y="1141"/>
                    <a:pt x="571" y="1141"/>
                  </a:cubicBezTo>
                  <a:cubicBezTo>
                    <a:pt x="887" y="1141"/>
                    <a:pt x="1141" y="887"/>
                    <a:pt x="1141" y="571"/>
                  </a:cubicBezTo>
                  <a:cubicBezTo>
                    <a:pt x="1141" y="254"/>
                    <a:pt x="887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6" name="Google Shape;3376;p36"/>
            <p:cNvSpPr/>
            <p:nvPr/>
          </p:nvSpPr>
          <p:spPr>
            <a:xfrm>
              <a:off x="3772375" y="3507075"/>
              <a:ext cx="28525" cy="29325"/>
            </a:xfrm>
            <a:custGeom>
              <a:avLst/>
              <a:gdLst/>
              <a:ahLst/>
              <a:cxnLst/>
              <a:rect l="l" t="t" r="r" b="b"/>
              <a:pathLst>
                <a:path w="1141" h="1173" extrusionOk="0">
                  <a:moveTo>
                    <a:pt x="571" y="254"/>
                  </a:moveTo>
                  <a:cubicBezTo>
                    <a:pt x="761" y="254"/>
                    <a:pt x="887" y="413"/>
                    <a:pt x="887" y="571"/>
                  </a:cubicBezTo>
                  <a:cubicBezTo>
                    <a:pt x="887" y="761"/>
                    <a:pt x="761" y="919"/>
                    <a:pt x="571" y="919"/>
                  </a:cubicBezTo>
                  <a:cubicBezTo>
                    <a:pt x="381" y="919"/>
                    <a:pt x="254" y="761"/>
                    <a:pt x="254" y="571"/>
                  </a:cubicBezTo>
                  <a:cubicBezTo>
                    <a:pt x="254" y="413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8"/>
                    <a:pt x="254" y="1173"/>
                    <a:pt x="571" y="1173"/>
                  </a:cubicBezTo>
                  <a:cubicBezTo>
                    <a:pt x="887" y="1173"/>
                    <a:pt x="1141" y="888"/>
                    <a:pt x="1141" y="571"/>
                  </a:cubicBezTo>
                  <a:cubicBezTo>
                    <a:pt x="1141" y="254"/>
                    <a:pt x="887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7" name="Google Shape;3377;p36"/>
            <p:cNvSpPr/>
            <p:nvPr/>
          </p:nvSpPr>
          <p:spPr>
            <a:xfrm>
              <a:off x="3621950" y="3507075"/>
              <a:ext cx="28525" cy="29325"/>
            </a:xfrm>
            <a:custGeom>
              <a:avLst/>
              <a:gdLst/>
              <a:ahLst/>
              <a:cxnLst/>
              <a:rect l="l" t="t" r="r" b="b"/>
              <a:pathLst>
                <a:path w="1141" h="1173" extrusionOk="0">
                  <a:moveTo>
                    <a:pt x="571" y="254"/>
                  </a:moveTo>
                  <a:cubicBezTo>
                    <a:pt x="761" y="254"/>
                    <a:pt x="887" y="413"/>
                    <a:pt x="887" y="571"/>
                  </a:cubicBezTo>
                  <a:cubicBezTo>
                    <a:pt x="887" y="761"/>
                    <a:pt x="761" y="919"/>
                    <a:pt x="571" y="919"/>
                  </a:cubicBezTo>
                  <a:cubicBezTo>
                    <a:pt x="381" y="919"/>
                    <a:pt x="254" y="761"/>
                    <a:pt x="254" y="571"/>
                  </a:cubicBezTo>
                  <a:cubicBezTo>
                    <a:pt x="254" y="413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8"/>
                    <a:pt x="254" y="1173"/>
                    <a:pt x="571" y="1173"/>
                  </a:cubicBezTo>
                  <a:cubicBezTo>
                    <a:pt x="887" y="1173"/>
                    <a:pt x="1141" y="888"/>
                    <a:pt x="1141" y="571"/>
                  </a:cubicBezTo>
                  <a:cubicBezTo>
                    <a:pt x="1141" y="254"/>
                    <a:pt x="887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8" name="Google Shape;3378;p36"/>
            <p:cNvSpPr/>
            <p:nvPr/>
          </p:nvSpPr>
          <p:spPr>
            <a:xfrm>
              <a:off x="3697175" y="3507075"/>
              <a:ext cx="28525" cy="29325"/>
            </a:xfrm>
            <a:custGeom>
              <a:avLst/>
              <a:gdLst/>
              <a:ahLst/>
              <a:cxnLst/>
              <a:rect l="l" t="t" r="r" b="b"/>
              <a:pathLst>
                <a:path w="1141" h="1173" extrusionOk="0">
                  <a:moveTo>
                    <a:pt x="570" y="254"/>
                  </a:moveTo>
                  <a:cubicBezTo>
                    <a:pt x="760" y="254"/>
                    <a:pt x="887" y="413"/>
                    <a:pt x="887" y="571"/>
                  </a:cubicBezTo>
                  <a:cubicBezTo>
                    <a:pt x="887" y="761"/>
                    <a:pt x="760" y="919"/>
                    <a:pt x="570" y="919"/>
                  </a:cubicBezTo>
                  <a:cubicBezTo>
                    <a:pt x="380" y="919"/>
                    <a:pt x="254" y="761"/>
                    <a:pt x="254" y="571"/>
                  </a:cubicBezTo>
                  <a:cubicBezTo>
                    <a:pt x="254" y="413"/>
                    <a:pt x="380" y="254"/>
                    <a:pt x="570" y="254"/>
                  </a:cubicBezTo>
                  <a:close/>
                  <a:moveTo>
                    <a:pt x="570" y="1"/>
                  </a:moveTo>
                  <a:cubicBezTo>
                    <a:pt x="254" y="1"/>
                    <a:pt x="0" y="254"/>
                    <a:pt x="0" y="571"/>
                  </a:cubicBezTo>
                  <a:cubicBezTo>
                    <a:pt x="0" y="888"/>
                    <a:pt x="254" y="1173"/>
                    <a:pt x="570" y="1173"/>
                  </a:cubicBezTo>
                  <a:cubicBezTo>
                    <a:pt x="887" y="1173"/>
                    <a:pt x="1140" y="888"/>
                    <a:pt x="1140" y="571"/>
                  </a:cubicBezTo>
                  <a:cubicBezTo>
                    <a:pt x="1140" y="254"/>
                    <a:pt x="887" y="1"/>
                    <a:pt x="57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9" name="Google Shape;3379;p36"/>
            <p:cNvSpPr/>
            <p:nvPr/>
          </p:nvSpPr>
          <p:spPr>
            <a:xfrm>
              <a:off x="3847600" y="3507075"/>
              <a:ext cx="28525" cy="29325"/>
            </a:xfrm>
            <a:custGeom>
              <a:avLst/>
              <a:gdLst/>
              <a:ahLst/>
              <a:cxnLst/>
              <a:rect l="l" t="t" r="r" b="b"/>
              <a:pathLst>
                <a:path w="1141" h="1173" extrusionOk="0">
                  <a:moveTo>
                    <a:pt x="570" y="254"/>
                  </a:moveTo>
                  <a:cubicBezTo>
                    <a:pt x="760" y="254"/>
                    <a:pt x="887" y="413"/>
                    <a:pt x="887" y="571"/>
                  </a:cubicBezTo>
                  <a:cubicBezTo>
                    <a:pt x="887" y="761"/>
                    <a:pt x="760" y="919"/>
                    <a:pt x="570" y="919"/>
                  </a:cubicBezTo>
                  <a:cubicBezTo>
                    <a:pt x="380" y="919"/>
                    <a:pt x="254" y="761"/>
                    <a:pt x="254" y="571"/>
                  </a:cubicBezTo>
                  <a:cubicBezTo>
                    <a:pt x="254" y="413"/>
                    <a:pt x="380" y="254"/>
                    <a:pt x="570" y="254"/>
                  </a:cubicBezTo>
                  <a:close/>
                  <a:moveTo>
                    <a:pt x="570" y="1"/>
                  </a:moveTo>
                  <a:cubicBezTo>
                    <a:pt x="254" y="1"/>
                    <a:pt x="0" y="254"/>
                    <a:pt x="0" y="571"/>
                  </a:cubicBezTo>
                  <a:cubicBezTo>
                    <a:pt x="0" y="888"/>
                    <a:pt x="254" y="1173"/>
                    <a:pt x="570" y="1173"/>
                  </a:cubicBezTo>
                  <a:cubicBezTo>
                    <a:pt x="887" y="1173"/>
                    <a:pt x="1140" y="888"/>
                    <a:pt x="1140" y="571"/>
                  </a:cubicBezTo>
                  <a:cubicBezTo>
                    <a:pt x="1140" y="254"/>
                    <a:pt x="887" y="1"/>
                    <a:pt x="57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0" name="Google Shape;3380;p36"/>
            <p:cNvSpPr/>
            <p:nvPr/>
          </p:nvSpPr>
          <p:spPr>
            <a:xfrm>
              <a:off x="3922800" y="3507075"/>
              <a:ext cx="28525" cy="29325"/>
            </a:xfrm>
            <a:custGeom>
              <a:avLst/>
              <a:gdLst/>
              <a:ahLst/>
              <a:cxnLst/>
              <a:rect l="l" t="t" r="r" b="b"/>
              <a:pathLst>
                <a:path w="1141" h="1173" extrusionOk="0">
                  <a:moveTo>
                    <a:pt x="571" y="254"/>
                  </a:moveTo>
                  <a:cubicBezTo>
                    <a:pt x="761" y="254"/>
                    <a:pt x="888" y="413"/>
                    <a:pt x="888" y="571"/>
                  </a:cubicBezTo>
                  <a:cubicBezTo>
                    <a:pt x="888" y="761"/>
                    <a:pt x="761" y="919"/>
                    <a:pt x="571" y="919"/>
                  </a:cubicBezTo>
                  <a:cubicBezTo>
                    <a:pt x="381" y="919"/>
                    <a:pt x="223" y="761"/>
                    <a:pt x="223" y="571"/>
                  </a:cubicBezTo>
                  <a:cubicBezTo>
                    <a:pt x="223" y="413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8"/>
                    <a:pt x="254" y="1173"/>
                    <a:pt x="571" y="1173"/>
                  </a:cubicBezTo>
                  <a:cubicBezTo>
                    <a:pt x="888" y="1173"/>
                    <a:pt x="1141" y="888"/>
                    <a:pt x="1141" y="571"/>
                  </a:cubicBezTo>
                  <a:cubicBezTo>
                    <a:pt x="1141" y="254"/>
                    <a:pt x="888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1" name="Google Shape;3381;p36"/>
            <p:cNvSpPr/>
            <p:nvPr/>
          </p:nvSpPr>
          <p:spPr>
            <a:xfrm>
              <a:off x="591225" y="3118350"/>
              <a:ext cx="72850" cy="72850"/>
            </a:xfrm>
            <a:custGeom>
              <a:avLst/>
              <a:gdLst/>
              <a:ahLst/>
              <a:cxnLst/>
              <a:rect l="l" t="t" r="r" b="b"/>
              <a:pathLst>
                <a:path w="2914" h="2914" extrusionOk="0">
                  <a:moveTo>
                    <a:pt x="1457" y="412"/>
                  </a:moveTo>
                  <a:cubicBezTo>
                    <a:pt x="2027" y="412"/>
                    <a:pt x="2502" y="887"/>
                    <a:pt x="2502" y="1457"/>
                  </a:cubicBezTo>
                  <a:cubicBezTo>
                    <a:pt x="2502" y="2027"/>
                    <a:pt x="2027" y="2502"/>
                    <a:pt x="1457" y="2502"/>
                  </a:cubicBezTo>
                  <a:cubicBezTo>
                    <a:pt x="887" y="2502"/>
                    <a:pt x="412" y="2027"/>
                    <a:pt x="412" y="1457"/>
                  </a:cubicBezTo>
                  <a:cubicBezTo>
                    <a:pt x="412" y="887"/>
                    <a:pt x="887" y="412"/>
                    <a:pt x="1457" y="412"/>
                  </a:cubicBezTo>
                  <a:close/>
                  <a:moveTo>
                    <a:pt x="1457" y="0"/>
                  </a:moveTo>
                  <a:cubicBezTo>
                    <a:pt x="665" y="0"/>
                    <a:pt x="0" y="665"/>
                    <a:pt x="0" y="1457"/>
                  </a:cubicBezTo>
                  <a:cubicBezTo>
                    <a:pt x="0" y="2249"/>
                    <a:pt x="665" y="2914"/>
                    <a:pt x="1457" y="2914"/>
                  </a:cubicBezTo>
                  <a:cubicBezTo>
                    <a:pt x="2249" y="2914"/>
                    <a:pt x="2914" y="2249"/>
                    <a:pt x="2914" y="1457"/>
                  </a:cubicBezTo>
                  <a:cubicBezTo>
                    <a:pt x="2914" y="665"/>
                    <a:pt x="2249" y="0"/>
                    <a:pt x="145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2" name="Google Shape;3382;p36"/>
            <p:cNvSpPr/>
            <p:nvPr/>
          </p:nvSpPr>
          <p:spPr>
            <a:xfrm>
              <a:off x="6922650" y="3058975"/>
              <a:ext cx="72075" cy="72075"/>
            </a:xfrm>
            <a:custGeom>
              <a:avLst/>
              <a:gdLst/>
              <a:ahLst/>
              <a:cxnLst/>
              <a:rect l="l" t="t" r="r" b="b"/>
              <a:pathLst>
                <a:path w="2883" h="2883" extrusionOk="0">
                  <a:moveTo>
                    <a:pt x="1426" y="412"/>
                  </a:moveTo>
                  <a:cubicBezTo>
                    <a:pt x="1996" y="412"/>
                    <a:pt x="2471" y="887"/>
                    <a:pt x="2471" y="1457"/>
                  </a:cubicBezTo>
                  <a:cubicBezTo>
                    <a:pt x="2471" y="2027"/>
                    <a:pt x="1996" y="2470"/>
                    <a:pt x="1426" y="2470"/>
                  </a:cubicBezTo>
                  <a:cubicBezTo>
                    <a:pt x="856" y="2470"/>
                    <a:pt x="381" y="2027"/>
                    <a:pt x="381" y="1457"/>
                  </a:cubicBezTo>
                  <a:cubicBezTo>
                    <a:pt x="381" y="887"/>
                    <a:pt x="856" y="412"/>
                    <a:pt x="1426" y="412"/>
                  </a:cubicBezTo>
                  <a:close/>
                  <a:moveTo>
                    <a:pt x="1426" y="0"/>
                  </a:moveTo>
                  <a:cubicBezTo>
                    <a:pt x="634" y="0"/>
                    <a:pt x="1" y="634"/>
                    <a:pt x="1" y="1457"/>
                  </a:cubicBezTo>
                  <a:cubicBezTo>
                    <a:pt x="1" y="2249"/>
                    <a:pt x="634" y="2882"/>
                    <a:pt x="1426" y="2882"/>
                  </a:cubicBezTo>
                  <a:cubicBezTo>
                    <a:pt x="2249" y="2882"/>
                    <a:pt x="2883" y="2249"/>
                    <a:pt x="2883" y="1457"/>
                  </a:cubicBezTo>
                  <a:cubicBezTo>
                    <a:pt x="2883" y="634"/>
                    <a:pt x="2249" y="0"/>
                    <a:pt x="142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3" name="Google Shape;3383;p36"/>
            <p:cNvSpPr/>
            <p:nvPr/>
          </p:nvSpPr>
          <p:spPr>
            <a:xfrm>
              <a:off x="1245975" y="3925125"/>
              <a:ext cx="29325" cy="28525"/>
            </a:xfrm>
            <a:custGeom>
              <a:avLst/>
              <a:gdLst/>
              <a:ahLst/>
              <a:cxnLst/>
              <a:rect l="l" t="t" r="r" b="b"/>
              <a:pathLst>
                <a:path w="1173" h="1141" extrusionOk="0">
                  <a:moveTo>
                    <a:pt x="602" y="0"/>
                  </a:moveTo>
                  <a:cubicBezTo>
                    <a:pt x="286" y="0"/>
                    <a:pt x="1" y="253"/>
                    <a:pt x="1" y="570"/>
                  </a:cubicBezTo>
                  <a:cubicBezTo>
                    <a:pt x="1" y="887"/>
                    <a:pt x="286" y="1140"/>
                    <a:pt x="602" y="1140"/>
                  </a:cubicBezTo>
                  <a:cubicBezTo>
                    <a:pt x="919" y="1140"/>
                    <a:pt x="1172" y="887"/>
                    <a:pt x="1172" y="570"/>
                  </a:cubicBezTo>
                  <a:cubicBezTo>
                    <a:pt x="1172" y="253"/>
                    <a:pt x="919" y="0"/>
                    <a:pt x="60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4" name="Google Shape;3384;p36"/>
            <p:cNvSpPr/>
            <p:nvPr/>
          </p:nvSpPr>
          <p:spPr>
            <a:xfrm>
              <a:off x="3772375" y="3507075"/>
              <a:ext cx="28525" cy="29325"/>
            </a:xfrm>
            <a:custGeom>
              <a:avLst/>
              <a:gdLst/>
              <a:ahLst/>
              <a:cxnLst/>
              <a:rect l="l" t="t" r="r" b="b"/>
              <a:pathLst>
                <a:path w="1141" h="1173" extrusionOk="0"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8"/>
                    <a:pt x="254" y="1173"/>
                    <a:pt x="571" y="1173"/>
                  </a:cubicBezTo>
                  <a:cubicBezTo>
                    <a:pt x="887" y="1173"/>
                    <a:pt x="1141" y="888"/>
                    <a:pt x="1141" y="571"/>
                  </a:cubicBezTo>
                  <a:cubicBezTo>
                    <a:pt x="1141" y="254"/>
                    <a:pt x="887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5" name="Google Shape;3385;p36"/>
            <p:cNvSpPr/>
            <p:nvPr/>
          </p:nvSpPr>
          <p:spPr>
            <a:xfrm>
              <a:off x="5040725" y="4270025"/>
              <a:ext cx="31700" cy="29075"/>
            </a:xfrm>
            <a:custGeom>
              <a:avLst/>
              <a:gdLst/>
              <a:ahLst/>
              <a:cxnLst/>
              <a:rect l="l" t="t" r="r" b="b"/>
              <a:pathLst>
                <a:path w="1268" h="1163" extrusionOk="0">
                  <a:moveTo>
                    <a:pt x="621" y="1"/>
                  </a:moveTo>
                  <a:cubicBezTo>
                    <a:pt x="349" y="1"/>
                    <a:pt x="120" y="207"/>
                    <a:pt x="64" y="487"/>
                  </a:cubicBezTo>
                  <a:cubicBezTo>
                    <a:pt x="1" y="803"/>
                    <a:pt x="222" y="1088"/>
                    <a:pt x="539" y="1152"/>
                  </a:cubicBezTo>
                  <a:cubicBezTo>
                    <a:pt x="576" y="1159"/>
                    <a:pt x="612" y="1163"/>
                    <a:pt x="647" y="1163"/>
                  </a:cubicBezTo>
                  <a:cubicBezTo>
                    <a:pt x="919" y="1163"/>
                    <a:pt x="1148" y="957"/>
                    <a:pt x="1204" y="677"/>
                  </a:cubicBezTo>
                  <a:cubicBezTo>
                    <a:pt x="1267" y="360"/>
                    <a:pt x="1046" y="75"/>
                    <a:pt x="729" y="12"/>
                  </a:cubicBezTo>
                  <a:cubicBezTo>
                    <a:pt x="692" y="4"/>
                    <a:pt x="656" y="1"/>
                    <a:pt x="62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6" name="Google Shape;3386;p36"/>
            <p:cNvSpPr/>
            <p:nvPr/>
          </p:nvSpPr>
          <p:spPr>
            <a:xfrm>
              <a:off x="6302750" y="3925125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0" y="0"/>
                  </a:moveTo>
                  <a:cubicBezTo>
                    <a:pt x="253" y="0"/>
                    <a:pt x="0" y="253"/>
                    <a:pt x="0" y="570"/>
                  </a:cubicBezTo>
                  <a:cubicBezTo>
                    <a:pt x="0" y="887"/>
                    <a:pt x="253" y="1140"/>
                    <a:pt x="570" y="1140"/>
                  </a:cubicBezTo>
                  <a:cubicBezTo>
                    <a:pt x="887" y="1140"/>
                    <a:pt x="1140" y="887"/>
                    <a:pt x="1140" y="570"/>
                  </a:cubicBezTo>
                  <a:cubicBezTo>
                    <a:pt x="1140" y="253"/>
                    <a:pt x="887" y="0"/>
                    <a:pt x="57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7" name="Google Shape;3387;p36"/>
            <p:cNvSpPr/>
            <p:nvPr/>
          </p:nvSpPr>
          <p:spPr>
            <a:xfrm>
              <a:off x="5962300" y="2754750"/>
              <a:ext cx="233575" cy="231400"/>
            </a:xfrm>
            <a:custGeom>
              <a:avLst/>
              <a:gdLst/>
              <a:ahLst/>
              <a:cxnLst/>
              <a:rect l="l" t="t" r="r" b="b"/>
              <a:pathLst>
                <a:path w="9343" h="9256" extrusionOk="0">
                  <a:moveTo>
                    <a:pt x="209" y="0"/>
                  </a:moveTo>
                  <a:cubicBezTo>
                    <a:pt x="192" y="0"/>
                    <a:pt x="176" y="3"/>
                    <a:pt x="159" y="8"/>
                  </a:cubicBezTo>
                  <a:cubicBezTo>
                    <a:pt x="64" y="40"/>
                    <a:pt x="0" y="167"/>
                    <a:pt x="32" y="262"/>
                  </a:cubicBezTo>
                  <a:cubicBezTo>
                    <a:pt x="254" y="832"/>
                    <a:pt x="475" y="1433"/>
                    <a:pt x="760" y="2004"/>
                  </a:cubicBezTo>
                  <a:cubicBezTo>
                    <a:pt x="792" y="2067"/>
                    <a:pt x="855" y="2099"/>
                    <a:pt x="919" y="2099"/>
                  </a:cubicBezTo>
                  <a:cubicBezTo>
                    <a:pt x="950" y="2099"/>
                    <a:pt x="982" y="2099"/>
                    <a:pt x="1014" y="2067"/>
                  </a:cubicBezTo>
                  <a:cubicBezTo>
                    <a:pt x="1109" y="2035"/>
                    <a:pt x="1140" y="1909"/>
                    <a:pt x="1109" y="1814"/>
                  </a:cubicBezTo>
                  <a:cubicBezTo>
                    <a:pt x="824" y="1275"/>
                    <a:pt x="602" y="705"/>
                    <a:pt x="380" y="135"/>
                  </a:cubicBezTo>
                  <a:cubicBezTo>
                    <a:pt x="354" y="57"/>
                    <a:pt x="285" y="0"/>
                    <a:pt x="209" y="0"/>
                  </a:cubicBezTo>
                  <a:close/>
                  <a:moveTo>
                    <a:pt x="1867" y="3331"/>
                  </a:moveTo>
                  <a:cubicBezTo>
                    <a:pt x="1831" y="3331"/>
                    <a:pt x="1798" y="3341"/>
                    <a:pt x="1774" y="3365"/>
                  </a:cubicBezTo>
                  <a:cubicBezTo>
                    <a:pt x="1679" y="3429"/>
                    <a:pt x="1647" y="3524"/>
                    <a:pt x="1710" y="3619"/>
                  </a:cubicBezTo>
                  <a:cubicBezTo>
                    <a:pt x="2059" y="4125"/>
                    <a:pt x="2439" y="4632"/>
                    <a:pt x="2851" y="5107"/>
                  </a:cubicBezTo>
                  <a:cubicBezTo>
                    <a:pt x="2914" y="5139"/>
                    <a:pt x="2946" y="5170"/>
                    <a:pt x="3009" y="5170"/>
                  </a:cubicBezTo>
                  <a:cubicBezTo>
                    <a:pt x="3041" y="5170"/>
                    <a:pt x="3104" y="5139"/>
                    <a:pt x="3136" y="5139"/>
                  </a:cubicBezTo>
                  <a:cubicBezTo>
                    <a:pt x="3199" y="5044"/>
                    <a:pt x="3199" y="4949"/>
                    <a:pt x="3136" y="4854"/>
                  </a:cubicBezTo>
                  <a:cubicBezTo>
                    <a:pt x="2724" y="4410"/>
                    <a:pt x="2376" y="3904"/>
                    <a:pt x="2027" y="3397"/>
                  </a:cubicBezTo>
                  <a:cubicBezTo>
                    <a:pt x="1988" y="3358"/>
                    <a:pt x="1925" y="3331"/>
                    <a:pt x="1867" y="3331"/>
                  </a:cubicBezTo>
                  <a:close/>
                  <a:moveTo>
                    <a:pt x="4322" y="6108"/>
                  </a:moveTo>
                  <a:cubicBezTo>
                    <a:pt x="4270" y="6108"/>
                    <a:pt x="4216" y="6132"/>
                    <a:pt x="4181" y="6184"/>
                  </a:cubicBezTo>
                  <a:cubicBezTo>
                    <a:pt x="4117" y="6247"/>
                    <a:pt x="4117" y="6374"/>
                    <a:pt x="4212" y="6437"/>
                  </a:cubicBezTo>
                  <a:cubicBezTo>
                    <a:pt x="4656" y="6849"/>
                    <a:pt x="5162" y="7229"/>
                    <a:pt x="5701" y="7577"/>
                  </a:cubicBezTo>
                  <a:cubicBezTo>
                    <a:pt x="5732" y="7609"/>
                    <a:pt x="5764" y="7609"/>
                    <a:pt x="5796" y="7609"/>
                  </a:cubicBezTo>
                  <a:cubicBezTo>
                    <a:pt x="5859" y="7609"/>
                    <a:pt x="5922" y="7577"/>
                    <a:pt x="5954" y="7514"/>
                  </a:cubicBezTo>
                  <a:cubicBezTo>
                    <a:pt x="6017" y="7451"/>
                    <a:pt x="5986" y="7324"/>
                    <a:pt x="5891" y="7261"/>
                  </a:cubicBezTo>
                  <a:cubicBezTo>
                    <a:pt x="5384" y="6944"/>
                    <a:pt x="4909" y="6564"/>
                    <a:pt x="4434" y="6152"/>
                  </a:cubicBezTo>
                  <a:cubicBezTo>
                    <a:pt x="4406" y="6124"/>
                    <a:pt x="4364" y="6108"/>
                    <a:pt x="4322" y="6108"/>
                  </a:cubicBezTo>
                  <a:close/>
                  <a:moveTo>
                    <a:pt x="7404" y="8167"/>
                  </a:moveTo>
                  <a:cubicBezTo>
                    <a:pt x="7334" y="8167"/>
                    <a:pt x="7268" y="8203"/>
                    <a:pt x="7221" y="8274"/>
                  </a:cubicBezTo>
                  <a:cubicBezTo>
                    <a:pt x="7189" y="8369"/>
                    <a:pt x="7221" y="8464"/>
                    <a:pt x="7316" y="8527"/>
                  </a:cubicBezTo>
                  <a:cubicBezTo>
                    <a:pt x="7886" y="8812"/>
                    <a:pt x="8456" y="9034"/>
                    <a:pt x="9058" y="9256"/>
                  </a:cubicBezTo>
                  <a:lnTo>
                    <a:pt x="9121" y="9256"/>
                  </a:lnTo>
                  <a:cubicBezTo>
                    <a:pt x="9184" y="9256"/>
                    <a:pt x="9279" y="9224"/>
                    <a:pt x="9279" y="9129"/>
                  </a:cubicBezTo>
                  <a:cubicBezTo>
                    <a:pt x="9343" y="9034"/>
                    <a:pt x="9279" y="8939"/>
                    <a:pt x="9184" y="8907"/>
                  </a:cubicBezTo>
                  <a:cubicBezTo>
                    <a:pt x="8614" y="8686"/>
                    <a:pt x="8044" y="8464"/>
                    <a:pt x="7474" y="8179"/>
                  </a:cubicBezTo>
                  <a:cubicBezTo>
                    <a:pt x="7451" y="8171"/>
                    <a:pt x="7427" y="8167"/>
                    <a:pt x="7404" y="8167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8" name="Google Shape;3388;p36"/>
            <p:cNvSpPr/>
            <p:nvPr/>
          </p:nvSpPr>
          <p:spPr>
            <a:xfrm>
              <a:off x="6436550" y="2731775"/>
              <a:ext cx="217750" cy="245675"/>
            </a:xfrm>
            <a:custGeom>
              <a:avLst/>
              <a:gdLst/>
              <a:ahLst/>
              <a:cxnLst/>
              <a:rect l="l" t="t" r="r" b="b"/>
              <a:pathLst>
                <a:path w="8710" h="9827" extrusionOk="0">
                  <a:moveTo>
                    <a:pt x="8501" y="1"/>
                  </a:moveTo>
                  <a:cubicBezTo>
                    <a:pt x="8424" y="1"/>
                    <a:pt x="8355" y="57"/>
                    <a:pt x="8329" y="136"/>
                  </a:cubicBezTo>
                  <a:cubicBezTo>
                    <a:pt x="8171" y="737"/>
                    <a:pt x="7981" y="1307"/>
                    <a:pt x="7727" y="1877"/>
                  </a:cubicBezTo>
                  <a:cubicBezTo>
                    <a:pt x="7696" y="1972"/>
                    <a:pt x="7727" y="2067"/>
                    <a:pt x="7822" y="2131"/>
                  </a:cubicBezTo>
                  <a:lnTo>
                    <a:pt x="7917" y="2131"/>
                  </a:lnTo>
                  <a:cubicBezTo>
                    <a:pt x="7981" y="2131"/>
                    <a:pt x="8044" y="2099"/>
                    <a:pt x="8076" y="2036"/>
                  </a:cubicBezTo>
                  <a:cubicBezTo>
                    <a:pt x="8329" y="1434"/>
                    <a:pt x="8519" y="832"/>
                    <a:pt x="8677" y="231"/>
                  </a:cubicBezTo>
                  <a:cubicBezTo>
                    <a:pt x="8709" y="136"/>
                    <a:pt x="8646" y="41"/>
                    <a:pt x="8551" y="9"/>
                  </a:cubicBezTo>
                  <a:cubicBezTo>
                    <a:pt x="8534" y="3"/>
                    <a:pt x="8517" y="1"/>
                    <a:pt x="8501" y="1"/>
                  </a:cubicBezTo>
                  <a:close/>
                  <a:moveTo>
                    <a:pt x="7072" y="3428"/>
                  </a:moveTo>
                  <a:cubicBezTo>
                    <a:pt x="7012" y="3428"/>
                    <a:pt x="6945" y="3463"/>
                    <a:pt x="6904" y="3524"/>
                  </a:cubicBezTo>
                  <a:cubicBezTo>
                    <a:pt x="6619" y="4063"/>
                    <a:pt x="6271" y="4569"/>
                    <a:pt x="5891" y="5044"/>
                  </a:cubicBezTo>
                  <a:cubicBezTo>
                    <a:pt x="5827" y="5139"/>
                    <a:pt x="5859" y="5234"/>
                    <a:pt x="5922" y="5298"/>
                  </a:cubicBezTo>
                  <a:cubicBezTo>
                    <a:pt x="5954" y="5329"/>
                    <a:pt x="6017" y="5361"/>
                    <a:pt x="6049" y="5361"/>
                  </a:cubicBezTo>
                  <a:cubicBezTo>
                    <a:pt x="6112" y="5361"/>
                    <a:pt x="6144" y="5329"/>
                    <a:pt x="6176" y="5266"/>
                  </a:cubicBezTo>
                  <a:cubicBezTo>
                    <a:pt x="6587" y="4791"/>
                    <a:pt x="6936" y="4253"/>
                    <a:pt x="7252" y="3714"/>
                  </a:cubicBezTo>
                  <a:cubicBezTo>
                    <a:pt x="7284" y="3619"/>
                    <a:pt x="7252" y="3493"/>
                    <a:pt x="7157" y="3461"/>
                  </a:cubicBezTo>
                  <a:cubicBezTo>
                    <a:pt x="7135" y="3438"/>
                    <a:pt x="7105" y="3428"/>
                    <a:pt x="7072" y="3428"/>
                  </a:cubicBezTo>
                  <a:close/>
                  <a:moveTo>
                    <a:pt x="4814" y="6367"/>
                  </a:moveTo>
                  <a:cubicBezTo>
                    <a:pt x="4766" y="6367"/>
                    <a:pt x="4719" y="6390"/>
                    <a:pt x="4687" y="6438"/>
                  </a:cubicBezTo>
                  <a:cubicBezTo>
                    <a:pt x="4275" y="6849"/>
                    <a:pt x="3800" y="7261"/>
                    <a:pt x="3325" y="7641"/>
                  </a:cubicBezTo>
                  <a:cubicBezTo>
                    <a:pt x="3230" y="7705"/>
                    <a:pt x="3230" y="7831"/>
                    <a:pt x="3294" y="7895"/>
                  </a:cubicBezTo>
                  <a:cubicBezTo>
                    <a:pt x="3325" y="7958"/>
                    <a:pt x="3357" y="7958"/>
                    <a:pt x="3420" y="7958"/>
                  </a:cubicBezTo>
                  <a:cubicBezTo>
                    <a:pt x="3452" y="7958"/>
                    <a:pt x="3515" y="7958"/>
                    <a:pt x="3547" y="7926"/>
                  </a:cubicBezTo>
                  <a:cubicBezTo>
                    <a:pt x="4022" y="7546"/>
                    <a:pt x="4497" y="7134"/>
                    <a:pt x="4941" y="6691"/>
                  </a:cubicBezTo>
                  <a:cubicBezTo>
                    <a:pt x="5036" y="6628"/>
                    <a:pt x="5036" y="6501"/>
                    <a:pt x="4941" y="6438"/>
                  </a:cubicBezTo>
                  <a:cubicBezTo>
                    <a:pt x="4909" y="6390"/>
                    <a:pt x="4861" y="6367"/>
                    <a:pt x="4814" y="6367"/>
                  </a:cubicBezTo>
                  <a:close/>
                  <a:moveTo>
                    <a:pt x="1867" y="8642"/>
                  </a:moveTo>
                  <a:cubicBezTo>
                    <a:pt x="1844" y="8642"/>
                    <a:pt x="1822" y="8646"/>
                    <a:pt x="1805" y="8655"/>
                  </a:cubicBezTo>
                  <a:cubicBezTo>
                    <a:pt x="1267" y="8971"/>
                    <a:pt x="697" y="9256"/>
                    <a:pt x="158" y="9478"/>
                  </a:cubicBezTo>
                  <a:cubicBezTo>
                    <a:pt x="63" y="9510"/>
                    <a:pt x="0" y="9636"/>
                    <a:pt x="63" y="9731"/>
                  </a:cubicBezTo>
                  <a:cubicBezTo>
                    <a:pt x="63" y="9795"/>
                    <a:pt x="158" y="9826"/>
                    <a:pt x="222" y="9826"/>
                  </a:cubicBezTo>
                  <a:lnTo>
                    <a:pt x="285" y="9826"/>
                  </a:lnTo>
                  <a:cubicBezTo>
                    <a:pt x="855" y="9573"/>
                    <a:pt x="1425" y="9288"/>
                    <a:pt x="1964" y="8971"/>
                  </a:cubicBezTo>
                  <a:cubicBezTo>
                    <a:pt x="2059" y="8940"/>
                    <a:pt x="2090" y="8813"/>
                    <a:pt x="2059" y="8718"/>
                  </a:cubicBezTo>
                  <a:cubicBezTo>
                    <a:pt x="2012" y="8672"/>
                    <a:pt x="1932" y="8642"/>
                    <a:pt x="1867" y="8642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9" name="Google Shape;3389;p36"/>
            <p:cNvSpPr/>
            <p:nvPr/>
          </p:nvSpPr>
          <p:spPr>
            <a:xfrm>
              <a:off x="6067600" y="2283075"/>
              <a:ext cx="314325" cy="95025"/>
            </a:xfrm>
            <a:custGeom>
              <a:avLst/>
              <a:gdLst/>
              <a:ahLst/>
              <a:cxnLst/>
              <a:rect l="l" t="t" r="r" b="b"/>
              <a:pathLst>
                <a:path w="12573" h="3801" extrusionOk="0">
                  <a:moveTo>
                    <a:pt x="8678" y="1"/>
                  </a:moveTo>
                  <a:cubicBezTo>
                    <a:pt x="8044" y="32"/>
                    <a:pt x="7411" y="127"/>
                    <a:pt x="6809" y="222"/>
                  </a:cubicBezTo>
                  <a:cubicBezTo>
                    <a:pt x="6714" y="254"/>
                    <a:pt x="6619" y="349"/>
                    <a:pt x="6651" y="444"/>
                  </a:cubicBezTo>
                  <a:cubicBezTo>
                    <a:pt x="6683" y="539"/>
                    <a:pt x="6746" y="602"/>
                    <a:pt x="6841" y="602"/>
                  </a:cubicBezTo>
                  <a:lnTo>
                    <a:pt x="6873" y="602"/>
                  </a:lnTo>
                  <a:cubicBezTo>
                    <a:pt x="7474" y="476"/>
                    <a:pt x="8076" y="412"/>
                    <a:pt x="8678" y="381"/>
                  </a:cubicBezTo>
                  <a:cubicBezTo>
                    <a:pt x="8804" y="349"/>
                    <a:pt x="8868" y="286"/>
                    <a:pt x="8868" y="159"/>
                  </a:cubicBezTo>
                  <a:cubicBezTo>
                    <a:pt x="8868" y="64"/>
                    <a:pt x="8773" y="1"/>
                    <a:pt x="8678" y="1"/>
                  </a:cubicBezTo>
                  <a:close/>
                  <a:moveTo>
                    <a:pt x="10508" y="26"/>
                  </a:moveTo>
                  <a:cubicBezTo>
                    <a:pt x="10427" y="26"/>
                    <a:pt x="10356" y="108"/>
                    <a:pt x="10356" y="191"/>
                  </a:cubicBezTo>
                  <a:cubicBezTo>
                    <a:pt x="10356" y="286"/>
                    <a:pt x="10419" y="381"/>
                    <a:pt x="10514" y="381"/>
                  </a:cubicBezTo>
                  <a:cubicBezTo>
                    <a:pt x="11148" y="444"/>
                    <a:pt x="11750" y="507"/>
                    <a:pt x="12351" y="634"/>
                  </a:cubicBezTo>
                  <a:lnTo>
                    <a:pt x="12383" y="634"/>
                  </a:lnTo>
                  <a:cubicBezTo>
                    <a:pt x="12478" y="634"/>
                    <a:pt x="12541" y="571"/>
                    <a:pt x="12573" y="507"/>
                  </a:cubicBezTo>
                  <a:cubicBezTo>
                    <a:pt x="12573" y="412"/>
                    <a:pt x="12510" y="317"/>
                    <a:pt x="12415" y="286"/>
                  </a:cubicBezTo>
                  <a:cubicBezTo>
                    <a:pt x="11813" y="159"/>
                    <a:pt x="11180" y="64"/>
                    <a:pt x="10546" y="32"/>
                  </a:cubicBezTo>
                  <a:cubicBezTo>
                    <a:pt x="10533" y="28"/>
                    <a:pt x="10521" y="26"/>
                    <a:pt x="10508" y="26"/>
                  </a:cubicBezTo>
                  <a:close/>
                  <a:moveTo>
                    <a:pt x="5025" y="689"/>
                  </a:moveTo>
                  <a:cubicBezTo>
                    <a:pt x="5007" y="689"/>
                    <a:pt x="4989" y="692"/>
                    <a:pt x="4972" y="697"/>
                  </a:cubicBezTo>
                  <a:cubicBezTo>
                    <a:pt x="4402" y="887"/>
                    <a:pt x="3801" y="1141"/>
                    <a:pt x="3231" y="1394"/>
                  </a:cubicBezTo>
                  <a:cubicBezTo>
                    <a:pt x="3136" y="1457"/>
                    <a:pt x="3104" y="1553"/>
                    <a:pt x="3136" y="1648"/>
                  </a:cubicBezTo>
                  <a:cubicBezTo>
                    <a:pt x="3167" y="1711"/>
                    <a:pt x="3262" y="1774"/>
                    <a:pt x="3326" y="1774"/>
                  </a:cubicBezTo>
                  <a:cubicBezTo>
                    <a:pt x="3357" y="1774"/>
                    <a:pt x="3357" y="1743"/>
                    <a:pt x="3389" y="1743"/>
                  </a:cubicBezTo>
                  <a:cubicBezTo>
                    <a:pt x="3959" y="1489"/>
                    <a:pt x="4529" y="1236"/>
                    <a:pt x="5099" y="1046"/>
                  </a:cubicBezTo>
                  <a:cubicBezTo>
                    <a:pt x="5194" y="1014"/>
                    <a:pt x="5257" y="919"/>
                    <a:pt x="5226" y="824"/>
                  </a:cubicBezTo>
                  <a:cubicBezTo>
                    <a:pt x="5200" y="746"/>
                    <a:pt x="5109" y="689"/>
                    <a:pt x="5025" y="689"/>
                  </a:cubicBezTo>
                  <a:close/>
                  <a:moveTo>
                    <a:pt x="1691" y="2311"/>
                  </a:moveTo>
                  <a:cubicBezTo>
                    <a:pt x="1655" y="2311"/>
                    <a:pt x="1617" y="2322"/>
                    <a:pt x="1584" y="2344"/>
                  </a:cubicBezTo>
                  <a:cubicBezTo>
                    <a:pt x="1077" y="2693"/>
                    <a:pt x="570" y="3073"/>
                    <a:pt x="95" y="3484"/>
                  </a:cubicBezTo>
                  <a:cubicBezTo>
                    <a:pt x="0" y="3548"/>
                    <a:pt x="0" y="3643"/>
                    <a:pt x="64" y="3738"/>
                  </a:cubicBezTo>
                  <a:cubicBezTo>
                    <a:pt x="95" y="3769"/>
                    <a:pt x="159" y="3801"/>
                    <a:pt x="222" y="3801"/>
                  </a:cubicBezTo>
                  <a:cubicBezTo>
                    <a:pt x="254" y="3801"/>
                    <a:pt x="285" y="3769"/>
                    <a:pt x="317" y="3738"/>
                  </a:cubicBezTo>
                  <a:cubicBezTo>
                    <a:pt x="792" y="3358"/>
                    <a:pt x="1299" y="2978"/>
                    <a:pt x="1805" y="2661"/>
                  </a:cubicBezTo>
                  <a:cubicBezTo>
                    <a:pt x="1869" y="2598"/>
                    <a:pt x="1900" y="2471"/>
                    <a:pt x="1837" y="2408"/>
                  </a:cubicBezTo>
                  <a:cubicBezTo>
                    <a:pt x="1817" y="2346"/>
                    <a:pt x="1757" y="2311"/>
                    <a:pt x="1691" y="231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0" name="Google Shape;3390;p36"/>
            <p:cNvSpPr/>
            <p:nvPr/>
          </p:nvSpPr>
          <p:spPr>
            <a:xfrm>
              <a:off x="6102425" y="2405800"/>
              <a:ext cx="251000" cy="186875"/>
            </a:xfrm>
            <a:custGeom>
              <a:avLst/>
              <a:gdLst/>
              <a:ahLst/>
              <a:cxnLst/>
              <a:rect l="l" t="t" r="r" b="b"/>
              <a:pathLst>
                <a:path w="10040" h="7475" extrusionOk="0">
                  <a:moveTo>
                    <a:pt x="9660" y="380"/>
                  </a:moveTo>
                  <a:lnTo>
                    <a:pt x="9660" y="7094"/>
                  </a:lnTo>
                  <a:lnTo>
                    <a:pt x="349" y="7094"/>
                  </a:lnTo>
                  <a:lnTo>
                    <a:pt x="349" y="380"/>
                  </a:lnTo>
                  <a:close/>
                  <a:moveTo>
                    <a:pt x="191" y="0"/>
                  </a:moveTo>
                  <a:cubicBezTo>
                    <a:pt x="64" y="0"/>
                    <a:pt x="1" y="95"/>
                    <a:pt x="1" y="190"/>
                  </a:cubicBezTo>
                  <a:lnTo>
                    <a:pt x="1" y="7284"/>
                  </a:lnTo>
                  <a:cubicBezTo>
                    <a:pt x="1" y="7379"/>
                    <a:pt x="64" y="7474"/>
                    <a:pt x="191" y="7474"/>
                  </a:cubicBezTo>
                  <a:lnTo>
                    <a:pt x="9850" y="7474"/>
                  </a:lnTo>
                  <a:cubicBezTo>
                    <a:pt x="9945" y="7474"/>
                    <a:pt x="10040" y="7379"/>
                    <a:pt x="10040" y="7284"/>
                  </a:cubicBezTo>
                  <a:lnTo>
                    <a:pt x="10040" y="190"/>
                  </a:lnTo>
                  <a:cubicBezTo>
                    <a:pt x="10040" y="95"/>
                    <a:pt x="9945" y="0"/>
                    <a:pt x="985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1" name="Google Shape;3391;p36"/>
            <p:cNvSpPr/>
            <p:nvPr/>
          </p:nvSpPr>
          <p:spPr>
            <a:xfrm>
              <a:off x="6168925" y="2448550"/>
              <a:ext cx="117225" cy="115625"/>
            </a:xfrm>
            <a:custGeom>
              <a:avLst/>
              <a:gdLst/>
              <a:ahLst/>
              <a:cxnLst/>
              <a:rect l="l" t="t" r="r" b="b"/>
              <a:pathLst>
                <a:path w="4689" h="4625" extrusionOk="0">
                  <a:moveTo>
                    <a:pt x="2360" y="1449"/>
                  </a:moveTo>
                  <a:cubicBezTo>
                    <a:pt x="2582" y="1449"/>
                    <a:pt x="2804" y="1536"/>
                    <a:pt x="2978" y="1711"/>
                  </a:cubicBezTo>
                  <a:cubicBezTo>
                    <a:pt x="3326" y="2059"/>
                    <a:pt x="3295" y="2597"/>
                    <a:pt x="2946" y="2946"/>
                  </a:cubicBezTo>
                  <a:cubicBezTo>
                    <a:pt x="2776" y="3100"/>
                    <a:pt x="2561" y="3179"/>
                    <a:pt x="2345" y="3179"/>
                  </a:cubicBezTo>
                  <a:cubicBezTo>
                    <a:pt x="2118" y="3179"/>
                    <a:pt x="1889" y="3092"/>
                    <a:pt x="1711" y="2914"/>
                  </a:cubicBezTo>
                  <a:cubicBezTo>
                    <a:pt x="1394" y="2566"/>
                    <a:pt x="1394" y="2027"/>
                    <a:pt x="1743" y="1711"/>
                  </a:cubicBezTo>
                  <a:cubicBezTo>
                    <a:pt x="1917" y="1536"/>
                    <a:pt x="2139" y="1449"/>
                    <a:pt x="2360" y="1449"/>
                  </a:cubicBezTo>
                  <a:close/>
                  <a:moveTo>
                    <a:pt x="1964" y="1"/>
                  </a:moveTo>
                  <a:cubicBezTo>
                    <a:pt x="1933" y="1"/>
                    <a:pt x="1901" y="32"/>
                    <a:pt x="1901" y="64"/>
                  </a:cubicBezTo>
                  <a:lnTo>
                    <a:pt x="1869" y="507"/>
                  </a:lnTo>
                  <a:cubicBezTo>
                    <a:pt x="1869" y="539"/>
                    <a:pt x="1869" y="571"/>
                    <a:pt x="1806" y="602"/>
                  </a:cubicBezTo>
                  <a:cubicBezTo>
                    <a:pt x="1711" y="602"/>
                    <a:pt x="1616" y="666"/>
                    <a:pt x="1521" y="697"/>
                  </a:cubicBezTo>
                  <a:cubicBezTo>
                    <a:pt x="1511" y="708"/>
                    <a:pt x="1500" y="711"/>
                    <a:pt x="1489" y="711"/>
                  </a:cubicBezTo>
                  <a:cubicBezTo>
                    <a:pt x="1468" y="711"/>
                    <a:pt x="1447" y="697"/>
                    <a:pt x="1426" y="697"/>
                  </a:cubicBezTo>
                  <a:lnTo>
                    <a:pt x="1109" y="381"/>
                  </a:lnTo>
                  <a:cubicBezTo>
                    <a:pt x="1094" y="365"/>
                    <a:pt x="1078" y="357"/>
                    <a:pt x="1062" y="357"/>
                  </a:cubicBezTo>
                  <a:cubicBezTo>
                    <a:pt x="1046" y="357"/>
                    <a:pt x="1030" y="365"/>
                    <a:pt x="1014" y="381"/>
                  </a:cubicBezTo>
                  <a:lnTo>
                    <a:pt x="413" y="951"/>
                  </a:lnTo>
                  <a:cubicBezTo>
                    <a:pt x="381" y="982"/>
                    <a:pt x="381" y="1014"/>
                    <a:pt x="413" y="1046"/>
                  </a:cubicBezTo>
                  <a:lnTo>
                    <a:pt x="729" y="1362"/>
                  </a:lnTo>
                  <a:cubicBezTo>
                    <a:pt x="761" y="1394"/>
                    <a:pt x="761" y="1426"/>
                    <a:pt x="729" y="1457"/>
                  </a:cubicBezTo>
                  <a:cubicBezTo>
                    <a:pt x="698" y="1552"/>
                    <a:pt x="634" y="1647"/>
                    <a:pt x="603" y="1742"/>
                  </a:cubicBezTo>
                  <a:cubicBezTo>
                    <a:pt x="603" y="1774"/>
                    <a:pt x="571" y="1806"/>
                    <a:pt x="508" y="1806"/>
                  </a:cubicBezTo>
                  <a:lnTo>
                    <a:pt x="96" y="1806"/>
                  </a:lnTo>
                  <a:cubicBezTo>
                    <a:pt x="33" y="1806"/>
                    <a:pt x="1" y="1837"/>
                    <a:pt x="1" y="1869"/>
                  </a:cubicBezTo>
                  <a:lnTo>
                    <a:pt x="1" y="2692"/>
                  </a:lnTo>
                  <a:cubicBezTo>
                    <a:pt x="1" y="2724"/>
                    <a:pt x="33" y="2756"/>
                    <a:pt x="64" y="2756"/>
                  </a:cubicBezTo>
                  <a:lnTo>
                    <a:pt x="508" y="2756"/>
                  </a:lnTo>
                  <a:cubicBezTo>
                    <a:pt x="539" y="2756"/>
                    <a:pt x="571" y="2787"/>
                    <a:pt x="603" y="2819"/>
                  </a:cubicBezTo>
                  <a:cubicBezTo>
                    <a:pt x="634" y="2914"/>
                    <a:pt x="666" y="3009"/>
                    <a:pt x="698" y="3104"/>
                  </a:cubicBezTo>
                  <a:cubicBezTo>
                    <a:pt x="729" y="3167"/>
                    <a:pt x="729" y="3199"/>
                    <a:pt x="698" y="3231"/>
                  </a:cubicBezTo>
                  <a:lnTo>
                    <a:pt x="381" y="3516"/>
                  </a:lnTo>
                  <a:cubicBezTo>
                    <a:pt x="349" y="3547"/>
                    <a:pt x="349" y="3611"/>
                    <a:pt x="381" y="3642"/>
                  </a:cubicBezTo>
                  <a:lnTo>
                    <a:pt x="951" y="4212"/>
                  </a:lnTo>
                  <a:cubicBezTo>
                    <a:pt x="967" y="4228"/>
                    <a:pt x="991" y="4236"/>
                    <a:pt x="1014" y="4236"/>
                  </a:cubicBezTo>
                  <a:cubicBezTo>
                    <a:pt x="1038" y="4236"/>
                    <a:pt x="1062" y="4228"/>
                    <a:pt x="1078" y="4212"/>
                  </a:cubicBezTo>
                  <a:lnTo>
                    <a:pt x="1363" y="3927"/>
                  </a:lnTo>
                  <a:cubicBezTo>
                    <a:pt x="1394" y="3896"/>
                    <a:pt x="1458" y="3896"/>
                    <a:pt x="1489" y="3896"/>
                  </a:cubicBezTo>
                  <a:cubicBezTo>
                    <a:pt x="1584" y="3959"/>
                    <a:pt x="1679" y="3991"/>
                    <a:pt x="1774" y="4022"/>
                  </a:cubicBezTo>
                  <a:cubicBezTo>
                    <a:pt x="1806" y="4022"/>
                    <a:pt x="1838" y="4086"/>
                    <a:pt x="1838" y="4117"/>
                  </a:cubicBezTo>
                  <a:lnTo>
                    <a:pt x="1838" y="4529"/>
                  </a:lnTo>
                  <a:cubicBezTo>
                    <a:pt x="1838" y="4593"/>
                    <a:pt x="1869" y="4624"/>
                    <a:pt x="1901" y="4624"/>
                  </a:cubicBezTo>
                  <a:lnTo>
                    <a:pt x="2725" y="4624"/>
                  </a:lnTo>
                  <a:cubicBezTo>
                    <a:pt x="2756" y="4624"/>
                    <a:pt x="2820" y="4593"/>
                    <a:pt x="2820" y="4561"/>
                  </a:cubicBezTo>
                  <a:lnTo>
                    <a:pt x="2820" y="4117"/>
                  </a:lnTo>
                  <a:cubicBezTo>
                    <a:pt x="2820" y="4086"/>
                    <a:pt x="2851" y="4054"/>
                    <a:pt x="2883" y="4054"/>
                  </a:cubicBezTo>
                  <a:cubicBezTo>
                    <a:pt x="2978" y="4022"/>
                    <a:pt x="3073" y="3959"/>
                    <a:pt x="3168" y="3927"/>
                  </a:cubicBezTo>
                  <a:cubicBezTo>
                    <a:pt x="3200" y="3927"/>
                    <a:pt x="3231" y="3927"/>
                    <a:pt x="3263" y="3959"/>
                  </a:cubicBezTo>
                  <a:lnTo>
                    <a:pt x="3580" y="4244"/>
                  </a:lnTo>
                  <a:cubicBezTo>
                    <a:pt x="3595" y="4260"/>
                    <a:pt x="3611" y="4268"/>
                    <a:pt x="3627" y="4268"/>
                  </a:cubicBezTo>
                  <a:cubicBezTo>
                    <a:pt x="3643" y="4268"/>
                    <a:pt x="3659" y="4260"/>
                    <a:pt x="3675" y="4244"/>
                  </a:cubicBezTo>
                  <a:lnTo>
                    <a:pt x="4276" y="3674"/>
                  </a:lnTo>
                  <a:cubicBezTo>
                    <a:pt x="4308" y="3674"/>
                    <a:pt x="4308" y="3611"/>
                    <a:pt x="4276" y="3579"/>
                  </a:cubicBezTo>
                  <a:lnTo>
                    <a:pt x="3991" y="3262"/>
                  </a:lnTo>
                  <a:cubicBezTo>
                    <a:pt x="3960" y="3231"/>
                    <a:pt x="3960" y="3199"/>
                    <a:pt x="3960" y="3167"/>
                  </a:cubicBezTo>
                  <a:cubicBezTo>
                    <a:pt x="4023" y="3072"/>
                    <a:pt x="4055" y="2977"/>
                    <a:pt x="4086" y="2882"/>
                  </a:cubicBezTo>
                  <a:cubicBezTo>
                    <a:pt x="4086" y="2851"/>
                    <a:pt x="4150" y="2819"/>
                    <a:pt x="4181" y="2819"/>
                  </a:cubicBezTo>
                  <a:lnTo>
                    <a:pt x="4625" y="2851"/>
                  </a:lnTo>
                  <a:cubicBezTo>
                    <a:pt x="4656" y="2851"/>
                    <a:pt x="4688" y="2819"/>
                    <a:pt x="4688" y="2756"/>
                  </a:cubicBezTo>
                  <a:lnTo>
                    <a:pt x="4688" y="1932"/>
                  </a:lnTo>
                  <a:cubicBezTo>
                    <a:pt x="4688" y="1901"/>
                    <a:pt x="4656" y="1869"/>
                    <a:pt x="4625" y="1869"/>
                  </a:cubicBezTo>
                  <a:lnTo>
                    <a:pt x="4181" y="1869"/>
                  </a:lnTo>
                  <a:cubicBezTo>
                    <a:pt x="4150" y="1869"/>
                    <a:pt x="4118" y="1837"/>
                    <a:pt x="4118" y="1806"/>
                  </a:cubicBezTo>
                  <a:cubicBezTo>
                    <a:pt x="4086" y="1711"/>
                    <a:pt x="4055" y="1616"/>
                    <a:pt x="3991" y="1521"/>
                  </a:cubicBezTo>
                  <a:cubicBezTo>
                    <a:pt x="3991" y="1489"/>
                    <a:pt x="3991" y="1426"/>
                    <a:pt x="4023" y="1394"/>
                  </a:cubicBezTo>
                  <a:lnTo>
                    <a:pt x="4308" y="1109"/>
                  </a:lnTo>
                  <a:cubicBezTo>
                    <a:pt x="4340" y="1077"/>
                    <a:pt x="4340" y="1014"/>
                    <a:pt x="4308" y="1014"/>
                  </a:cubicBezTo>
                  <a:lnTo>
                    <a:pt x="3738" y="412"/>
                  </a:lnTo>
                  <a:cubicBezTo>
                    <a:pt x="3722" y="396"/>
                    <a:pt x="3706" y="388"/>
                    <a:pt x="3690" y="388"/>
                  </a:cubicBezTo>
                  <a:cubicBezTo>
                    <a:pt x="3675" y="388"/>
                    <a:pt x="3659" y="396"/>
                    <a:pt x="3643" y="412"/>
                  </a:cubicBezTo>
                  <a:lnTo>
                    <a:pt x="3326" y="729"/>
                  </a:lnTo>
                  <a:cubicBezTo>
                    <a:pt x="3305" y="729"/>
                    <a:pt x="3284" y="743"/>
                    <a:pt x="3263" y="743"/>
                  </a:cubicBezTo>
                  <a:cubicBezTo>
                    <a:pt x="3252" y="743"/>
                    <a:pt x="3242" y="739"/>
                    <a:pt x="3231" y="729"/>
                  </a:cubicBezTo>
                  <a:cubicBezTo>
                    <a:pt x="3136" y="666"/>
                    <a:pt x="3041" y="634"/>
                    <a:pt x="2915" y="602"/>
                  </a:cubicBezTo>
                  <a:cubicBezTo>
                    <a:pt x="2883" y="602"/>
                    <a:pt x="2883" y="571"/>
                    <a:pt x="2883" y="507"/>
                  </a:cubicBezTo>
                  <a:lnTo>
                    <a:pt x="2883" y="96"/>
                  </a:lnTo>
                  <a:cubicBezTo>
                    <a:pt x="2883" y="32"/>
                    <a:pt x="2851" y="1"/>
                    <a:pt x="278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2" name="Google Shape;3392;p36"/>
            <p:cNvSpPr/>
            <p:nvPr/>
          </p:nvSpPr>
          <p:spPr>
            <a:xfrm>
              <a:off x="6164175" y="2443800"/>
              <a:ext cx="126725" cy="125125"/>
            </a:xfrm>
            <a:custGeom>
              <a:avLst/>
              <a:gdLst/>
              <a:ahLst/>
              <a:cxnLst/>
              <a:rect l="l" t="t" r="r" b="b"/>
              <a:pathLst>
                <a:path w="5069" h="5005" extrusionOk="0">
                  <a:moveTo>
                    <a:pt x="2550" y="1837"/>
                  </a:moveTo>
                  <a:cubicBezTo>
                    <a:pt x="2725" y="1837"/>
                    <a:pt x="2899" y="1901"/>
                    <a:pt x="3041" y="2027"/>
                  </a:cubicBezTo>
                  <a:cubicBezTo>
                    <a:pt x="3168" y="2154"/>
                    <a:pt x="3231" y="2344"/>
                    <a:pt x="3231" y="2502"/>
                  </a:cubicBezTo>
                  <a:cubicBezTo>
                    <a:pt x="3231" y="2692"/>
                    <a:pt x="3136" y="2851"/>
                    <a:pt x="3010" y="2977"/>
                  </a:cubicBezTo>
                  <a:cubicBezTo>
                    <a:pt x="2883" y="3104"/>
                    <a:pt x="2709" y="3167"/>
                    <a:pt x="2535" y="3167"/>
                  </a:cubicBezTo>
                  <a:cubicBezTo>
                    <a:pt x="2360" y="3167"/>
                    <a:pt x="2186" y="3104"/>
                    <a:pt x="2059" y="2977"/>
                  </a:cubicBezTo>
                  <a:cubicBezTo>
                    <a:pt x="1933" y="2851"/>
                    <a:pt x="1838" y="2661"/>
                    <a:pt x="1838" y="2502"/>
                  </a:cubicBezTo>
                  <a:cubicBezTo>
                    <a:pt x="1838" y="2312"/>
                    <a:pt x="1933" y="2154"/>
                    <a:pt x="2059" y="2027"/>
                  </a:cubicBezTo>
                  <a:cubicBezTo>
                    <a:pt x="2202" y="1901"/>
                    <a:pt x="2376" y="1837"/>
                    <a:pt x="2550" y="1837"/>
                  </a:cubicBezTo>
                  <a:close/>
                  <a:moveTo>
                    <a:pt x="2534" y="1461"/>
                  </a:moveTo>
                  <a:cubicBezTo>
                    <a:pt x="2270" y="1461"/>
                    <a:pt x="2008" y="1556"/>
                    <a:pt x="1806" y="1742"/>
                  </a:cubicBezTo>
                  <a:cubicBezTo>
                    <a:pt x="1584" y="1932"/>
                    <a:pt x="1489" y="2217"/>
                    <a:pt x="1489" y="2502"/>
                  </a:cubicBezTo>
                  <a:cubicBezTo>
                    <a:pt x="1489" y="2756"/>
                    <a:pt x="1584" y="3041"/>
                    <a:pt x="1774" y="3231"/>
                  </a:cubicBezTo>
                  <a:cubicBezTo>
                    <a:pt x="1996" y="3452"/>
                    <a:pt x="2249" y="3547"/>
                    <a:pt x="2535" y="3547"/>
                  </a:cubicBezTo>
                  <a:cubicBezTo>
                    <a:pt x="2820" y="3547"/>
                    <a:pt x="3073" y="3452"/>
                    <a:pt x="3263" y="3262"/>
                  </a:cubicBezTo>
                  <a:cubicBezTo>
                    <a:pt x="3485" y="3072"/>
                    <a:pt x="3580" y="2787"/>
                    <a:pt x="3611" y="2502"/>
                  </a:cubicBezTo>
                  <a:cubicBezTo>
                    <a:pt x="3611" y="2249"/>
                    <a:pt x="3485" y="1964"/>
                    <a:pt x="3295" y="1774"/>
                  </a:cubicBezTo>
                  <a:cubicBezTo>
                    <a:pt x="3085" y="1564"/>
                    <a:pt x="2809" y="1461"/>
                    <a:pt x="2534" y="1461"/>
                  </a:cubicBezTo>
                  <a:close/>
                  <a:moveTo>
                    <a:pt x="2883" y="381"/>
                  </a:moveTo>
                  <a:lnTo>
                    <a:pt x="2851" y="729"/>
                  </a:lnTo>
                  <a:cubicBezTo>
                    <a:pt x="2851" y="824"/>
                    <a:pt x="2946" y="951"/>
                    <a:pt x="3041" y="982"/>
                  </a:cubicBezTo>
                  <a:cubicBezTo>
                    <a:pt x="3136" y="1014"/>
                    <a:pt x="3231" y="1046"/>
                    <a:pt x="3326" y="1077"/>
                  </a:cubicBezTo>
                  <a:cubicBezTo>
                    <a:pt x="3369" y="1106"/>
                    <a:pt x="3418" y="1121"/>
                    <a:pt x="3468" y="1121"/>
                  </a:cubicBezTo>
                  <a:cubicBezTo>
                    <a:pt x="3529" y="1121"/>
                    <a:pt x="3591" y="1098"/>
                    <a:pt x="3643" y="1046"/>
                  </a:cubicBezTo>
                  <a:lnTo>
                    <a:pt x="3865" y="824"/>
                  </a:lnTo>
                  <a:lnTo>
                    <a:pt x="4308" y="1236"/>
                  </a:lnTo>
                  <a:lnTo>
                    <a:pt x="4055" y="1457"/>
                  </a:lnTo>
                  <a:cubicBezTo>
                    <a:pt x="3960" y="1552"/>
                    <a:pt x="3960" y="1679"/>
                    <a:pt x="3991" y="1806"/>
                  </a:cubicBezTo>
                  <a:cubicBezTo>
                    <a:pt x="4055" y="1869"/>
                    <a:pt x="4086" y="1964"/>
                    <a:pt x="4118" y="2027"/>
                  </a:cubicBezTo>
                  <a:cubicBezTo>
                    <a:pt x="4150" y="2154"/>
                    <a:pt x="4245" y="2249"/>
                    <a:pt x="4371" y="2249"/>
                  </a:cubicBezTo>
                  <a:lnTo>
                    <a:pt x="4688" y="2249"/>
                  </a:lnTo>
                  <a:lnTo>
                    <a:pt x="4688" y="2819"/>
                  </a:lnTo>
                  <a:lnTo>
                    <a:pt x="4340" y="2819"/>
                  </a:lnTo>
                  <a:cubicBezTo>
                    <a:pt x="4245" y="2819"/>
                    <a:pt x="4118" y="2914"/>
                    <a:pt x="4086" y="3009"/>
                  </a:cubicBezTo>
                  <a:cubicBezTo>
                    <a:pt x="4055" y="3104"/>
                    <a:pt x="4023" y="3199"/>
                    <a:pt x="3991" y="3262"/>
                  </a:cubicBezTo>
                  <a:cubicBezTo>
                    <a:pt x="3928" y="3357"/>
                    <a:pt x="3928" y="3516"/>
                    <a:pt x="4023" y="3579"/>
                  </a:cubicBezTo>
                  <a:lnTo>
                    <a:pt x="4245" y="3832"/>
                  </a:lnTo>
                  <a:lnTo>
                    <a:pt x="3801" y="4244"/>
                  </a:lnTo>
                  <a:lnTo>
                    <a:pt x="3580" y="3991"/>
                  </a:lnTo>
                  <a:cubicBezTo>
                    <a:pt x="3540" y="3952"/>
                    <a:pt x="3465" y="3925"/>
                    <a:pt x="3391" y="3925"/>
                  </a:cubicBezTo>
                  <a:cubicBezTo>
                    <a:pt x="3345" y="3925"/>
                    <a:pt x="3299" y="3935"/>
                    <a:pt x="3263" y="3959"/>
                  </a:cubicBezTo>
                  <a:cubicBezTo>
                    <a:pt x="3200" y="3991"/>
                    <a:pt x="3105" y="4022"/>
                    <a:pt x="3010" y="4054"/>
                  </a:cubicBezTo>
                  <a:cubicBezTo>
                    <a:pt x="2883" y="4086"/>
                    <a:pt x="2820" y="4181"/>
                    <a:pt x="2820" y="4307"/>
                  </a:cubicBezTo>
                  <a:lnTo>
                    <a:pt x="2820" y="4624"/>
                  </a:lnTo>
                  <a:lnTo>
                    <a:pt x="2186" y="4624"/>
                  </a:lnTo>
                  <a:lnTo>
                    <a:pt x="2218" y="4307"/>
                  </a:lnTo>
                  <a:cubicBezTo>
                    <a:pt x="2218" y="4181"/>
                    <a:pt x="2123" y="4086"/>
                    <a:pt x="2028" y="4022"/>
                  </a:cubicBezTo>
                  <a:cubicBezTo>
                    <a:pt x="1933" y="3991"/>
                    <a:pt x="1838" y="3959"/>
                    <a:pt x="1774" y="3927"/>
                  </a:cubicBezTo>
                  <a:cubicBezTo>
                    <a:pt x="1726" y="3903"/>
                    <a:pt x="1678" y="3893"/>
                    <a:pt x="1631" y="3893"/>
                  </a:cubicBezTo>
                  <a:cubicBezTo>
                    <a:pt x="1556" y="3893"/>
                    <a:pt x="1485" y="3920"/>
                    <a:pt x="1426" y="3959"/>
                  </a:cubicBezTo>
                  <a:lnTo>
                    <a:pt x="1204" y="4181"/>
                  </a:lnTo>
                  <a:lnTo>
                    <a:pt x="793" y="3769"/>
                  </a:lnTo>
                  <a:lnTo>
                    <a:pt x="1014" y="3547"/>
                  </a:lnTo>
                  <a:cubicBezTo>
                    <a:pt x="1109" y="3452"/>
                    <a:pt x="1109" y="3326"/>
                    <a:pt x="1078" y="3231"/>
                  </a:cubicBezTo>
                  <a:cubicBezTo>
                    <a:pt x="1014" y="3136"/>
                    <a:pt x="983" y="3072"/>
                    <a:pt x="951" y="2977"/>
                  </a:cubicBezTo>
                  <a:cubicBezTo>
                    <a:pt x="919" y="2851"/>
                    <a:pt x="824" y="2787"/>
                    <a:pt x="698" y="2787"/>
                  </a:cubicBezTo>
                  <a:lnTo>
                    <a:pt x="381" y="2787"/>
                  </a:lnTo>
                  <a:lnTo>
                    <a:pt x="381" y="2186"/>
                  </a:lnTo>
                  <a:lnTo>
                    <a:pt x="729" y="2186"/>
                  </a:lnTo>
                  <a:cubicBezTo>
                    <a:pt x="824" y="2186"/>
                    <a:pt x="951" y="2122"/>
                    <a:pt x="983" y="1996"/>
                  </a:cubicBezTo>
                  <a:cubicBezTo>
                    <a:pt x="1014" y="1901"/>
                    <a:pt x="1046" y="1837"/>
                    <a:pt x="1078" y="1742"/>
                  </a:cubicBezTo>
                  <a:cubicBezTo>
                    <a:pt x="1141" y="1647"/>
                    <a:pt x="1141" y="1521"/>
                    <a:pt x="1046" y="1426"/>
                  </a:cubicBezTo>
                  <a:lnTo>
                    <a:pt x="824" y="1204"/>
                  </a:lnTo>
                  <a:lnTo>
                    <a:pt x="1236" y="792"/>
                  </a:lnTo>
                  <a:lnTo>
                    <a:pt x="1489" y="1014"/>
                  </a:lnTo>
                  <a:cubicBezTo>
                    <a:pt x="1530" y="1074"/>
                    <a:pt x="1595" y="1096"/>
                    <a:pt x="1670" y="1096"/>
                  </a:cubicBezTo>
                  <a:cubicBezTo>
                    <a:pt x="1713" y="1096"/>
                    <a:pt x="1760" y="1089"/>
                    <a:pt x="1806" y="1077"/>
                  </a:cubicBezTo>
                  <a:cubicBezTo>
                    <a:pt x="1869" y="1014"/>
                    <a:pt x="1964" y="982"/>
                    <a:pt x="2059" y="951"/>
                  </a:cubicBezTo>
                  <a:cubicBezTo>
                    <a:pt x="2186" y="919"/>
                    <a:pt x="2249" y="824"/>
                    <a:pt x="2249" y="697"/>
                  </a:cubicBezTo>
                  <a:lnTo>
                    <a:pt x="2249" y="381"/>
                  </a:lnTo>
                  <a:close/>
                  <a:moveTo>
                    <a:pt x="2154" y="1"/>
                  </a:moveTo>
                  <a:cubicBezTo>
                    <a:pt x="2028" y="1"/>
                    <a:pt x="1901" y="127"/>
                    <a:pt x="1901" y="254"/>
                  </a:cubicBezTo>
                  <a:lnTo>
                    <a:pt x="1901" y="634"/>
                  </a:lnTo>
                  <a:cubicBezTo>
                    <a:pt x="1838" y="666"/>
                    <a:pt x="1774" y="666"/>
                    <a:pt x="1711" y="697"/>
                  </a:cubicBezTo>
                  <a:lnTo>
                    <a:pt x="1458" y="444"/>
                  </a:lnTo>
                  <a:cubicBezTo>
                    <a:pt x="1394" y="396"/>
                    <a:pt x="1323" y="373"/>
                    <a:pt x="1256" y="373"/>
                  </a:cubicBezTo>
                  <a:cubicBezTo>
                    <a:pt x="1189" y="373"/>
                    <a:pt x="1125" y="396"/>
                    <a:pt x="1078" y="444"/>
                  </a:cubicBezTo>
                  <a:lnTo>
                    <a:pt x="476" y="1014"/>
                  </a:lnTo>
                  <a:cubicBezTo>
                    <a:pt x="444" y="1046"/>
                    <a:pt x="413" y="1109"/>
                    <a:pt x="413" y="1204"/>
                  </a:cubicBezTo>
                  <a:cubicBezTo>
                    <a:pt x="413" y="1267"/>
                    <a:pt x="413" y="1331"/>
                    <a:pt x="476" y="1362"/>
                  </a:cubicBezTo>
                  <a:lnTo>
                    <a:pt x="729" y="1647"/>
                  </a:lnTo>
                  <a:cubicBezTo>
                    <a:pt x="698" y="1679"/>
                    <a:pt x="666" y="1742"/>
                    <a:pt x="666" y="1806"/>
                  </a:cubicBezTo>
                  <a:lnTo>
                    <a:pt x="286" y="1806"/>
                  </a:lnTo>
                  <a:cubicBezTo>
                    <a:pt x="128" y="1806"/>
                    <a:pt x="33" y="1932"/>
                    <a:pt x="33" y="2059"/>
                  </a:cubicBezTo>
                  <a:lnTo>
                    <a:pt x="1" y="2882"/>
                  </a:lnTo>
                  <a:cubicBezTo>
                    <a:pt x="1" y="3009"/>
                    <a:pt x="128" y="3136"/>
                    <a:pt x="254" y="3136"/>
                  </a:cubicBezTo>
                  <a:lnTo>
                    <a:pt x="634" y="3136"/>
                  </a:lnTo>
                  <a:cubicBezTo>
                    <a:pt x="666" y="3199"/>
                    <a:pt x="666" y="3262"/>
                    <a:pt x="698" y="3326"/>
                  </a:cubicBezTo>
                  <a:lnTo>
                    <a:pt x="444" y="3579"/>
                  </a:lnTo>
                  <a:cubicBezTo>
                    <a:pt x="381" y="3642"/>
                    <a:pt x="349" y="3706"/>
                    <a:pt x="349" y="3769"/>
                  </a:cubicBezTo>
                  <a:cubicBezTo>
                    <a:pt x="349" y="3832"/>
                    <a:pt x="381" y="3896"/>
                    <a:pt x="444" y="3959"/>
                  </a:cubicBezTo>
                  <a:lnTo>
                    <a:pt x="1014" y="4529"/>
                  </a:lnTo>
                  <a:cubicBezTo>
                    <a:pt x="1065" y="4580"/>
                    <a:pt x="1134" y="4613"/>
                    <a:pt x="1207" y="4613"/>
                  </a:cubicBezTo>
                  <a:cubicBezTo>
                    <a:pt x="1270" y="4613"/>
                    <a:pt x="1336" y="4588"/>
                    <a:pt x="1394" y="4529"/>
                  </a:cubicBezTo>
                  <a:lnTo>
                    <a:pt x="1648" y="4276"/>
                  </a:lnTo>
                  <a:cubicBezTo>
                    <a:pt x="1711" y="4307"/>
                    <a:pt x="1774" y="4339"/>
                    <a:pt x="1838" y="4371"/>
                  </a:cubicBezTo>
                  <a:lnTo>
                    <a:pt x="1838" y="4719"/>
                  </a:lnTo>
                  <a:cubicBezTo>
                    <a:pt x="1838" y="4783"/>
                    <a:pt x="1838" y="4878"/>
                    <a:pt x="1901" y="4909"/>
                  </a:cubicBezTo>
                  <a:cubicBezTo>
                    <a:pt x="1933" y="4973"/>
                    <a:pt x="2028" y="5004"/>
                    <a:pt x="2091" y="5004"/>
                  </a:cubicBezTo>
                  <a:lnTo>
                    <a:pt x="2915" y="5004"/>
                  </a:lnTo>
                  <a:cubicBezTo>
                    <a:pt x="3073" y="5004"/>
                    <a:pt x="3168" y="4878"/>
                    <a:pt x="3168" y="4751"/>
                  </a:cubicBezTo>
                  <a:lnTo>
                    <a:pt x="3168" y="4402"/>
                  </a:lnTo>
                  <a:cubicBezTo>
                    <a:pt x="3263" y="4371"/>
                    <a:pt x="3295" y="4339"/>
                    <a:pt x="3358" y="4307"/>
                  </a:cubicBezTo>
                  <a:lnTo>
                    <a:pt x="3643" y="4592"/>
                  </a:lnTo>
                  <a:cubicBezTo>
                    <a:pt x="3690" y="4640"/>
                    <a:pt x="3754" y="4664"/>
                    <a:pt x="3817" y="4664"/>
                  </a:cubicBezTo>
                  <a:cubicBezTo>
                    <a:pt x="3880" y="4664"/>
                    <a:pt x="3944" y="4640"/>
                    <a:pt x="3991" y="4592"/>
                  </a:cubicBezTo>
                  <a:lnTo>
                    <a:pt x="4593" y="4022"/>
                  </a:lnTo>
                  <a:cubicBezTo>
                    <a:pt x="4625" y="3959"/>
                    <a:pt x="4656" y="3896"/>
                    <a:pt x="4656" y="3832"/>
                  </a:cubicBezTo>
                  <a:cubicBezTo>
                    <a:pt x="4656" y="3769"/>
                    <a:pt x="4656" y="3706"/>
                    <a:pt x="4593" y="3642"/>
                  </a:cubicBezTo>
                  <a:lnTo>
                    <a:pt x="4340" y="3389"/>
                  </a:lnTo>
                  <a:cubicBezTo>
                    <a:pt x="4371" y="3326"/>
                    <a:pt x="4403" y="3262"/>
                    <a:pt x="4435" y="3199"/>
                  </a:cubicBezTo>
                  <a:lnTo>
                    <a:pt x="4783" y="3199"/>
                  </a:lnTo>
                  <a:cubicBezTo>
                    <a:pt x="4941" y="3199"/>
                    <a:pt x="5036" y="3104"/>
                    <a:pt x="5036" y="2946"/>
                  </a:cubicBezTo>
                  <a:lnTo>
                    <a:pt x="5068" y="2154"/>
                  </a:lnTo>
                  <a:cubicBezTo>
                    <a:pt x="5068" y="2059"/>
                    <a:pt x="5036" y="1996"/>
                    <a:pt x="4973" y="1964"/>
                  </a:cubicBezTo>
                  <a:cubicBezTo>
                    <a:pt x="4941" y="1901"/>
                    <a:pt x="4878" y="1869"/>
                    <a:pt x="4815" y="1869"/>
                  </a:cubicBezTo>
                  <a:lnTo>
                    <a:pt x="4435" y="1869"/>
                  </a:lnTo>
                  <a:cubicBezTo>
                    <a:pt x="4403" y="1806"/>
                    <a:pt x="4403" y="1742"/>
                    <a:pt x="4371" y="1679"/>
                  </a:cubicBezTo>
                  <a:lnTo>
                    <a:pt x="4625" y="1426"/>
                  </a:lnTo>
                  <a:cubicBezTo>
                    <a:pt x="4688" y="1394"/>
                    <a:pt x="4720" y="1331"/>
                    <a:pt x="4720" y="1267"/>
                  </a:cubicBezTo>
                  <a:cubicBezTo>
                    <a:pt x="4720" y="1172"/>
                    <a:pt x="4688" y="1109"/>
                    <a:pt x="4625" y="1077"/>
                  </a:cubicBezTo>
                  <a:lnTo>
                    <a:pt x="4055" y="476"/>
                  </a:lnTo>
                  <a:cubicBezTo>
                    <a:pt x="4007" y="428"/>
                    <a:pt x="3944" y="404"/>
                    <a:pt x="3876" y="404"/>
                  </a:cubicBezTo>
                  <a:cubicBezTo>
                    <a:pt x="3809" y="404"/>
                    <a:pt x="3738" y="428"/>
                    <a:pt x="3675" y="476"/>
                  </a:cubicBezTo>
                  <a:lnTo>
                    <a:pt x="3421" y="729"/>
                  </a:lnTo>
                  <a:cubicBezTo>
                    <a:pt x="3358" y="697"/>
                    <a:pt x="3295" y="666"/>
                    <a:pt x="3231" y="634"/>
                  </a:cubicBezTo>
                  <a:lnTo>
                    <a:pt x="3231" y="286"/>
                  </a:lnTo>
                  <a:cubicBezTo>
                    <a:pt x="3263" y="159"/>
                    <a:pt x="3136" y="32"/>
                    <a:pt x="2978" y="32"/>
                  </a:cubicBezTo>
                  <a:lnTo>
                    <a:pt x="2154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3" name="Google Shape;3393;p36"/>
            <p:cNvSpPr/>
            <p:nvPr/>
          </p:nvSpPr>
          <p:spPr>
            <a:xfrm>
              <a:off x="6092925" y="2403425"/>
              <a:ext cx="268425" cy="22975"/>
            </a:xfrm>
            <a:custGeom>
              <a:avLst/>
              <a:gdLst/>
              <a:ahLst/>
              <a:cxnLst/>
              <a:rect l="l" t="t" r="r" b="b"/>
              <a:pathLst>
                <a:path w="10737" h="919" extrusionOk="0">
                  <a:moveTo>
                    <a:pt x="412" y="0"/>
                  </a:moveTo>
                  <a:cubicBezTo>
                    <a:pt x="191" y="0"/>
                    <a:pt x="1" y="190"/>
                    <a:pt x="1" y="412"/>
                  </a:cubicBezTo>
                  <a:lnTo>
                    <a:pt x="1" y="507"/>
                  </a:lnTo>
                  <a:cubicBezTo>
                    <a:pt x="1" y="729"/>
                    <a:pt x="191" y="919"/>
                    <a:pt x="412" y="919"/>
                  </a:cubicBezTo>
                  <a:lnTo>
                    <a:pt x="10325" y="919"/>
                  </a:lnTo>
                  <a:cubicBezTo>
                    <a:pt x="10547" y="919"/>
                    <a:pt x="10737" y="729"/>
                    <a:pt x="10737" y="507"/>
                  </a:cubicBezTo>
                  <a:lnTo>
                    <a:pt x="10737" y="412"/>
                  </a:lnTo>
                  <a:cubicBezTo>
                    <a:pt x="10737" y="190"/>
                    <a:pt x="10547" y="0"/>
                    <a:pt x="10325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4" name="Google Shape;3394;p36"/>
            <p:cNvSpPr/>
            <p:nvPr/>
          </p:nvSpPr>
          <p:spPr>
            <a:xfrm>
              <a:off x="6088175" y="2399475"/>
              <a:ext cx="277925" cy="30900"/>
            </a:xfrm>
            <a:custGeom>
              <a:avLst/>
              <a:gdLst/>
              <a:ahLst/>
              <a:cxnLst/>
              <a:rect l="l" t="t" r="r" b="b"/>
              <a:pathLst>
                <a:path w="11117" h="1236" extrusionOk="0">
                  <a:moveTo>
                    <a:pt x="10515" y="348"/>
                  </a:moveTo>
                  <a:cubicBezTo>
                    <a:pt x="10642" y="348"/>
                    <a:pt x="10737" y="443"/>
                    <a:pt x="10737" y="570"/>
                  </a:cubicBezTo>
                  <a:lnTo>
                    <a:pt x="10737" y="665"/>
                  </a:lnTo>
                  <a:cubicBezTo>
                    <a:pt x="10737" y="792"/>
                    <a:pt x="10642" y="887"/>
                    <a:pt x="10515" y="887"/>
                  </a:cubicBezTo>
                  <a:lnTo>
                    <a:pt x="602" y="887"/>
                  </a:lnTo>
                  <a:cubicBezTo>
                    <a:pt x="476" y="887"/>
                    <a:pt x="381" y="792"/>
                    <a:pt x="381" y="665"/>
                  </a:cubicBezTo>
                  <a:lnTo>
                    <a:pt x="381" y="570"/>
                  </a:lnTo>
                  <a:cubicBezTo>
                    <a:pt x="381" y="443"/>
                    <a:pt x="476" y="348"/>
                    <a:pt x="602" y="348"/>
                  </a:cubicBezTo>
                  <a:close/>
                  <a:moveTo>
                    <a:pt x="602" y="0"/>
                  </a:moveTo>
                  <a:cubicBezTo>
                    <a:pt x="254" y="0"/>
                    <a:pt x="1" y="253"/>
                    <a:pt x="1" y="570"/>
                  </a:cubicBezTo>
                  <a:lnTo>
                    <a:pt x="1" y="665"/>
                  </a:lnTo>
                  <a:cubicBezTo>
                    <a:pt x="1" y="982"/>
                    <a:pt x="254" y="1235"/>
                    <a:pt x="602" y="1235"/>
                  </a:cubicBezTo>
                  <a:lnTo>
                    <a:pt x="10515" y="1235"/>
                  </a:lnTo>
                  <a:cubicBezTo>
                    <a:pt x="10832" y="1235"/>
                    <a:pt x="11117" y="982"/>
                    <a:pt x="11117" y="665"/>
                  </a:cubicBezTo>
                  <a:lnTo>
                    <a:pt x="11117" y="570"/>
                  </a:lnTo>
                  <a:cubicBezTo>
                    <a:pt x="11117" y="253"/>
                    <a:pt x="10832" y="0"/>
                    <a:pt x="1051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5" name="Google Shape;3395;p36"/>
            <p:cNvSpPr/>
            <p:nvPr/>
          </p:nvSpPr>
          <p:spPr>
            <a:xfrm>
              <a:off x="5980500" y="2479750"/>
              <a:ext cx="190050" cy="308475"/>
            </a:xfrm>
            <a:custGeom>
              <a:avLst/>
              <a:gdLst/>
              <a:ahLst/>
              <a:cxnLst/>
              <a:rect l="l" t="t" r="r" b="b"/>
              <a:pathLst>
                <a:path w="7602" h="12339" extrusionOk="0">
                  <a:moveTo>
                    <a:pt x="6935" y="0"/>
                  </a:moveTo>
                  <a:cubicBezTo>
                    <a:pt x="6761" y="0"/>
                    <a:pt x="6586" y="81"/>
                    <a:pt x="6461" y="241"/>
                  </a:cubicBezTo>
                  <a:lnTo>
                    <a:pt x="5194" y="1824"/>
                  </a:lnTo>
                  <a:cubicBezTo>
                    <a:pt x="5068" y="1634"/>
                    <a:pt x="4941" y="1444"/>
                    <a:pt x="4814" y="1223"/>
                  </a:cubicBezTo>
                  <a:cubicBezTo>
                    <a:pt x="4529" y="779"/>
                    <a:pt x="4054" y="494"/>
                    <a:pt x="3389" y="494"/>
                  </a:cubicBezTo>
                  <a:lnTo>
                    <a:pt x="3358" y="494"/>
                  </a:lnTo>
                  <a:lnTo>
                    <a:pt x="1743" y="526"/>
                  </a:lnTo>
                  <a:cubicBezTo>
                    <a:pt x="539" y="526"/>
                    <a:pt x="32" y="1096"/>
                    <a:pt x="32" y="1793"/>
                  </a:cubicBezTo>
                  <a:cubicBezTo>
                    <a:pt x="32" y="1824"/>
                    <a:pt x="32" y="5910"/>
                    <a:pt x="32" y="5910"/>
                  </a:cubicBezTo>
                  <a:cubicBezTo>
                    <a:pt x="1" y="6258"/>
                    <a:pt x="286" y="6511"/>
                    <a:pt x="602" y="6511"/>
                  </a:cubicBezTo>
                  <a:lnTo>
                    <a:pt x="634" y="6511"/>
                  </a:lnTo>
                  <a:cubicBezTo>
                    <a:pt x="824" y="6511"/>
                    <a:pt x="1014" y="6416"/>
                    <a:pt x="1109" y="6258"/>
                  </a:cubicBezTo>
                  <a:lnTo>
                    <a:pt x="2756" y="6258"/>
                  </a:lnTo>
                  <a:lnTo>
                    <a:pt x="2756" y="11547"/>
                  </a:lnTo>
                  <a:cubicBezTo>
                    <a:pt x="2756" y="11990"/>
                    <a:pt x="3104" y="12338"/>
                    <a:pt x="3548" y="12338"/>
                  </a:cubicBezTo>
                  <a:cubicBezTo>
                    <a:pt x="3991" y="12338"/>
                    <a:pt x="4339" y="11990"/>
                    <a:pt x="4339" y="11547"/>
                  </a:cubicBezTo>
                  <a:lnTo>
                    <a:pt x="4276" y="6258"/>
                  </a:lnTo>
                  <a:lnTo>
                    <a:pt x="4213" y="2521"/>
                  </a:lnTo>
                  <a:lnTo>
                    <a:pt x="4213" y="2521"/>
                  </a:lnTo>
                  <a:cubicBezTo>
                    <a:pt x="4371" y="2743"/>
                    <a:pt x="4529" y="2964"/>
                    <a:pt x="4688" y="3186"/>
                  </a:cubicBezTo>
                  <a:cubicBezTo>
                    <a:pt x="4814" y="3345"/>
                    <a:pt x="4973" y="3408"/>
                    <a:pt x="5163" y="3408"/>
                  </a:cubicBezTo>
                  <a:cubicBezTo>
                    <a:pt x="5353" y="3408"/>
                    <a:pt x="5543" y="3313"/>
                    <a:pt x="5638" y="3186"/>
                  </a:cubicBezTo>
                  <a:lnTo>
                    <a:pt x="7411" y="1001"/>
                  </a:lnTo>
                  <a:cubicBezTo>
                    <a:pt x="7601" y="716"/>
                    <a:pt x="7570" y="368"/>
                    <a:pt x="7316" y="146"/>
                  </a:cubicBezTo>
                  <a:cubicBezTo>
                    <a:pt x="7205" y="49"/>
                    <a:pt x="7070" y="0"/>
                    <a:pt x="693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6" name="Google Shape;3396;p36"/>
            <p:cNvSpPr/>
            <p:nvPr/>
          </p:nvSpPr>
          <p:spPr>
            <a:xfrm>
              <a:off x="5976550" y="2475275"/>
              <a:ext cx="199550" cy="317700"/>
            </a:xfrm>
            <a:custGeom>
              <a:avLst/>
              <a:gdLst/>
              <a:ahLst/>
              <a:cxnLst/>
              <a:rect l="l" t="t" r="r" b="b"/>
              <a:pathLst>
                <a:path w="7982" h="12708" extrusionOk="0">
                  <a:moveTo>
                    <a:pt x="7131" y="0"/>
                  </a:moveTo>
                  <a:cubicBezTo>
                    <a:pt x="7097" y="0"/>
                    <a:pt x="7064" y="3"/>
                    <a:pt x="7031" y="8"/>
                  </a:cubicBezTo>
                  <a:cubicBezTo>
                    <a:pt x="6809" y="8"/>
                    <a:pt x="6619" y="135"/>
                    <a:pt x="6493" y="293"/>
                  </a:cubicBezTo>
                  <a:lnTo>
                    <a:pt x="5352" y="1687"/>
                  </a:lnTo>
                  <a:cubicBezTo>
                    <a:pt x="5289" y="1560"/>
                    <a:pt x="5194" y="1433"/>
                    <a:pt x="5131" y="1307"/>
                  </a:cubicBezTo>
                  <a:cubicBezTo>
                    <a:pt x="4782" y="768"/>
                    <a:pt x="4244" y="483"/>
                    <a:pt x="3579" y="483"/>
                  </a:cubicBezTo>
                  <a:lnTo>
                    <a:pt x="3516" y="483"/>
                  </a:lnTo>
                  <a:lnTo>
                    <a:pt x="1901" y="515"/>
                  </a:lnTo>
                  <a:lnTo>
                    <a:pt x="1869" y="515"/>
                  </a:lnTo>
                  <a:cubicBezTo>
                    <a:pt x="729" y="515"/>
                    <a:pt x="32" y="1053"/>
                    <a:pt x="0" y="1972"/>
                  </a:cubicBezTo>
                  <a:cubicBezTo>
                    <a:pt x="0" y="2003"/>
                    <a:pt x="0" y="5424"/>
                    <a:pt x="0" y="6089"/>
                  </a:cubicBezTo>
                  <a:cubicBezTo>
                    <a:pt x="0" y="6310"/>
                    <a:pt x="64" y="6500"/>
                    <a:pt x="222" y="6659"/>
                  </a:cubicBezTo>
                  <a:cubicBezTo>
                    <a:pt x="380" y="6785"/>
                    <a:pt x="570" y="6880"/>
                    <a:pt x="760" y="6880"/>
                  </a:cubicBezTo>
                  <a:lnTo>
                    <a:pt x="792" y="6880"/>
                  </a:lnTo>
                  <a:cubicBezTo>
                    <a:pt x="1045" y="6880"/>
                    <a:pt x="1299" y="6754"/>
                    <a:pt x="1457" y="6532"/>
                  </a:cubicBezTo>
                  <a:cubicBezTo>
                    <a:pt x="1489" y="6437"/>
                    <a:pt x="1489" y="6342"/>
                    <a:pt x="1394" y="6279"/>
                  </a:cubicBezTo>
                  <a:cubicBezTo>
                    <a:pt x="1360" y="6256"/>
                    <a:pt x="1327" y="6246"/>
                    <a:pt x="1294" y="6246"/>
                  </a:cubicBezTo>
                  <a:cubicBezTo>
                    <a:pt x="1236" y="6246"/>
                    <a:pt x="1181" y="6281"/>
                    <a:pt x="1140" y="6342"/>
                  </a:cubicBezTo>
                  <a:cubicBezTo>
                    <a:pt x="1077" y="6437"/>
                    <a:pt x="919" y="6500"/>
                    <a:pt x="792" y="6500"/>
                  </a:cubicBezTo>
                  <a:cubicBezTo>
                    <a:pt x="665" y="6500"/>
                    <a:pt x="570" y="6469"/>
                    <a:pt x="475" y="6374"/>
                  </a:cubicBezTo>
                  <a:cubicBezTo>
                    <a:pt x="412" y="6310"/>
                    <a:pt x="380" y="6215"/>
                    <a:pt x="380" y="6089"/>
                  </a:cubicBezTo>
                  <a:cubicBezTo>
                    <a:pt x="380" y="6057"/>
                    <a:pt x="380" y="2035"/>
                    <a:pt x="380" y="1972"/>
                  </a:cubicBezTo>
                  <a:cubicBezTo>
                    <a:pt x="380" y="1275"/>
                    <a:pt x="919" y="895"/>
                    <a:pt x="1869" y="895"/>
                  </a:cubicBezTo>
                  <a:lnTo>
                    <a:pt x="1901" y="895"/>
                  </a:lnTo>
                  <a:lnTo>
                    <a:pt x="3516" y="863"/>
                  </a:lnTo>
                  <a:lnTo>
                    <a:pt x="3547" y="863"/>
                  </a:lnTo>
                  <a:cubicBezTo>
                    <a:pt x="4117" y="863"/>
                    <a:pt x="4529" y="1085"/>
                    <a:pt x="4814" y="1528"/>
                  </a:cubicBezTo>
                  <a:cubicBezTo>
                    <a:pt x="4909" y="1687"/>
                    <a:pt x="5067" y="1908"/>
                    <a:pt x="5194" y="2130"/>
                  </a:cubicBezTo>
                  <a:cubicBezTo>
                    <a:pt x="5226" y="2162"/>
                    <a:pt x="5289" y="2193"/>
                    <a:pt x="5352" y="2193"/>
                  </a:cubicBezTo>
                  <a:cubicBezTo>
                    <a:pt x="5416" y="2193"/>
                    <a:pt x="5447" y="2162"/>
                    <a:pt x="5511" y="2130"/>
                  </a:cubicBezTo>
                  <a:lnTo>
                    <a:pt x="6778" y="515"/>
                  </a:lnTo>
                  <a:cubicBezTo>
                    <a:pt x="6841" y="452"/>
                    <a:pt x="6936" y="388"/>
                    <a:pt x="7063" y="388"/>
                  </a:cubicBezTo>
                  <a:cubicBezTo>
                    <a:pt x="7086" y="380"/>
                    <a:pt x="7112" y="376"/>
                    <a:pt x="7139" y="376"/>
                  </a:cubicBezTo>
                  <a:cubicBezTo>
                    <a:pt x="7219" y="376"/>
                    <a:pt x="7308" y="412"/>
                    <a:pt x="7379" y="483"/>
                  </a:cubicBezTo>
                  <a:cubicBezTo>
                    <a:pt x="7538" y="610"/>
                    <a:pt x="7569" y="863"/>
                    <a:pt x="7411" y="1053"/>
                  </a:cubicBezTo>
                  <a:lnTo>
                    <a:pt x="5669" y="3238"/>
                  </a:lnTo>
                  <a:cubicBezTo>
                    <a:pt x="5574" y="3365"/>
                    <a:pt x="5479" y="3397"/>
                    <a:pt x="5321" y="3397"/>
                  </a:cubicBezTo>
                  <a:cubicBezTo>
                    <a:pt x="5194" y="3397"/>
                    <a:pt x="5099" y="3365"/>
                    <a:pt x="5004" y="3270"/>
                  </a:cubicBezTo>
                  <a:lnTo>
                    <a:pt x="5004" y="3238"/>
                  </a:lnTo>
                  <a:cubicBezTo>
                    <a:pt x="4846" y="3048"/>
                    <a:pt x="4687" y="2827"/>
                    <a:pt x="4529" y="2605"/>
                  </a:cubicBezTo>
                  <a:cubicBezTo>
                    <a:pt x="4466" y="2542"/>
                    <a:pt x="4402" y="2510"/>
                    <a:pt x="4307" y="2510"/>
                  </a:cubicBezTo>
                  <a:cubicBezTo>
                    <a:pt x="4244" y="2542"/>
                    <a:pt x="4181" y="2637"/>
                    <a:pt x="4181" y="2700"/>
                  </a:cubicBezTo>
                  <a:lnTo>
                    <a:pt x="4244" y="6469"/>
                  </a:lnTo>
                  <a:lnTo>
                    <a:pt x="4307" y="11726"/>
                  </a:lnTo>
                  <a:cubicBezTo>
                    <a:pt x="4307" y="12074"/>
                    <a:pt x="4022" y="12327"/>
                    <a:pt x="3706" y="12327"/>
                  </a:cubicBezTo>
                  <a:cubicBezTo>
                    <a:pt x="3357" y="12327"/>
                    <a:pt x="3072" y="12074"/>
                    <a:pt x="3072" y="11726"/>
                  </a:cubicBezTo>
                  <a:lnTo>
                    <a:pt x="3072" y="6469"/>
                  </a:lnTo>
                  <a:cubicBezTo>
                    <a:pt x="3072" y="6342"/>
                    <a:pt x="3009" y="6279"/>
                    <a:pt x="2914" y="6279"/>
                  </a:cubicBezTo>
                  <a:cubicBezTo>
                    <a:pt x="2787" y="6279"/>
                    <a:pt x="2724" y="6342"/>
                    <a:pt x="2724" y="6469"/>
                  </a:cubicBezTo>
                  <a:lnTo>
                    <a:pt x="2724" y="11726"/>
                  </a:lnTo>
                  <a:cubicBezTo>
                    <a:pt x="2724" y="12264"/>
                    <a:pt x="3136" y="12707"/>
                    <a:pt x="3706" y="12707"/>
                  </a:cubicBezTo>
                  <a:cubicBezTo>
                    <a:pt x="4244" y="12707"/>
                    <a:pt x="4687" y="12264"/>
                    <a:pt x="4687" y="11726"/>
                  </a:cubicBezTo>
                  <a:lnTo>
                    <a:pt x="4624" y="6437"/>
                  </a:lnTo>
                  <a:lnTo>
                    <a:pt x="4561" y="3270"/>
                  </a:lnTo>
                  <a:lnTo>
                    <a:pt x="4561" y="3270"/>
                  </a:lnTo>
                  <a:cubicBezTo>
                    <a:pt x="4624" y="3333"/>
                    <a:pt x="4656" y="3397"/>
                    <a:pt x="4719" y="3460"/>
                  </a:cubicBezTo>
                  <a:lnTo>
                    <a:pt x="4719" y="3492"/>
                  </a:lnTo>
                  <a:cubicBezTo>
                    <a:pt x="4877" y="3650"/>
                    <a:pt x="5099" y="3777"/>
                    <a:pt x="5321" y="3777"/>
                  </a:cubicBezTo>
                  <a:cubicBezTo>
                    <a:pt x="5574" y="3777"/>
                    <a:pt x="5796" y="3650"/>
                    <a:pt x="5954" y="3460"/>
                  </a:cubicBezTo>
                  <a:lnTo>
                    <a:pt x="7696" y="1275"/>
                  </a:lnTo>
                  <a:cubicBezTo>
                    <a:pt x="7981" y="927"/>
                    <a:pt x="7918" y="452"/>
                    <a:pt x="7601" y="167"/>
                  </a:cubicBezTo>
                  <a:cubicBezTo>
                    <a:pt x="7470" y="62"/>
                    <a:pt x="7295" y="0"/>
                    <a:pt x="713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7" name="Google Shape;3397;p36"/>
            <p:cNvSpPr/>
            <p:nvPr/>
          </p:nvSpPr>
          <p:spPr>
            <a:xfrm>
              <a:off x="6009000" y="2415300"/>
              <a:ext cx="66550" cy="64950"/>
            </a:xfrm>
            <a:custGeom>
              <a:avLst/>
              <a:gdLst/>
              <a:ahLst/>
              <a:cxnLst/>
              <a:rect l="l" t="t" r="r" b="b"/>
              <a:pathLst>
                <a:path w="2662" h="2598" extrusionOk="0">
                  <a:moveTo>
                    <a:pt x="1331" y="0"/>
                  </a:moveTo>
                  <a:cubicBezTo>
                    <a:pt x="603" y="0"/>
                    <a:pt x="1" y="570"/>
                    <a:pt x="1" y="1299"/>
                  </a:cubicBezTo>
                  <a:cubicBezTo>
                    <a:pt x="1" y="1996"/>
                    <a:pt x="603" y="2597"/>
                    <a:pt x="1331" y="2597"/>
                  </a:cubicBezTo>
                  <a:cubicBezTo>
                    <a:pt x="2059" y="2597"/>
                    <a:pt x="2661" y="1996"/>
                    <a:pt x="2661" y="1299"/>
                  </a:cubicBezTo>
                  <a:cubicBezTo>
                    <a:pt x="2661" y="570"/>
                    <a:pt x="2059" y="0"/>
                    <a:pt x="13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8" name="Google Shape;3398;p36"/>
            <p:cNvSpPr/>
            <p:nvPr/>
          </p:nvSpPr>
          <p:spPr>
            <a:xfrm>
              <a:off x="6004250" y="2410550"/>
              <a:ext cx="76050" cy="74450"/>
            </a:xfrm>
            <a:custGeom>
              <a:avLst/>
              <a:gdLst/>
              <a:ahLst/>
              <a:cxnLst/>
              <a:rect l="l" t="t" r="r" b="b"/>
              <a:pathLst>
                <a:path w="3042" h="2978" extrusionOk="0">
                  <a:moveTo>
                    <a:pt x="1521" y="349"/>
                  </a:moveTo>
                  <a:cubicBezTo>
                    <a:pt x="2154" y="349"/>
                    <a:pt x="2661" y="855"/>
                    <a:pt x="2661" y="1489"/>
                  </a:cubicBezTo>
                  <a:cubicBezTo>
                    <a:pt x="2661" y="2091"/>
                    <a:pt x="2154" y="2597"/>
                    <a:pt x="1521" y="2597"/>
                  </a:cubicBezTo>
                  <a:cubicBezTo>
                    <a:pt x="888" y="2597"/>
                    <a:pt x="381" y="2091"/>
                    <a:pt x="381" y="1489"/>
                  </a:cubicBezTo>
                  <a:cubicBezTo>
                    <a:pt x="381" y="855"/>
                    <a:pt x="888" y="349"/>
                    <a:pt x="1521" y="349"/>
                  </a:cubicBezTo>
                  <a:close/>
                  <a:moveTo>
                    <a:pt x="1521" y="0"/>
                  </a:moveTo>
                  <a:cubicBezTo>
                    <a:pt x="698" y="0"/>
                    <a:pt x="1" y="665"/>
                    <a:pt x="1" y="1489"/>
                  </a:cubicBezTo>
                  <a:cubicBezTo>
                    <a:pt x="1" y="2312"/>
                    <a:pt x="698" y="2977"/>
                    <a:pt x="1521" y="2977"/>
                  </a:cubicBezTo>
                  <a:cubicBezTo>
                    <a:pt x="2344" y="2977"/>
                    <a:pt x="3041" y="2312"/>
                    <a:pt x="3041" y="1489"/>
                  </a:cubicBezTo>
                  <a:cubicBezTo>
                    <a:pt x="3041" y="665"/>
                    <a:pt x="2344" y="0"/>
                    <a:pt x="152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9" name="Google Shape;3399;p36"/>
            <p:cNvSpPr/>
            <p:nvPr/>
          </p:nvSpPr>
          <p:spPr>
            <a:xfrm>
              <a:off x="6009000" y="2636200"/>
              <a:ext cx="40400" cy="152025"/>
            </a:xfrm>
            <a:custGeom>
              <a:avLst/>
              <a:gdLst/>
              <a:ahLst/>
              <a:cxnLst/>
              <a:rect l="l" t="t" r="r" b="b"/>
              <a:pathLst>
                <a:path w="1616" h="6081" extrusionOk="0">
                  <a:moveTo>
                    <a:pt x="1" y="0"/>
                  </a:moveTo>
                  <a:lnTo>
                    <a:pt x="1" y="5289"/>
                  </a:lnTo>
                  <a:cubicBezTo>
                    <a:pt x="1" y="5732"/>
                    <a:pt x="381" y="6080"/>
                    <a:pt x="793" y="6080"/>
                  </a:cubicBezTo>
                  <a:cubicBezTo>
                    <a:pt x="1236" y="6080"/>
                    <a:pt x="1616" y="5732"/>
                    <a:pt x="1616" y="5289"/>
                  </a:cubicBezTo>
                  <a:lnTo>
                    <a:pt x="1616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0" name="Google Shape;3400;p36"/>
            <p:cNvSpPr/>
            <p:nvPr/>
          </p:nvSpPr>
          <p:spPr>
            <a:xfrm>
              <a:off x="6004250" y="2632225"/>
              <a:ext cx="49125" cy="160750"/>
            </a:xfrm>
            <a:custGeom>
              <a:avLst/>
              <a:gdLst/>
              <a:ahLst/>
              <a:cxnLst/>
              <a:rect l="l" t="t" r="r" b="b"/>
              <a:pathLst>
                <a:path w="1965" h="6430" extrusionOk="0">
                  <a:moveTo>
                    <a:pt x="191" y="1"/>
                  </a:moveTo>
                  <a:cubicBezTo>
                    <a:pt x="96" y="1"/>
                    <a:pt x="1" y="64"/>
                    <a:pt x="1" y="191"/>
                  </a:cubicBezTo>
                  <a:lnTo>
                    <a:pt x="1" y="5448"/>
                  </a:lnTo>
                  <a:cubicBezTo>
                    <a:pt x="1" y="5986"/>
                    <a:pt x="444" y="6429"/>
                    <a:pt x="983" y="6429"/>
                  </a:cubicBezTo>
                  <a:cubicBezTo>
                    <a:pt x="1553" y="6429"/>
                    <a:pt x="1964" y="5986"/>
                    <a:pt x="1964" y="5448"/>
                  </a:cubicBezTo>
                  <a:lnTo>
                    <a:pt x="1964" y="191"/>
                  </a:lnTo>
                  <a:cubicBezTo>
                    <a:pt x="1964" y="64"/>
                    <a:pt x="1901" y="1"/>
                    <a:pt x="1806" y="1"/>
                  </a:cubicBezTo>
                  <a:cubicBezTo>
                    <a:pt x="1679" y="1"/>
                    <a:pt x="1616" y="64"/>
                    <a:pt x="1616" y="191"/>
                  </a:cubicBezTo>
                  <a:lnTo>
                    <a:pt x="1616" y="5448"/>
                  </a:lnTo>
                  <a:cubicBezTo>
                    <a:pt x="1616" y="5796"/>
                    <a:pt x="1331" y="6049"/>
                    <a:pt x="983" y="6049"/>
                  </a:cubicBezTo>
                  <a:cubicBezTo>
                    <a:pt x="666" y="6049"/>
                    <a:pt x="381" y="5796"/>
                    <a:pt x="381" y="5448"/>
                  </a:cubicBezTo>
                  <a:lnTo>
                    <a:pt x="381" y="191"/>
                  </a:lnTo>
                  <a:cubicBezTo>
                    <a:pt x="381" y="64"/>
                    <a:pt x="318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1" name="Google Shape;3401;p36"/>
            <p:cNvSpPr/>
            <p:nvPr/>
          </p:nvSpPr>
          <p:spPr>
            <a:xfrm>
              <a:off x="6004250" y="2541975"/>
              <a:ext cx="9525" cy="99000"/>
            </a:xfrm>
            <a:custGeom>
              <a:avLst/>
              <a:gdLst/>
              <a:ahLst/>
              <a:cxnLst/>
              <a:rect l="l" t="t" r="r" b="b"/>
              <a:pathLst>
                <a:path w="381" h="3960" extrusionOk="0">
                  <a:moveTo>
                    <a:pt x="191" y="0"/>
                  </a:moveTo>
                  <a:cubicBezTo>
                    <a:pt x="96" y="0"/>
                    <a:pt x="1" y="64"/>
                    <a:pt x="1" y="159"/>
                  </a:cubicBezTo>
                  <a:lnTo>
                    <a:pt x="1" y="3769"/>
                  </a:lnTo>
                  <a:cubicBezTo>
                    <a:pt x="1" y="3896"/>
                    <a:pt x="96" y="3959"/>
                    <a:pt x="191" y="3959"/>
                  </a:cubicBezTo>
                  <a:cubicBezTo>
                    <a:pt x="286" y="3959"/>
                    <a:pt x="381" y="3896"/>
                    <a:pt x="381" y="3769"/>
                  </a:cubicBezTo>
                  <a:lnTo>
                    <a:pt x="381" y="159"/>
                  </a:lnTo>
                  <a:cubicBezTo>
                    <a:pt x="381" y="64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2" name="Google Shape;3402;p36"/>
            <p:cNvSpPr/>
            <p:nvPr/>
          </p:nvSpPr>
          <p:spPr>
            <a:xfrm>
              <a:off x="6659800" y="2624325"/>
              <a:ext cx="7150" cy="19800"/>
            </a:xfrm>
            <a:custGeom>
              <a:avLst/>
              <a:gdLst/>
              <a:ahLst/>
              <a:cxnLst/>
              <a:rect l="l" t="t" r="r" b="b"/>
              <a:pathLst>
                <a:path w="286" h="792" extrusionOk="0">
                  <a:moveTo>
                    <a:pt x="32" y="0"/>
                  </a:moveTo>
                  <a:lnTo>
                    <a:pt x="1" y="792"/>
                  </a:lnTo>
                  <a:cubicBezTo>
                    <a:pt x="254" y="538"/>
                    <a:pt x="286" y="285"/>
                    <a:pt x="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3" name="Google Shape;3403;p36"/>
            <p:cNvSpPr/>
            <p:nvPr/>
          </p:nvSpPr>
          <p:spPr>
            <a:xfrm>
              <a:off x="6654275" y="2619500"/>
              <a:ext cx="17425" cy="29375"/>
            </a:xfrm>
            <a:custGeom>
              <a:avLst/>
              <a:gdLst/>
              <a:ahLst/>
              <a:cxnLst/>
              <a:rect l="l" t="t" r="r" b="b"/>
              <a:pathLst>
                <a:path w="697" h="1175" extrusionOk="0">
                  <a:moveTo>
                    <a:pt x="234" y="0"/>
                  </a:moveTo>
                  <a:cubicBezTo>
                    <a:pt x="199" y="0"/>
                    <a:pt x="163" y="10"/>
                    <a:pt x="127" y="35"/>
                  </a:cubicBezTo>
                  <a:cubicBezTo>
                    <a:pt x="63" y="130"/>
                    <a:pt x="32" y="225"/>
                    <a:pt x="95" y="320"/>
                  </a:cubicBezTo>
                  <a:cubicBezTo>
                    <a:pt x="285" y="510"/>
                    <a:pt x="285" y="636"/>
                    <a:pt x="63" y="858"/>
                  </a:cubicBezTo>
                  <a:cubicBezTo>
                    <a:pt x="0" y="921"/>
                    <a:pt x="0" y="1048"/>
                    <a:pt x="63" y="1111"/>
                  </a:cubicBezTo>
                  <a:cubicBezTo>
                    <a:pt x="127" y="1143"/>
                    <a:pt x="158" y="1175"/>
                    <a:pt x="222" y="1175"/>
                  </a:cubicBezTo>
                  <a:cubicBezTo>
                    <a:pt x="253" y="1175"/>
                    <a:pt x="317" y="1143"/>
                    <a:pt x="349" y="1111"/>
                  </a:cubicBezTo>
                  <a:cubicBezTo>
                    <a:pt x="665" y="763"/>
                    <a:pt x="697" y="415"/>
                    <a:pt x="380" y="66"/>
                  </a:cubicBezTo>
                  <a:cubicBezTo>
                    <a:pt x="341" y="27"/>
                    <a:pt x="290" y="0"/>
                    <a:pt x="23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4" name="Google Shape;3404;p36"/>
            <p:cNvSpPr/>
            <p:nvPr/>
          </p:nvSpPr>
          <p:spPr>
            <a:xfrm>
              <a:off x="6638425" y="2624325"/>
              <a:ext cx="7150" cy="19800"/>
            </a:xfrm>
            <a:custGeom>
              <a:avLst/>
              <a:gdLst/>
              <a:ahLst/>
              <a:cxnLst/>
              <a:rect l="l" t="t" r="r" b="b"/>
              <a:pathLst>
                <a:path w="286" h="792" extrusionOk="0">
                  <a:moveTo>
                    <a:pt x="254" y="0"/>
                  </a:moveTo>
                  <a:cubicBezTo>
                    <a:pt x="1" y="285"/>
                    <a:pt x="32" y="507"/>
                    <a:pt x="286" y="792"/>
                  </a:cubicBezTo>
                  <a:lnTo>
                    <a:pt x="2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5" name="Google Shape;3405;p36"/>
            <p:cNvSpPr/>
            <p:nvPr/>
          </p:nvSpPr>
          <p:spPr>
            <a:xfrm>
              <a:off x="6633675" y="2619250"/>
              <a:ext cx="17450" cy="29625"/>
            </a:xfrm>
            <a:custGeom>
              <a:avLst/>
              <a:gdLst/>
              <a:ahLst/>
              <a:cxnLst/>
              <a:rect l="l" t="t" r="r" b="b"/>
              <a:pathLst>
                <a:path w="698" h="1185" extrusionOk="0">
                  <a:moveTo>
                    <a:pt x="414" y="1"/>
                  </a:moveTo>
                  <a:cubicBezTo>
                    <a:pt x="365" y="1"/>
                    <a:pt x="321" y="24"/>
                    <a:pt x="286" y="76"/>
                  </a:cubicBezTo>
                  <a:cubicBezTo>
                    <a:pt x="1" y="456"/>
                    <a:pt x="32" y="805"/>
                    <a:pt x="349" y="1121"/>
                  </a:cubicBezTo>
                  <a:cubicBezTo>
                    <a:pt x="381" y="1153"/>
                    <a:pt x="444" y="1185"/>
                    <a:pt x="476" y="1185"/>
                  </a:cubicBezTo>
                  <a:cubicBezTo>
                    <a:pt x="539" y="1185"/>
                    <a:pt x="571" y="1153"/>
                    <a:pt x="602" y="1121"/>
                  </a:cubicBezTo>
                  <a:cubicBezTo>
                    <a:pt x="697" y="1026"/>
                    <a:pt x="697" y="931"/>
                    <a:pt x="602" y="836"/>
                  </a:cubicBezTo>
                  <a:cubicBezTo>
                    <a:pt x="412" y="646"/>
                    <a:pt x="412" y="520"/>
                    <a:pt x="571" y="298"/>
                  </a:cubicBezTo>
                  <a:cubicBezTo>
                    <a:pt x="634" y="235"/>
                    <a:pt x="634" y="108"/>
                    <a:pt x="539" y="45"/>
                  </a:cubicBezTo>
                  <a:cubicBezTo>
                    <a:pt x="496" y="16"/>
                    <a:pt x="454" y="1"/>
                    <a:pt x="41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6" name="Google Shape;3406;p36"/>
            <p:cNvSpPr/>
            <p:nvPr/>
          </p:nvSpPr>
          <p:spPr>
            <a:xfrm>
              <a:off x="6620225" y="2535650"/>
              <a:ext cx="38825" cy="77600"/>
            </a:xfrm>
            <a:custGeom>
              <a:avLst/>
              <a:gdLst/>
              <a:ahLst/>
              <a:cxnLst/>
              <a:rect l="l" t="t" r="r" b="b"/>
              <a:pathLst>
                <a:path w="1553" h="3104" extrusionOk="0">
                  <a:moveTo>
                    <a:pt x="0" y="0"/>
                  </a:moveTo>
                  <a:lnTo>
                    <a:pt x="64" y="602"/>
                  </a:lnTo>
                  <a:cubicBezTo>
                    <a:pt x="380" y="728"/>
                    <a:pt x="919" y="1204"/>
                    <a:pt x="1014" y="3104"/>
                  </a:cubicBezTo>
                  <a:lnTo>
                    <a:pt x="1552" y="3104"/>
                  </a:lnTo>
                  <a:cubicBezTo>
                    <a:pt x="1489" y="1077"/>
                    <a:pt x="824" y="6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7" name="Google Shape;3407;p36"/>
            <p:cNvSpPr/>
            <p:nvPr/>
          </p:nvSpPr>
          <p:spPr>
            <a:xfrm>
              <a:off x="6615475" y="2530900"/>
              <a:ext cx="48325" cy="87100"/>
            </a:xfrm>
            <a:custGeom>
              <a:avLst/>
              <a:gdLst/>
              <a:ahLst/>
              <a:cxnLst/>
              <a:rect l="l" t="t" r="r" b="b"/>
              <a:pathLst>
                <a:path w="1933" h="3484" extrusionOk="0">
                  <a:moveTo>
                    <a:pt x="222" y="0"/>
                  </a:moveTo>
                  <a:cubicBezTo>
                    <a:pt x="159" y="0"/>
                    <a:pt x="95" y="32"/>
                    <a:pt x="64" y="63"/>
                  </a:cubicBezTo>
                  <a:cubicBezTo>
                    <a:pt x="32" y="95"/>
                    <a:pt x="0" y="158"/>
                    <a:pt x="0" y="222"/>
                  </a:cubicBezTo>
                  <a:lnTo>
                    <a:pt x="64" y="823"/>
                  </a:lnTo>
                  <a:cubicBezTo>
                    <a:pt x="95" y="887"/>
                    <a:pt x="127" y="950"/>
                    <a:pt x="190" y="982"/>
                  </a:cubicBezTo>
                  <a:cubicBezTo>
                    <a:pt x="412" y="1045"/>
                    <a:pt x="919" y="1425"/>
                    <a:pt x="1014" y="3294"/>
                  </a:cubicBezTo>
                  <a:cubicBezTo>
                    <a:pt x="1014" y="3389"/>
                    <a:pt x="1109" y="3452"/>
                    <a:pt x="1204" y="3452"/>
                  </a:cubicBezTo>
                  <a:cubicBezTo>
                    <a:pt x="1299" y="3452"/>
                    <a:pt x="1394" y="3357"/>
                    <a:pt x="1394" y="3262"/>
                  </a:cubicBezTo>
                  <a:cubicBezTo>
                    <a:pt x="1299" y="1520"/>
                    <a:pt x="855" y="887"/>
                    <a:pt x="444" y="665"/>
                  </a:cubicBezTo>
                  <a:lnTo>
                    <a:pt x="412" y="412"/>
                  </a:lnTo>
                  <a:lnTo>
                    <a:pt x="412" y="412"/>
                  </a:lnTo>
                  <a:cubicBezTo>
                    <a:pt x="1077" y="665"/>
                    <a:pt x="1520" y="1710"/>
                    <a:pt x="1552" y="3294"/>
                  </a:cubicBezTo>
                  <a:cubicBezTo>
                    <a:pt x="1584" y="3389"/>
                    <a:pt x="1647" y="3484"/>
                    <a:pt x="1742" y="3484"/>
                  </a:cubicBezTo>
                  <a:cubicBezTo>
                    <a:pt x="1869" y="3484"/>
                    <a:pt x="1932" y="3389"/>
                    <a:pt x="1932" y="3294"/>
                  </a:cubicBezTo>
                  <a:cubicBezTo>
                    <a:pt x="1869" y="1299"/>
                    <a:pt x="1235" y="95"/>
                    <a:pt x="22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8" name="Google Shape;3408;p36"/>
            <p:cNvSpPr/>
            <p:nvPr/>
          </p:nvSpPr>
          <p:spPr>
            <a:xfrm>
              <a:off x="6637650" y="2613100"/>
              <a:ext cx="28525" cy="11250"/>
            </a:xfrm>
            <a:custGeom>
              <a:avLst/>
              <a:gdLst/>
              <a:ahLst/>
              <a:cxnLst/>
              <a:rect l="l" t="t" r="r" b="b"/>
              <a:pathLst>
                <a:path w="1141" h="450" extrusionOk="0">
                  <a:moveTo>
                    <a:pt x="958" y="1"/>
                  </a:moveTo>
                  <a:cubicBezTo>
                    <a:pt x="945" y="1"/>
                    <a:pt x="932" y="2"/>
                    <a:pt x="918" y="6"/>
                  </a:cubicBezTo>
                  <a:lnTo>
                    <a:pt x="222" y="6"/>
                  </a:lnTo>
                  <a:cubicBezTo>
                    <a:pt x="95" y="6"/>
                    <a:pt x="0" y="101"/>
                    <a:pt x="0" y="227"/>
                  </a:cubicBezTo>
                  <a:cubicBezTo>
                    <a:pt x="0" y="354"/>
                    <a:pt x="95" y="449"/>
                    <a:pt x="222" y="449"/>
                  </a:cubicBezTo>
                  <a:lnTo>
                    <a:pt x="918" y="449"/>
                  </a:lnTo>
                  <a:cubicBezTo>
                    <a:pt x="1045" y="449"/>
                    <a:pt x="1140" y="354"/>
                    <a:pt x="1140" y="227"/>
                  </a:cubicBezTo>
                  <a:lnTo>
                    <a:pt x="1140" y="196"/>
                  </a:lnTo>
                  <a:cubicBezTo>
                    <a:pt x="1140" y="111"/>
                    <a:pt x="1064" y="1"/>
                    <a:pt x="958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9" name="Google Shape;3409;p36"/>
            <p:cNvSpPr/>
            <p:nvPr/>
          </p:nvSpPr>
          <p:spPr>
            <a:xfrm>
              <a:off x="6632900" y="2608475"/>
              <a:ext cx="38025" cy="20625"/>
            </a:xfrm>
            <a:custGeom>
              <a:avLst/>
              <a:gdLst/>
              <a:ahLst/>
              <a:cxnLst/>
              <a:rect l="l" t="t" r="r" b="b"/>
              <a:pathLst>
                <a:path w="1521" h="825" extrusionOk="0">
                  <a:moveTo>
                    <a:pt x="1108" y="349"/>
                  </a:moveTo>
                  <a:cubicBezTo>
                    <a:pt x="1140" y="349"/>
                    <a:pt x="1140" y="381"/>
                    <a:pt x="1140" y="412"/>
                  </a:cubicBezTo>
                  <a:cubicBezTo>
                    <a:pt x="1140" y="444"/>
                    <a:pt x="1108" y="444"/>
                    <a:pt x="1108" y="444"/>
                  </a:cubicBezTo>
                  <a:lnTo>
                    <a:pt x="412" y="444"/>
                  </a:lnTo>
                  <a:cubicBezTo>
                    <a:pt x="380" y="444"/>
                    <a:pt x="380" y="412"/>
                    <a:pt x="380" y="412"/>
                  </a:cubicBezTo>
                  <a:cubicBezTo>
                    <a:pt x="380" y="381"/>
                    <a:pt x="380" y="381"/>
                    <a:pt x="380" y="381"/>
                  </a:cubicBezTo>
                  <a:lnTo>
                    <a:pt x="412" y="381"/>
                  </a:lnTo>
                  <a:lnTo>
                    <a:pt x="1108" y="349"/>
                  </a:lnTo>
                  <a:close/>
                  <a:moveTo>
                    <a:pt x="412" y="1"/>
                  </a:moveTo>
                  <a:cubicBezTo>
                    <a:pt x="317" y="1"/>
                    <a:pt x="190" y="32"/>
                    <a:pt x="127" y="127"/>
                  </a:cubicBezTo>
                  <a:cubicBezTo>
                    <a:pt x="32" y="191"/>
                    <a:pt x="0" y="317"/>
                    <a:pt x="0" y="412"/>
                  </a:cubicBezTo>
                  <a:cubicBezTo>
                    <a:pt x="32" y="634"/>
                    <a:pt x="190" y="824"/>
                    <a:pt x="412" y="824"/>
                  </a:cubicBezTo>
                  <a:lnTo>
                    <a:pt x="1108" y="824"/>
                  </a:lnTo>
                  <a:cubicBezTo>
                    <a:pt x="1235" y="824"/>
                    <a:pt x="1330" y="761"/>
                    <a:pt x="1394" y="697"/>
                  </a:cubicBezTo>
                  <a:cubicBezTo>
                    <a:pt x="1489" y="602"/>
                    <a:pt x="1520" y="507"/>
                    <a:pt x="1520" y="381"/>
                  </a:cubicBezTo>
                  <a:cubicBezTo>
                    <a:pt x="1520" y="159"/>
                    <a:pt x="1330" y="1"/>
                    <a:pt x="11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0" name="Google Shape;3410;p36"/>
            <p:cNvSpPr/>
            <p:nvPr/>
          </p:nvSpPr>
          <p:spPr>
            <a:xfrm>
              <a:off x="6419925" y="2458050"/>
              <a:ext cx="7925" cy="19825"/>
            </a:xfrm>
            <a:custGeom>
              <a:avLst/>
              <a:gdLst/>
              <a:ahLst/>
              <a:cxnLst/>
              <a:rect l="l" t="t" r="r" b="b"/>
              <a:pathLst>
                <a:path w="317" h="793" extrusionOk="0">
                  <a:moveTo>
                    <a:pt x="317" y="1"/>
                  </a:moveTo>
                  <a:lnTo>
                    <a:pt x="317" y="1"/>
                  </a:lnTo>
                  <a:cubicBezTo>
                    <a:pt x="63" y="254"/>
                    <a:pt x="0" y="476"/>
                    <a:pt x="253" y="792"/>
                  </a:cubicBezTo>
                  <a:lnTo>
                    <a:pt x="3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1" name="Google Shape;3411;p36"/>
            <p:cNvSpPr/>
            <p:nvPr/>
          </p:nvSpPr>
          <p:spPr>
            <a:xfrm>
              <a:off x="6415175" y="2453100"/>
              <a:ext cx="17425" cy="28725"/>
            </a:xfrm>
            <a:custGeom>
              <a:avLst/>
              <a:gdLst/>
              <a:ahLst/>
              <a:cxnLst/>
              <a:rect l="l" t="t" r="r" b="b"/>
              <a:pathLst>
                <a:path w="697" h="1149" extrusionOk="0">
                  <a:moveTo>
                    <a:pt x="491" y="1"/>
                  </a:moveTo>
                  <a:cubicBezTo>
                    <a:pt x="443" y="1"/>
                    <a:pt x="396" y="24"/>
                    <a:pt x="348" y="72"/>
                  </a:cubicBezTo>
                  <a:cubicBezTo>
                    <a:pt x="32" y="420"/>
                    <a:pt x="0" y="737"/>
                    <a:pt x="317" y="1085"/>
                  </a:cubicBezTo>
                  <a:cubicBezTo>
                    <a:pt x="348" y="1149"/>
                    <a:pt x="412" y="1149"/>
                    <a:pt x="443" y="1149"/>
                  </a:cubicBezTo>
                  <a:cubicBezTo>
                    <a:pt x="507" y="1149"/>
                    <a:pt x="538" y="1149"/>
                    <a:pt x="570" y="1117"/>
                  </a:cubicBezTo>
                  <a:cubicBezTo>
                    <a:pt x="633" y="1054"/>
                    <a:pt x="665" y="927"/>
                    <a:pt x="602" y="864"/>
                  </a:cubicBezTo>
                  <a:cubicBezTo>
                    <a:pt x="412" y="642"/>
                    <a:pt x="412" y="515"/>
                    <a:pt x="633" y="325"/>
                  </a:cubicBezTo>
                  <a:cubicBezTo>
                    <a:pt x="697" y="262"/>
                    <a:pt x="697" y="135"/>
                    <a:pt x="633" y="72"/>
                  </a:cubicBezTo>
                  <a:cubicBezTo>
                    <a:pt x="586" y="24"/>
                    <a:pt x="538" y="1"/>
                    <a:pt x="4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2" name="Google Shape;3412;p36"/>
            <p:cNvSpPr/>
            <p:nvPr/>
          </p:nvSpPr>
          <p:spPr>
            <a:xfrm>
              <a:off x="6441300" y="2458050"/>
              <a:ext cx="7150" cy="19825"/>
            </a:xfrm>
            <a:custGeom>
              <a:avLst/>
              <a:gdLst/>
              <a:ahLst/>
              <a:cxnLst/>
              <a:rect l="l" t="t" r="r" b="b"/>
              <a:pathLst>
                <a:path w="286" h="793" extrusionOk="0">
                  <a:moveTo>
                    <a:pt x="0" y="1"/>
                  </a:moveTo>
                  <a:lnTo>
                    <a:pt x="32" y="792"/>
                  </a:lnTo>
                  <a:cubicBezTo>
                    <a:pt x="285" y="507"/>
                    <a:pt x="285" y="286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3" name="Google Shape;3413;p36"/>
            <p:cNvSpPr/>
            <p:nvPr/>
          </p:nvSpPr>
          <p:spPr>
            <a:xfrm>
              <a:off x="6435750" y="2453700"/>
              <a:ext cx="17450" cy="28925"/>
            </a:xfrm>
            <a:custGeom>
              <a:avLst/>
              <a:gdLst/>
              <a:ahLst/>
              <a:cxnLst/>
              <a:rect l="l" t="t" r="r" b="b"/>
              <a:pathLst>
                <a:path w="698" h="1157" extrusionOk="0">
                  <a:moveTo>
                    <a:pt x="206" y="0"/>
                  </a:moveTo>
                  <a:cubicBezTo>
                    <a:pt x="159" y="0"/>
                    <a:pt x="111" y="16"/>
                    <a:pt x="64" y="48"/>
                  </a:cubicBezTo>
                  <a:cubicBezTo>
                    <a:pt x="0" y="111"/>
                    <a:pt x="0" y="238"/>
                    <a:pt x="95" y="301"/>
                  </a:cubicBezTo>
                  <a:cubicBezTo>
                    <a:pt x="285" y="491"/>
                    <a:pt x="285" y="618"/>
                    <a:pt x="127" y="840"/>
                  </a:cubicBezTo>
                  <a:cubicBezTo>
                    <a:pt x="64" y="935"/>
                    <a:pt x="64" y="1030"/>
                    <a:pt x="159" y="1093"/>
                  </a:cubicBezTo>
                  <a:cubicBezTo>
                    <a:pt x="190" y="1125"/>
                    <a:pt x="222" y="1156"/>
                    <a:pt x="254" y="1156"/>
                  </a:cubicBezTo>
                  <a:cubicBezTo>
                    <a:pt x="317" y="1156"/>
                    <a:pt x="381" y="1125"/>
                    <a:pt x="412" y="1061"/>
                  </a:cubicBezTo>
                  <a:cubicBezTo>
                    <a:pt x="697" y="713"/>
                    <a:pt x="666" y="365"/>
                    <a:pt x="349" y="48"/>
                  </a:cubicBezTo>
                  <a:cubicBezTo>
                    <a:pt x="301" y="16"/>
                    <a:pt x="254" y="0"/>
                    <a:pt x="20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4" name="Google Shape;3414;p36"/>
            <p:cNvSpPr/>
            <p:nvPr/>
          </p:nvSpPr>
          <p:spPr>
            <a:xfrm>
              <a:off x="6427825" y="2488125"/>
              <a:ext cx="42775" cy="63375"/>
            </a:xfrm>
            <a:custGeom>
              <a:avLst/>
              <a:gdLst/>
              <a:ahLst/>
              <a:cxnLst/>
              <a:rect l="l" t="t" r="r" b="b"/>
              <a:pathLst>
                <a:path w="1711" h="2535" extrusionOk="0">
                  <a:moveTo>
                    <a:pt x="1" y="1"/>
                  </a:moveTo>
                  <a:cubicBezTo>
                    <a:pt x="1" y="1711"/>
                    <a:pt x="888" y="2471"/>
                    <a:pt x="1711" y="2534"/>
                  </a:cubicBezTo>
                  <a:lnTo>
                    <a:pt x="1648" y="1933"/>
                  </a:lnTo>
                  <a:cubicBezTo>
                    <a:pt x="1331" y="1838"/>
                    <a:pt x="634" y="1774"/>
                    <a:pt x="539" y="33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5" name="Google Shape;3415;p36"/>
            <p:cNvSpPr/>
            <p:nvPr/>
          </p:nvSpPr>
          <p:spPr>
            <a:xfrm>
              <a:off x="6423075" y="2484175"/>
              <a:ext cx="52275" cy="72075"/>
            </a:xfrm>
            <a:custGeom>
              <a:avLst/>
              <a:gdLst/>
              <a:ahLst/>
              <a:cxnLst/>
              <a:rect l="l" t="t" r="r" b="b"/>
              <a:pathLst>
                <a:path w="2091" h="2883" extrusionOk="0">
                  <a:moveTo>
                    <a:pt x="191" y="1"/>
                  </a:moveTo>
                  <a:cubicBezTo>
                    <a:pt x="96" y="1"/>
                    <a:pt x="1" y="64"/>
                    <a:pt x="1" y="191"/>
                  </a:cubicBezTo>
                  <a:cubicBezTo>
                    <a:pt x="1" y="1932"/>
                    <a:pt x="951" y="2819"/>
                    <a:pt x="1901" y="2882"/>
                  </a:cubicBezTo>
                  <a:cubicBezTo>
                    <a:pt x="1964" y="2882"/>
                    <a:pt x="1996" y="2882"/>
                    <a:pt x="2028" y="2819"/>
                  </a:cubicBezTo>
                  <a:cubicBezTo>
                    <a:pt x="2091" y="2787"/>
                    <a:pt x="2091" y="2724"/>
                    <a:pt x="2091" y="2692"/>
                  </a:cubicBezTo>
                  <a:lnTo>
                    <a:pt x="2028" y="2059"/>
                  </a:lnTo>
                  <a:cubicBezTo>
                    <a:pt x="2028" y="1996"/>
                    <a:pt x="1964" y="1932"/>
                    <a:pt x="1901" y="1932"/>
                  </a:cubicBezTo>
                  <a:cubicBezTo>
                    <a:pt x="1869" y="1901"/>
                    <a:pt x="1838" y="1901"/>
                    <a:pt x="1806" y="1901"/>
                  </a:cubicBezTo>
                  <a:cubicBezTo>
                    <a:pt x="1489" y="1806"/>
                    <a:pt x="983" y="1647"/>
                    <a:pt x="919" y="191"/>
                  </a:cubicBezTo>
                  <a:cubicBezTo>
                    <a:pt x="919" y="64"/>
                    <a:pt x="824" y="1"/>
                    <a:pt x="729" y="1"/>
                  </a:cubicBezTo>
                  <a:cubicBezTo>
                    <a:pt x="634" y="1"/>
                    <a:pt x="539" y="96"/>
                    <a:pt x="571" y="191"/>
                  </a:cubicBezTo>
                  <a:cubicBezTo>
                    <a:pt x="634" y="1901"/>
                    <a:pt x="1299" y="2122"/>
                    <a:pt x="1679" y="2249"/>
                  </a:cubicBezTo>
                  <a:lnTo>
                    <a:pt x="1679" y="2471"/>
                  </a:lnTo>
                  <a:cubicBezTo>
                    <a:pt x="1014" y="2312"/>
                    <a:pt x="381" y="1552"/>
                    <a:pt x="381" y="191"/>
                  </a:cubicBezTo>
                  <a:cubicBezTo>
                    <a:pt x="381" y="64"/>
                    <a:pt x="286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6" name="Google Shape;3416;p36"/>
            <p:cNvSpPr/>
            <p:nvPr/>
          </p:nvSpPr>
          <p:spPr>
            <a:xfrm>
              <a:off x="6420700" y="2477700"/>
              <a:ext cx="28525" cy="11250"/>
            </a:xfrm>
            <a:custGeom>
              <a:avLst/>
              <a:gdLst/>
              <a:ahLst/>
              <a:cxnLst/>
              <a:rect l="l" t="t" r="r" b="b"/>
              <a:pathLst>
                <a:path w="1141" h="450" extrusionOk="0">
                  <a:moveTo>
                    <a:pt x="967" y="0"/>
                  </a:moveTo>
                  <a:cubicBezTo>
                    <a:pt x="952" y="0"/>
                    <a:pt x="936" y="2"/>
                    <a:pt x="919" y="6"/>
                  </a:cubicBezTo>
                  <a:lnTo>
                    <a:pt x="222" y="6"/>
                  </a:lnTo>
                  <a:cubicBezTo>
                    <a:pt x="96" y="6"/>
                    <a:pt x="1" y="101"/>
                    <a:pt x="1" y="228"/>
                  </a:cubicBezTo>
                  <a:cubicBezTo>
                    <a:pt x="1" y="355"/>
                    <a:pt x="96" y="450"/>
                    <a:pt x="222" y="450"/>
                  </a:cubicBezTo>
                  <a:lnTo>
                    <a:pt x="919" y="418"/>
                  </a:lnTo>
                  <a:cubicBezTo>
                    <a:pt x="1046" y="418"/>
                    <a:pt x="1141" y="323"/>
                    <a:pt x="1141" y="196"/>
                  </a:cubicBezTo>
                  <a:cubicBezTo>
                    <a:pt x="1141" y="86"/>
                    <a:pt x="1069" y="0"/>
                    <a:pt x="967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7" name="Google Shape;3417;p36"/>
            <p:cNvSpPr/>
            <p:nvPr/>
          </p:nvSpPr>
          <p:spPr>
            <a:xfrm>
              <a:off x="6415950" y="2473100"/>
              <a:ext cx="38025" cy="20600"/>
            </a:xfrm>
            <a:custGeom>
              <a:avLst/>
              <a:gdLst/>
              <a:ahLst/>
              <a:cxnLst/>
              <a:rect l="l" t="t" r="r" b="b"/>
              <a:pathLst>
                <a:path w="1521" h="824" extrusionOk="0">
                  <a:moveTo>
                    <a:pt x="1109" y="349"/>
                  </a:moveTo>
                  <a:cubicBezTo>
                    <a:pt x="1141" y="349"/>
                    <a:pt x="1141" y="380"/>
                    <a:pt x="1141" y="412"/>
                  </a:cubicBezTo>
                  <a:cubicBezTo>
                    <a:pt x="1141" y="444"/>
                    <a:pt x="1109" y="444"/>
                    <a:pt x="1109" y="444"/>
                  </a:cubicBezTo>
                  <a:lnTo>
                    <a:pt x="412" y="444"/>
                  </a:lnTo>
                  <a:cubicBezTo>
                    <a:pt x="381" y="444"/>
                    <a:pt x="381" y="412"/>
                    <a:pt x="381" y="412"/>
                  </a:cubicBezTo>
                  <a:cubicBezTo>
                    <a:pt x="381" y="380"/>
                    <a:pt x="381" y="380"/>
                    <a:pt x="381" y="380"/>
                  </a:cubicBezTo>
                  <a:lnTo>
                    <a:pt x="412" y="380"/>
                  </a:lnTo>
                  <a:lnTo>
                    <a:pt x="1109" y="349"/>
                  </a:lnTo>
                  <a:close/>
                  <a:moveTo>
                    <a:pt x="412" y="0"/>
                  </a:moveTo>
                  <a:cubicBezTo>
                    <a:pt x="317" y="0"/>
                    <a:pt x="191" y="32"/>
                    <a:pt x="127" y="127"/>
                  </a:cubicBezTo>
                  <a:cubicBezTo>
                    <a:pt x="32" y="190"/>
                    <a:pt x="1" y="285"/>
                    <a:pt x="1" y="412"/>
                  </a:cubicBezTo>
                  <a:cubicBezTo>
                    <a:pt x="1" y="634"/>
                    <a:pt x="191" y="824"/>
                    <a:pt x="412" y="824"/>
                  </a:cubicBezTo>
                  <a:lnTo>
                    <a:pt x="1109" y="792"/>
                  </a:lnTo>
                  <a:cubicBezTo>
                    <a:pt x="1236" y="792"/>
                    <a:pt x="1331" y="760"/>
                    <a:pt x="1394" y="665"/>
                  </a:cubicBezTo>
                  <a:cubicBezTo>
                    <a:pt x="1489" y="602"/>
                    <a:pt x="1521" y="507"/>
                    <a:pt x="1521" y="380"/>
                  </a:cubicBezTo>
                  <a:cubicBezTo>
                    <a:pt x="1521" y="159"/>
                    <a:pt x="1331" y="0"/>
                    <a:pt x="110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8" name="Google Shape;3418;p36"/>
            <p:cNvSpPr/>
            <p:nvPr/>
          </p:nvSpPr>
          <p:spPr>
            <a:xfrm>
              <a:off x="6516500" y="2672600"/>
              <a:ext cx="56250" cy="65750"/>
            </a:xfrm>
            <a:custGeom>
              <a:avLst/>
              <a:gdLst/>
              <a:ahLst/>
              <a:cxnLst/>
              <a:rect l="l" t="t" r="r" b="b"/>
              <a:pathLst>
                <a:path w="2250" h="2630" extrusionOk="0">
                  <a:moveTo>
                    <a:pt x="1109" y="1"/>
                  </a:moveTo>
                  <a:cubicBezTo>
                    <a:pt x="507" y="1"/>
                    <a:pt x="1" y="223"/>
                    <a:pt x="1" y="508"/>
                  </a:cubicBezTo>
                  <a:lnTo>
                    <a:pt x="1" y="1679"/>
                  </a:lnTo>
                  <a:cubicBezTo>
                    <a:pt x="1" y="2091"/>
                    <a:pt x="476" y="2629"/>
                    <a:pt x="1109" y="2629"/>
                  </a:cubicBezTo>
                  <a:cubicBezTo>
                    <a:pt x="1743" y="2629"/>
                    <a:pt x="2218" y="2123"/>
                    <a:pt x="2249" y="1679"/>
                  </a:cubicBezTo>
                  <a:lnTo>
                    <a:pt x="2249" y="508"/>
                  </a:lnTo>
                  <a:cubicBezTo>
                    <a:pt x="2249" y="223"/>
                    <a:pt x="1743" y="1"/>
                    <a:pt x="1109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9" name="Google Shape;3419;p36"/>
            <p:cNvSpPr/>
            <p:nvPr/>
          </p:nvSpPr>
          <p:spPr>
            <a:xfrm>
              <a:off x="6511750" y="2667850"/>
              <a:ext cx="65750" cy="75250"/>
            </a:xfrm>
            <a:custGeom>
              <a:avLst/>
              <a:gdLst/>
              <a:ahLst/>
              <a:cxnLst/>
              <a:rect l="l" t="t" r="r" b="b"/>
              <a:pathLst>
                <a:path w="2630" h="3010" extrusionOk="0">
                  <a:moveTo>
                    <a:pt x="1299" y="381"/>
                  </a:moveTo>
                  <a:cubicBezTo>
                    <a:pt x="1933" y="381"/>
                    <a:pt x="2249" y="603"/>
                    <a:pt x="2249" y="698"/>
                  </a:cubicBezTo>
                  <a:lnTo>
                    <a:pt x="2249" y="1838"/>
                  </a:lnTo>
                  <a:cubicBezTo>
                    <a:pt x="2218" y="2218"/>
                    <a:pt x="1838" y="2629"/>
                    <a:pt x="1299" y="2629"/>
                  </a:cubicBezTo>
                  <a:cubicBezTo>
                    <a:pt x="761" y="2629"/>
                    <a:pt x="381" y="2154"/>
                    <a:pt x="349" y="1869"/>
                  </a:cubicBezTo>
                  <a:lnTo>
                    <a:pt x="349" y="698"/>
                  </a:lnTo>
                  <a:cubicBezTo>
                    <a:pt x="349" y="603"/>
                    <a:pt x="697" y="381"/>
                    <a:pt x="1299" y="381"/>
                  </a:cubicBezTo>
                  <a:close/>
                  <a:moveTo>
                    <a:pt x="1299" y="1"/>
                  </a:moveTo>
                  <a:cubicBezTo>
                    <a:pt x="666" y="1"/>
                    <a:pt x="1" y="254"/>
                    <a:pt x="1" y="698"/>
                  </a:cubicBezTo>
                  <a:lnTo>
                    <a:pt x="1" y="1869"/>
                  </a:lnTo>
                  <a:cubicBezTo>
                    <a:pt x="1" y="2408"/>
                    <a:pt x="571" y="3009"/>
                    <a:pt x="1299" y="3009"/>
                  </a:cubicBezTo>
                  <a:cubicBezTo>
                    <a:pt x="2059" y="3009"/>
                    <a:pt x="2566" y="2408"/>
                    <a:pt x="2629" y="1869"/>
                  </a:cubicBezTo>
                  <a:lnTo>
                    <a:pt x="2629" y="698"/>
                  </a:lnTo>
                  <a:cubicBezTo>
                    <a:pt x="2629" y="254"/>
                    <a:pt x="1964" y="1"/>
                    <a:pt x="129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0" name="Google Shape;3420;p36"/>
            <p:cNvSpPr/>
            <p:nvPr/>
          </p:nvSpPr>
          <p:spPr>
            <a:xfrm>
              <a:off x="6589350" y="2520600"/>
              <a:ext cx="32475" cy="46725"/>
            </a:xfrm>
            <a:custGeom>
              <a:avLst/>
              <a:gdLst/>
              <a:ahLst/>
              <a:cxnLst/>
              <a:rect l="l" t="t" r="r" b="b"/>
              <a:pathLst>
                <a:path w="1299" h="1869" extrusionOk="0">
                  <a:moveTo>
                    <a:pt x="0" y="0"/>
                  </a:moveTo>
                  <a:lnTo>
                    <a:pt x="0" y="1869"/>
                  </a:lnTo>
                  <a:lnTo>
                    <a:pt x="950" y="1869"/>
                  </a:lnTo>
                  <a:cubicBezTo>
                    <a:pt x="1140" y="1869"/>
                    <a:pt x="1299" y="1679"/>
                    <a:pt x="1299" y="1425"/>
                  </a:cubicBezTo>
                  <a:lnTo>
                    <a:pt x="1299" y="602"/>
                  </a:lnTo>
                  <a:cubicBezTo>
                    <a:pt x="1299" y="285"/>
                    <a:pt x="1045" y="0"/>
                    <a:pt x="697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1" name="Google Shape;3421;p36"/>
            <p:cNvSpPr/>
            <p:nvPr/>
          </p:nvSpPr>
          <p:spPr>
            <a:xfrm>
              <a:off x="6584600" y="2515850"/>
              <a:ext cx="41975" cy="56225"/>
            </a:xfrm>
            <a:custGeom>
              <a:avLst/>
              <a:gdLst/>
              <a:ahLst/>
              <a:cxnLst/>
              <a:rect l="l" t="t" r="r" b="b"/>
              <a:pathLst>
                <a:path w="1679" h="2249" extrusionOk="0">
                  <a:moveTo>
                    <a:pt x="887" y="380"/>
                  </a:moveTo>
                  <a:cubicBezTo>
                    <a:pt x="1109" y="380"/>
                    <a:pt x="1299" y="570"/>
                    <a:pt x="1299" y="792"/>
                  </a:cubicBezTo>
                  <a:lnTo>
                    <a:pt x="1299" y="1615"/>
                  </a:lnTo>
                  <a:cubicBezTo>
                    <a:pt x="1299" y="1774"/>
                    <a:pt x="1235" y="1901"/>
                    <a:pt x="1140" y="1901"/>
                  </a:cubicBezTo>
                  <a:lnTo>
                    <a:pt x="349" y="1901"/>
                  </a:lnTo>
                  <a:lnTo>
                    <a:pt x="349" y="380"/>
                  </a:lnTo>
                  <a:close/>
                  <a:moveTo>
                    <a:pt x="190" y="0"/>
                  </a:moveTo>
                  <a:cubicBezTo>
                    <a:pt x="64" y="0"/>
                    <a:pt x="0" y="95"/>
                    <a:pt x="0" y="190"/>
                  </a:cubicBezTo>
                  <a:lnTo>
                    <a:pt x="0" y="2059"/>
                  </a:lnTo>
                  <a:cubicBezTo>
                    <a:pt x="0" y="2186"/>
                    <a:pt x="64" y="2249"/>
                    <a:pt x="190" y="2249"/>
                  </a:cubicBezTo>
                  <a:lnTo>
                    <a:pt x="1140" y="2249"/>
                  </a:lnTo>
                  <a:cubicBezTo>
                    <a:pt x="1425" y="2249"/>
                    <a:pt x="1679" y="1964"/>
                    <a:pt x="1679" y="1615"/>
                  </a:cubicBezTo>
                  <a:lnTo>
                    <a:pt x="1679" y="792"/>
                  </a:lnTo>
                  <a:cubicBezTo>
                    <a:pt x="1679" y="349"/>
                    <a:pt x="1330" y="0"/>
                    <a:pt x="88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2" name="Google Shape;3422;p36"/>
            <p:cNvSpPr/>
            <p:nvPr/>
          </p:nvSpPr>
          <p:spPr>
            <a:xfrm>
              <a:off x="6469800" y="2520600"/>
              <a:ext cx="33275" cy="46725"/>
            </a:xfrm>
            <a:custGeom>
              <a:avLst/>
              <a:gdLst/>
              <a:ahLst/>
              <a:cxnLst/>
              <a:rect l="l" t="t" r="r" b="b"/>
              <a:pathLst>
                <a:path w="1331" h="1869" extrusionOk="0">
                  <a:moveTo>
                    <a:pt x="602" y="0"/>
                  </a:moveTo>
                  <a:cubicBezTo>
                    <a:pt x="285" y="0"/>
                    <a:pt x="0" y="285"/>
                    <a:pt x="0" y="602"/>
                  </a:cubicBezTo>
                  <a:lnTo>
                    <a:pt x="0" y="1425"/>
                  </a:lnTo>
                  <a:cubicBezTo>
                    <a:pt x="0" y="1679"/>
                    <a:pt x="159" y="1869"/>
                    <a:pt x="349" y="1869"/>
                  </a:cubicBezTo>
                  <a:lnTo>
                    <a:pt x="1330" y="1869"/>
                  </a:lnTo>
                  <a:lnTo>
                    <a:pt x="1330" y="0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3" name="Google Shape;3423;p36"/>
            <p:cNvSpPr/>
            <p:nvPr/>
          </p:nvSpPr>
          <p:spPr>
            <a:xfrm>
              <a:off x="6465050" y="2515850"/>
              <a:ext cx="41975" cy="56225"/>
            </a:xfrm>
            <a:custGeom>
              <a:avLst/>
              <a:gdLst/>
              <a:ahLst/>
              <a:cxnLst/>
              <a:rect l="l" t="t" r="r" b="b"/>
              <a:pathLst>
                <a:path w="1679" h="2249" extrusionOk="0">
                  <a:moveTo>
                    <a:pt x="1330" y="380"/>
                  </a:moveTo>
                  <a:lnTo>
                    <a:pt x="1330" y="1901"/>
                  </a:lnTo>
                  <a:lnTo>
                    <a:pt x="539" y="1901"/>
                  </a:lnTo>
                  <a:cubicBezTo>
                    <a:pt x="444" y="1901"/>
                    <a:pt x="380" y="1774"/>
                    <a:pt x="380" y="1615"/>
                  </a:cubicBezTo>
                  <a:lnTo>
                    <a:pt x="380" y="792"/>
                  </a:lnTo>
                  <a:cubicBezTo>
                    <a:pt x="380" y="570"/>
                    <a:pt x="570" y="380"/>
                    <a:pt x="792" y="380"/>
                  </a:cubicBezTo>
                  <a:close/>
                  <a:moveTo>
                    <a:pt x="824" y="0"/>
                  </a:moveTo>
                  <a:cubicBezTo>
                    <a:pt x="349" y="0"/>
                    <a:pt x="0" y="349"/>
                    <a:pt x="0" y="792"/>
                  </a:cubicBezTo>
                  <a:lnTo>
                    <a:pt x="0" y="1615"/>
                  </a:lnTo>
                  <a:cubicBezTo>
                    <a:pt x="0" y="1964"/>
                    <a:pt x="254" y="2249"/>
                    <a:pt x="539" y="2249"/>
                  </a:cubicBezTo>
                  <a:lnTo>
                    <a:pt x="1520" y="2249"/>
                  </a:lnTo>
                  <a:cubicBezTo>
                    <a:pt x="1615" y="2249"/>
                    <a:pt x="1679" y="2186"/>
                    <a:pt x="1679" y="2059"/>
                  </a:cubicBezTo>
                  <a:lnTo>
                    <a:pt x="1679" y="190"/>
                  </a:lnTo>
                  <a:cubicBezTo>
                    <a:pt x="1679" y="95"/>
                    <a:pt x="1615" y="0"/>
                    <a:pt x="152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4" name="Google Shape;3424;p36"/>
            <p:cNvSpPr/>
            <p:nvPr/>
          </p:nvSpPr>
          <p:spPr>
            <a:xfrm>
              <a:off x="6480075" y="2506825"/>
              <a:ext cx="130675" cy="193525"/>
            </a:xfrm>
            <a:custGeom>
              <a:avLst/>
              <a:gdLst/>
              <a:ahLst/>
              <a:cxnLst/>
              <a:rect l="l" t="t" r="r" b="b"/>
              <a:pathLst>
                <a:path w="5227" h="7741" extrusionOk="0">
                  <a:moveTo>
                    <a:pt x="2676" y="1"/>
                  </a:moveTo>
                  <a:cubicBezTo>
                    <a:pt x="2276" y="1"/>
                    <a:pt x="1868" y="41"/>
                    <a:pt x="1584" y="108"/>
                  </a:cubicBezTo>
                  <a:cubicBezTo>
                    <a:pt x="761" y="330"/>
                    <a:pt x="33" y="836"/>
                    <a:pt x="1" y="2642"/>
                  </a:cubicBezTo>
                  <a:lnTo>
                    <a:pt x="1" y="3687"/>
                  </a:lnTo>
                  <a:cubicBezTo>
                    <a:pt x="1" y="4383"/>
                    <a:pt x="96" y="5080"/>
                    <a:pt x="286" y="5745"/>
                  </a:cubicBezTo>
                  <a:cubicBezTo>
                    <a:pt x="634" y="6790"/>
                    <a:pt x="1268" y="7740"/>
                    <a:pt x="2281" y="7740"/>
                  </a:cubicBezTo>
                  <a:lnTo>
                    <a:pt x="2946" y="7740"/>
                  </a:lnTo>
                  <a:cubicBezTo>
                    <a:pt x="3675" y="7740"/>
                    <a:pt x="4276" y="7075"/>
                    <a:pt x="4688" y="6252"/>
                  </a:cubicBezTo>
                  <a:cubicBezTo>
                    <a:pt x="5036" y="5492"/>
                    <a:pt x="5226" y="4573"/>
                    <a:pt x="5226" y="3623"/>
                  </a:cubicBezTo>
                  <a:lnTo>
                    <a:pt x="5226" y="2673"/>
                  </a:lnTo>
                  <a:cubicBezTo>
                    <a:pt x="5226" y="963"/>
                    <a:pt x="4498" y="330"/>
                    <a:pt x="3643" y="108"/>
                  </a:cubicBezTo>
                  <a:cubicBezTo>
                    <a:pt x="3389" y="33"/>
                    <a:pt x="3035" y="1"/>
                    <a:pt x="267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5" name="Google Shape;3425;p36"/>
            <p:cNvSpPr/>
            <p:nvPr/>
          </p:nvSpPr>
          <p:spPr>
            <a:xfrm>
              <a:off x="6475325" y="2502075"/>
              <a:ext cx="140175" cy="203025"/>
            </a:xfrm>
            <a:custGeom>
              <a:avLst/>
              <a:gdLst/>
              <a:ahLst/>
              <a:cxnLst/>
              <a:rect l="l" t="t" r="r" b="b"/>
              <a:pathLst>
                <a:path w="5607" h="8121" extrusionOk="0">
                  <a:moveTo>
                    <a:pt x="2851" y="361"/>
                  </a:moveTo>
                  <a:cubicBezTo>
                    <a:pt x="3200" y="361"/>
                    <a:pt x="3548" y="393"/>
                    <a:pt x="3801" y="456"/>
                  </a:cubicBezTo>
                  <a:cubicBezTo>
                    <a:pt x="4403" y="646"/>
                    <a:pt x="5226" y="1058"/>
                    <a:pt x="5226" y="2863"/>
                  </a:cubicBezTo>
                  <a:lnTo>
                    <a:pt x="5226" y="3813"/>
                  </a:lnTo>
                  <a:cubicBezTo>
                    <a:pt x="5226" y="4732"/>
                    <a:pt x="5036" y="5618"/>
                    <a:pt x="4688" y="6347"/>
                  </a:cubicBezTo>
                  <a:cubicBezTo>
                    <a:pt x="4435" y="6885"/>
                    <a:pt x="3928" y="7740"/>
                    <a:pt x="3136" y="7740"/>
                  </a:cubicBezTo>
                  <a:lnTo>
                    <a:pt x="2471" y="7740"/>
                  </a:lnTo>
                  <a:cubicBezTo>
                    <a:pt x="1426" y="7740"/>
                    <a:pt x="888" y="6568"/>
                    <a:pt x="666" y="5872"/>
                  </a:cubicBezTo>
                  <a:cubicBezTo>
                    <a:pt x="476" y="5238"/>
                    <a:pt x="381" y="4573"/>
                    <a:pt x="381" y="3877"/>
                  </a:cubicBezTo>
                  <a:lnTo>
                    <a:pt x="381" y="2832"/>
                  </a:lnTo>
                  <a:cubicBezTo>
                    <a:pt x="413" y="1090"/>
                    <a:pt x="1109" y="678"/>
                    <a:pt x="1838" y="488"/>
                  </a:cubicBezTo>
                  <a:cubicBezTo>
                    <a:pt x="2091" y="425"/>
                    <a:pt x="2439" y="361"/>
                    <a:pt x="2851" y="361"/>
                  </a:cubicBezTo>
                  <a:close/>
                  <a:moveTo>
                    <a:pt x="2837" y="1"/>
                  </a:moveTo>
                  <a:cubicBezTo>
                    <a:pt x="2418" y="1"/>
                    <a:pt x="2010" y="41"/>
                    <a:pt x="1743" y="108"/>
                  </a:cubicBezTo>
                  <a:cubicBezTo>
                    <a:pt x="951" y="330"/>
                    <a:pt x="33" y="805"/>
                    <a:pt x="1" y="2832"/>
                  </a:cubicBezTo>
                  <a:lnTo>
                    <a:pt x="1" y="3877"/>
                  </a:lnTo>
                  <a:cubicBezTo>
                    <a:pt x="1" y="4605"/>
                    <a:pt x="96" y="5333"/>
                    <a:pt x="318" y="5967"/>
                  </a:cubicBezTo>
                  <a:cubicBezTo>
                    <a:pt x="761" y="7360"/>
                    <a:pt x="1521" y="8120"/>
                    <a:pt x="2471" y="8120"/>
                  </a:cubicBezTo>
                  <a:lnTo>
                    <a:pt x="3136" y="8120"/>
                  </a:lnTo>
                  <a:cubicBezTo>
                    <a:pt x="3865" y="8120"/>
                    <a:pt x="4530" y="7550"/>
                    <a:pt x="5036" y="6537"/>
                  </a:cubicBezTo>
                  <a:cubicBezTo>
                    <a:pt x="5416" y="5745"/>
                    <a:pt x="5606" y="4795"/>
                    <a:pt x="5606" y="3813"/>
                  </a:cubicBezTo>
                  <a:lnTo>
                    <a:pt x="5606" y="2863"/>
                  </a:lnTo>
                  <a:cubicBezTo>
                    <a:pt x="5606" y="1343"/>
                    <a:pt x="5036" y="425"/>
                    <a:pt x="3896" y="108"/>
                  </a:cubicBezTo>
                  <a:cubicBezTo>
                    <a:pt x="3597" y="33"/>
                    <a:pt x="3213" y="1"/>
                    <a:pt x="283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6" name="Google Shape;3426;p36"/>
            <p:cNvSpPr/>
            <p:nvPr/>
          </p:nvSpPr>
          <p:spPr>
            <a:xfrm>
              <a:off x="6528375" y="2560175"/>
              <a:ext cx="36450" cy="61800"/>
            </a:xfrm>
            <a:custGeom>
              <a:avLst/>
              <a:gdLst/>
              <a:ahLst/>
              <a:cxnLst/>
              <a:rect l="l" t="t" r="r" b="b"/>
              <a:pathLst>
                <a:path w="1458" h="2472" extrusionOk="0">
                  <a:moveTo>
                    <a:pt x="697" y="1"/>
                  </a:moveTo>
                  <a:lnTo>
                    <a:pt x="1" y="1616"/>
                  </a:lnTo>
                  <a:lnTo>
                    <a:pt x="697" y="1584"/>
                  </a:lnTo>
                  <a:lnTo>
                    <a:pt x="729" y="2471"/>
                  </a:lnTo>
                  <a:lnTo>
                    <a:pt x="1458" y="951"/>
                  </a:lnTo>
                  <a:lnTo>
                    <a:pt x="697" y="951"/>
                  </a:lnTo>
                  <a:lnTo>
                    <a:pt x="697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7" name="Google Shape;3427;p36"/>
            <p:cNvSpPr/>
            <p:nvPr/>
          </p:nvSpPr>
          <p:spPr>
            <a:xfrm>
              <a:off x="6523625" y="2555925"/>
              <a:ext cx="45950" cy="70800"/>
            </a:xfrm>
            <a:custGeom>
              <a:avLst/>
              <a:gdLst/>
              <a:ahLst/>
              <a:cxnLst/>
              <a:rect l="l" t="t" r="r" b="b"/>
              <a:pathLst>
                <a:path w="1838" h="2832" extrusionOk="0">
                  <a:moveTo>
                    <a:pt x="697" y="1058"/>
                  </a:moveTo>
                  <a:lnTo>
                    <a:pt x="697" y="1121"/>
                  </a:lnTo>
                  <a:cubicBezTo>
                    <a:pt x="697" y="1248"/>
                    <a:pt x="792" y="1311"/>
                    <a:pt x="887" y="1311"/>
                  </a:cubicBezTo>
                  <a:lnTo>
                    <a:pt x="1331" y="1311"/>
                  </a:lnTo>
                  <a:lnTo>
                    <a:pt x="1077" y="1849"/>
                  </a:lnTo>
                  <a:lnTo>
                    <a:pt x="1077" y="1754"/>
                  </a:lnTo>
                  <a:cubicBezTo>
                    <a:pt x="1077" y="1691"/>
                    <a:pt x="1046" y="1659"/>
                    <a:pt x="1014" y="1628"/>
                  </a:cubicBezTo>
                  <a:cubicBezTo>
                    <a:pt x="982" y="1596"/>
                    <a:pt x="951" y="1564"/>
                    <a:pt x="887" y="1564"/>
                  </a:cubicBezTo>
                  <a:lnTo>
                    <a:pt x="476" y="1596"/>
                  </a:lnTo>
                  <a:lnTo>
                    <a:pt x="697" y="1058"/>
                  </a:lnTo>
                  <a:close/>
                  <a:moveTo>
                    <a:pt x="867" y="1"/>
                  </a:moveTo>
                  <a:cubicBezTo>
                    <a:pt x="812" y="1"/>
                    <a:pt x="753" y="36"/>
                    <a:pt x="729" y="107"/>
                  </a:cubicBezTo>
                  <a:lnTo>
                    <a:pt x="32" y="1723"/>
                  </a:lnTo>
                  <a:cubicBezTo>
                    <a:pt x="1" y="1786"/>
                    <a:pt x="1" y="1849"/>
                    <a:pt x="32" y="1881"/>
                  </a:cubicBezTo>
                  <a:cubicBezTo>
                    <a:pt x="64" y="1944"/>
                    <a:pt x="127" y="1976"/>
                    <a:pt x="191" y="1976"/>
                  </a:cubicBezTo>
                  <a:lnTo>
                    <a:pt x="697" y="1944"/>
                  </a:lnTo>
                  <a:lnTo>
                    <a:pt x="729" y="2641"/>
                  </a:lnTo>
                  <a:cubicBezTo>
                    <a:pt x="729" y="2736"/>
                    <a:pt x="792" y="2799"/>
                    <a:pt x="856" y="2831"/>
                  </a:cubicBezTo>
                  <a:lnTo>
                    <a:pt x="919" y="2831"/>
                  </a:lnTo>
                  <a:cubicBezTo>
                    <a:pt x="982" y="2831"/>
                    <a:pt x="1046" y="2799"/>
                    <a:pt x="1077" y="2736"/>
                  </a:cubicBezTo>
                  <a:lnTo>
                    <a:pt x="1806" y="1216"/>
                  </a:lnTo>
                  <a:cubicBezTo>
                    <a:pt x="1838" y="1153"/>
                    <a:pt x="1838" y="1089"/>
                    <a:pt x="1806" y="1026"/>
                  </a:cubicBezTo>
                  <a:cubicBezTo>
                    <a:pt x="1743" y="994"/>
                    <a:pt x="1679" y="963"/>
                    <a:pt x="1648" y="963"/>
                  </a:cubicBezTo>
                  <a:lnTo>
                    <a:pt x="1077" y="963"/>
                  </a:lnTo>
                  <a:lnTo>
                    <a:pt x="1077" y="171"/>
                  </a:lnTo>
                  <a:cubicBezTo>
                    <a:pt x="1077" y="76"/>
                    <a:pt x="1014" y="12"/>
                    <a:pt x="919" y="12"/>
                  </a:cubicBezTo>
                  <a:cubicBezTo>
                    <a:pt x="903" y="5"/>
                    <a:pt x="885" y="1"/>
                    <a:pt x="86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8" name="Google Shape;3428;p36"/>
            <p:cNvSpPr/>
            <p:nvPr/>
          </p:nvSpPr>
          <p:spPr>
            <a:xfrm>
              <a:off x="6530750" y="2463600"/>
              <a:ext cx="31700" cy="56225"/>
            </a:xfrm>
            <a:custGeom>
              <a:avLst/>
              <a:gdLst/>
              <a:ahLst/>
              <a:cxnLst/>
              <a:rect l="l" t="t" r="r" b="b"/>
              <a:pathLst>
                <a:path w="1268" h="2249" extrusionOk="0">
                  <a:moveTo>
                    <a:pt x="634" y="0"/>
                  </a:moveTo>
                  <a:cubicBezTo>
                    <a:pt x="286" y="0"/>
                    <a:pt x="1" y="190"/>
                    <a:pt x="1" y="444"/>
                  </a:cubicBezTo>
                  <a:lnTo>
                    <a:pt x="1" y="1805"/>
                  </a:lnTo>
                  <a:cubicBezTo>
                    <a:pt x="1" y="2027"/>
                    <a:pt x="286" y="2249"/>
                    <a:pt x="634" y="2249"/>
                  </a:cubicBezTo>
                  <a:cubicBezTo>
                    <a:pt x="983" y="2249"/>
                    <a:pt x="1268" y="2027"/>
                    <a:pt x="1268" y="1805"/>
                  </a:cubicBezTo>
                  <a:lnTo>
                    <a:pt x="1268" y="444"/>
                  </a:lnTo>
                  <a:cubicBezTo>
                    <a:pt x="1268" y="190"/>
                    <a:pt x="983" y="0"/>
                    <a:pt x="634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9" name="Google Shape;3429;p36"/>
            <p:cNvSpPr/>
            <p:nvPr/>
          </p:nvSpPr>
          <p:spPr>
            <a:xfrm>
              <a:off x="6526000" y="2458850"/>
              <a:ext cx="41200" cy="64950"/>
            </a:xfrm>
            <a:custGeom>
              <a:avLst/>
              <a:gdLst/>
              <a:ahLst/>
              <a:cxnLst/>
              <a:rect l="l" t="t" r="r" b="b"/>
              <a:pathLst>
                <a:path w="1648" h="2598" extrusionOk="0">
                  <a:moveTo>
                    <a:pt x="824" y="380"/>
                  </a:moveTo>
                  <a:cubicBezTo>
                    <a:pt x="1077" y="380"/>
                    <a:pt x="1268" y="507"/>
                    <a:pt x="1268" y="634"/>
                  </a:cubicBezTo>
                  <a:lnTo>
                    <a:pt x="1268" y="1995"/>
                  </a:lnTo>
                  <a:cubicBezTo>
                    <a:pt x="1268" y="2122"/>
                    <a:pt x="1077" y="2249"/>
                    <a:pt x="824" y="2249"/>
                  </a:cubicBezTo>
                  <a:cubicBezTo>
                    <a:pt x="571" y="2249"/>
                    <a:pt x="381" y="2122"/>
                    <a:pt x="381" y="1995"/>
                  </a:cubicBezTo>
                  <a:lnTo>
                    <a:pt x="381" y="634"/>
                  </a:lnTo>
                  <a:cubicBezTo>
                    <a:pt x="381" y="507"/>
                    <a:pt x="571" y="380"/>
                    <a:pt x="824" y="380"/>
                  </a:cubicBezTo>
                  <a:close/>
                  <a:moveTo>
                    <a:pt x="824" y="0"/>
                  </a:moveTo>
                  <a:cubicBezTo>
                    <a:pt x="381" y="0"/>
                    <a:pt x="1" y="285"/>
                    <a:pt x="1" y="634"/>
                  </a:cubicBezTo>
                  <a:lnTo>
                    <a:pt x="1" y="1995"/>
                  </a:lnTo>
                  <a:cubicBezTo>
                    <a:pt x="1" y="2344"/>
                    <a:pt x="381" y="2597"/>
                    <a:pt x="824" y="2597"/>
                  </a:cubicBezTo>
                  <a:cubicBezTo>
                    <a:pt x="1268" y="2597"/>
                    <a:pt x="1648" y="2344"/>
                    <a:pt x="1616" y="1995"/>
                  </a:cubicBezTo>
                  <a:lnTo>
                    <a:pt x="1616" y="634"/>
                  </a:lnTo>
                  <a:cubicBezTo>
                    <a:pt x="1616" y="285"/>
                    <a:pt x="1268" y="0"/>
                    <a:pt x="82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3430;p36"/>
            <p:cNvSpPr/>
            <p:nvPr/>
          </p:nvSpPr>
          <p:spPr>
            <a:xfrm>
              <a:off x="6579850" y="2365425"/>
              <a:ext cx="8725" cy="53075"/>
            </a:xfrm>
            <a:custGeom>
              <a:avLst/>
              <a:gdLst/>
              <a:ahLst/>
              <a:cxnLst/>
              <a:rect l="l" t="t" r="r" b="b"/>
              <a:pathLst>
                <a:path w="349" h="2123" extrusionOk="0">
                  <a:moveTo>
                    <a:pt x="159" y="0"/>
                  </a:moveTo>
                  <a:cubicBezTo>
                    <a:pt x="64" y="0"/>
                    <a:pt x="0" y="64"/>
                    <a:pt x="0" y="190"/>
                  </a:cubicBezTo>
                  <a:lnTo>
                    <a:pt x="0" y="1964"/>
                  </a:lnTo>
                  <a:cubicBezTo>
                    <a:pt x="0" y="2059"/>
                    <a:pt x="64" y="2122"/>
                    <a:pt x="159" y="2122"/>
                  </a:cubicBezTo>
                  <a:cubicBezTo>
                    <a:pt x="285" y="2122"/>
                    <a:pt x="349" y="2059"/>
                    <a:pt x="349" y="1964"/>
                  </a:cubicBezTo>
                  <a:lnTo>
                    <a:pt x="349" y="190"/>
                  </a:lnTo>
                  <a:cubicBezTo>
                    <a:pt x="349" y="64"/>
                    <a:pt x="285" y="0"/>
                    <a:pt x="15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1" name="Google Shape;3431;p36"/>
            <p:cNvSpPr/>
            <p:nvPr/>
          </p:nvSpPr>
          <p:spPr>
            <a:xfrm>
              <a:off x="6571125" y="2401850"/>
              <a:ext cx="25375" cy="21400"/>
            </a:xfrm>
            <a:custGeom>
              <a:avLst/>
              <a:gdLst/>
              <a:ahLst/>
              <a:cxnLst/>
              <a:rect l="l" t="t" r="r" b="b"/>
              <a:pathLst>
                <a:path w="1015" h="856" extrusionOk="0">
                  <a:moveTo>
                    <a:pt x="508" y="0"/>
                  </a:moveTo>
                  <a:cubicBezTo>
                    <a:pt x="254" y="0"/>
                    <a:pt x="1" y="190"/>
                    <a:pt x="1" y="412"/>
                  </a:cubicBezTo>
                  <a:cubicBezTo>
                    <a:pt x="1" y="665"/>
                    <a:pt x="254" y="855"/>
                    <a:pt x="508" y="855"/>
                  </a:cubicBezTo>
                  <a:cubicBezTo>
                    <a:pt x="793" y="855"/>
                    <a:pt x="1014" y="665"/>
                    <a:pt x="1014" y="412"/>
                  </a:cubicBezTo>
                  <a:cubicBezTo>
                    <a:pt x="1014" y="190"/>
                    <a:pt x="793" y="0"/>
                    <a:pt x="508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2" name="Google Shape;3432;p36"/>
            <p:cNvSpPr/>
            <p:nvPr/>
          </p:nvSpPr>
          <p:spPr>
            <a:xfrm>
              <a:off x="6567175" y="2397100"/>
              <a:ext cx="34075" cy="30900"/>
            </a:xfrm>
            <a:custGeom>
              <a:avLst/>
              <a:gdLst/>
              <a:ahLst/>
              <a:cxnLst/>
              <a:rect l="l" t="t" r="r" b="b"/>
              <a:pathLst>
                <a:path w="1363" h="1236" extrusionOk="0">
                  <a:moveTo>
                    <a:pt x="666" y="380"/>
                  </a:moveTo>
                  <a:cubicBezTo>
                    <a:pt x="856" y="380"/>
                    <a:pt x="982" y="475"/>
                    <a:pt x="982" y="602"/>
                  </a:cubicBezTo>
                  <a:cubicBezTo>
                    <a:pt x="982" y="728"/>
                    <a:pt x="856" y="855"/>
                    <a:pt x="666" y="855"/>
                  </a:cubicBezTo>
                  <a:cubicBezTo>
                    <a:pt x="507" y="855"/>
                    <a:pt x="349" y="728"/>
                    <a:pt x="349" y="602"/>
                  </a:cubicBezTo>
                  <a:cubicBezTo>
                    <a:pt x="349" y="475"/>
                    <a:pt x="507" y="380"/>
                    <a:pt x="666" y="380"/>
                  </a:cubicBezTo>
                  <a:close/>
                  <a:moveTo>
                    <a:pt x="666" y="0"/>
                  </a:moveTo>
                  <a:cubicBezTo>
                    <a:pt x="286" y="0"/>
                    <a:pt x="1" y="285"/>
                    <a:pt x="1" y="602"/>
                  </a:cubicBezTo>
                  <a:cubicBezTo>
                    <a:pt x="1" y="950"/>
                    <a:pt x="286" y="1235"/>
                    <a:pt x="666" y="1235"/>
                  </a:cubicBezTo>
                  <a:cubicBezTo>
                    <a:pt x="1046" y="1235"/>
                    <a:pt x="1362" y="950"/>
                    <a:pt x="1362" y="602"/>
                  </a:cubicBezTo>
                  <a:cubicBezTo>
                    <a:pt x="1362" y="285"/>
                    <a:pt x="1046" y="0"/>
                    <a:pt x="66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3" name="Google Shape;3433;p36"/>
            <p:cNvSpPr/>
            <p:nvPr/>
          </p:nvSpPr>
          <p:spPr>
            <a:xfrm>
              <a:off x="6576675" y="2362250"/>
              <a:ext cx="15075" cy="15075"/>
            </a:xfrm>
            <a:custGeom>
              <a:avLst/>
              <a:gdLst/>
              <a:ahLst/>
              <a:cxnLst/>
              <a:rect l="l" t="t" r="r" b="b"/>
              <a:pathLst>
                <a:path w="603" h="603" extrusionOk="0">
                  <a:moveTo>
                    <a:pt x="286" y="1"/>
                  </a:moveTo>
                  <a:cubicBezTo>
                    <a:pt x="127" y="1"/>
                    <a:pt x="1" y="127"/>
                    <a:pt x="1" y="317"/>
                  </a:cubicBezTo>
                  <a:cubicBezTo>
                    <a:pt x="1" y="476"/>
                    <a:pt x="127" y="602"/>
                    <a:pt x="286" y="602"/>
                  </a:cubicBezTo>
                  <a:cubicBezTo>
                    <a:pt x="476" y="602"/>
                    <a:pt x="602" y="476"/>
                    <a:pt x="602" y="317"/>
                  </a:cubicBezTo>
                  <a:cubicBezTo>
                    <a:pt x="602" y="127"/>
                    <a:pt x="476" y="1"/>
                    <a:pt x="2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4" name="Google Shape;3434;p36"/>
            <p:cNvSpPr/>
            <p:nvPr/>
          </p:nvSpPr>
          <p:spPr>
            <a:xfrm>
              <a:off x="6571925" y="2357500"/>
              <a:ext cx="24575" cy="24575"/>
            </a:xfrm>
            <a:custGeom>
              <a:avLst/>
              <a:gdLst/>
              <a:ahLst/>
              <a:cxnLst/>
              <a:rect l="l" t="t" r="r" b="b"/>
              <a:pathLst>
                <a:path w="983" h="983" extrusionOk="0">
                  <a:moveTo>
                    <a:pt x="476" y="381"/>
                  </a:moveTo>
                  <a:cubicBezTo>
                    <a:pt x="539" y="381"/>
                    <a:pt x="602" y="444"/>
                    <a:pt x="602" y="507"/>
                  </a:cubicBezTo>
                  <a:cubicBezTo>
                    <a:pt x="602" y="539"/>
                    <a:pt x="539" y="602"/>
                    <a:pt x="476" y="602"/>
                  </a:cubicBezTo>
                  <a:cubicBezTo>
                    <a:pt x="444" y="602"/>
                    <a:pt x="381" y="539"/>
                    <a:pt x="381" y="507"/>
                  </a:cubicBezTo>
                  <a:cubicBezTo>
                    <a:pt x="381" y="444"/>
                    <a:pt x="444" y="381"/>
                    <a:pt x="476" y="381"/>
                  </a:cubicBezTo>
                  <a:close/>
                  <a:moveTo>
                    <a:pt x="476" y="1"/>
                  </a:moveTo>
                  <a:cubicBezTo>
                    <a:pt x="222" y="1"/>
                    <a:pt x="1" y="222"/>
                    <a:pt x="1" y="507"/>
                  </a:cubicBezTo>
                  <a:cubicBezTo>
                    <a:pt x="1" y="761"/>
                    <a:pt x="222" y="982"/>
                    <a:pt x="476" y="982"/>
                  </a:cubicBezTo>
                  <a:cubicBezTo>
                    <a:pt x="761" y="982"/>
                    <a:pt x="982" y="761"/>
                    <a:pt x="982" y="507"/>
                  </a:cubicBezTo>
                  <a:cubicBezTo>
                    <a:pt x="982" y="222"/>
                    <a:pt x="761" y="1"/>
                    <a:pt x="47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5" name="Google Shape;3435;p36"/>
            <p:cNvSpPr/>
            <p:nvPr/>
          </p:nvSpPr>
          <p:spPr>
            <a:xfrm>
              <a:off x="6502250" y="2365425"/>
              <a:ext cx="9525" cy="53075"/>
            </a:xfrm>
            <a:custGeom>
              <a:avLst/>
              <a:gdLst/>
              <a:ahLst/>
              <a:cxnLst/>
              <a:rect l="l" t="t" r="r" b="b"/>
              <a:pathLst>
                <a:path w="381" h="2123" extrusionOk="0">
                  <a:moveTo>
                    <a:pt x="191" y="0"/>
                  </a:moveTo>
                  <a:cubicBezTo>
                    <a:pt x="96" y="0"/>
                    <a:pt x="1" y="64"/>
                    <a:pt x="1" y="190"/>
                  </a:cubicBezTo>
                  <a:lnTo>
                    <a:pt x="1" y="1964"/>
                  </a:lnTo>
                  <a:cubicBezTo>
                    <a:pt x="1" y="2059"/>
                    <a:pt x="96" y="2122"/>
                    <a:pt x="191" y="2122"/>
                  </a:cubicBezTo>
                  <a:cubicBezTo>
                    <a:pt x="286" y="2122"/>
                    <a:pt x="381" y="2059"/>
                    <a:pt x="381" y="1964"/>
                  </a:cubicBezTo>
                  <a:lnTo>
                    <a:pt x="381" y="190"/>
                  </a:lnTo>
                  <a:cubicBezTo>
                    <a:pt x="381" y="64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6" name="Google Shape;3436;p36"/>
            <p:cNvSpPr/>
            <p:nvPr/>
          </p:nvSpPr>
          <p:spPr>
            <a:xfrm>
              <a:off x="6494325" y="2401850"/>
              <a:ext cx="25375" cy="21400"/>
            </a:xfrm>
            <a:custGeom>
              <a:avLst/>
              <a:gdLst/>
              <a:ahLst/>
              <a:cxnLst/>
              <a:rect l="l" t="t" r="r" b="b"/>
              <a:pathLst>
                <a:path w="1015" h="856" extrusionOk="0">
                  <a:moveTo>
                    <a:pt x="508" y="0"/>
                  </a:moveTo>
                  <a:cubicBezTo>
                    <a:pt x="223" y="0"/>
                    <a:pt x="1" y="190"/>
                    <a:pt x="1" y="412"/>
                  </a:cubicBezTo>
                  <a:cubicBezTo>
                    <a:pt x="1" y="665"/>
                    <a:pt x="223" y="855"/>
                    <a:pt x="508" y="855"/>
                  </a:cubicBezTo>
                  <a:cubicBezTo>
                    <a:pt x="793" y="855"/>
                    <a:pt x="1014" y="665"/>
                    <a:pt x="1014" y="412"/>
                  </a:cubicBezTo>
                  <a:cubicBezTo>
                    <a:pt x="1014" y="190"/>
                    <a:pt x="793" y="0"/>
                    <a:pt x="508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7" name="Google Shape;3437;p36"/>
            <p:cNvSpPr/>
            <p:nvPr/>
          </p:nvSpPr>
          <p:spPr>
            <a:xfrm>
              <a:off x="6489575" y="2397100"/>
              <a:ext cx="34875" cy="30900"/>
            </a:xfrm>
            <a:custGeom>
              <a:avLst/>
              <a:gdLst/>
              <a:ahLst/>
              <a:cxnLst/>
              <a:rect l="l" t="t" r="r" b="b"/>
              <a:pathLst>
                <a:path w="1395" h="1236" extrusionOk="0">
                  <a:moveTo>
                    <a:pt x="698" y="380"/>
                  </a:moveTo>
                  <a:cubicBezTo>
                    <a:pt x="856" y="380"/>
                    <a:pt x="1014" y="475"/>
                    <a:pt x="1014" y="602"/>
                  </a:cubicBezTo>
                  <a:cubicBezTo>
                    <a:pt x="1014" y="728"/>
                    <a:pt x="856" y="855"/>
                    <a:pt x="698" y="855"/>
                  </a:cubicBezTo>
                  <a:cubicBezTo>
                    <a:pt x="508" y="855"/>
                    <a:pt x="381" y="728"/>
                    <a:pt x="381" y="602"/>
                  </a:cubicBezTo>
                  <a:cubicBezTo>
                    <a:pt x="381" y="475"/>
                    <a:pt x="508" y="380"/>
                    <a:pt x="698" y="380"/>
                  </a:cubicBezTo>
                  <a:close/>
                  <a:moveTo>
                    <a:pt x="698" y="0"/>
                  </a:moveTo>
                  <a:cubicBezTo>
                    <a:pt x="318" y="0"/>
                    <a:pt x="1" y="285"/>
                    <a:pt x="1" y="602"/>
                  </a:cubicBezTo>
                  <a:cubicBezTo>
                    <a:pt x="1" y="950"/>
                    <a:pt x="318" y="1235"/>
                    <a:pt x="698" y="1235"/>
                  </a:cubicBezTo>
                  <a:cubicBezTo>
                    <a:pt x="1078" y="1235"/>
                    <a:pt x="1394" y="950"/>
                    <a:pt x="1394" y="602"/>
                  </a:cubicBezTo>
                  <a:cubicBezTo>
                    <a:pt x="1394" y="285"/>
                    <a:pt x="1078" y="0"/>
                    <a:pt x="69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8" name="Google Shape;3438;p36"/>
            <p:cNvSpPr/>
            <p:nvPr/>
          </p:nvSpPr>
          <p:spPr>
            <a:xfrm>
              <a:off x="6499075" y="2362250"/>
              <a:ext cx="15075" cy="15075"/>
            </a:xfrm>
            <a:custGeom>
              <a:avLst/>
              <a:gdLst/>
              <a:ahLst/>
              <a:cxnLst/>
              <a:rect l="l" t="t" r="r" b="b"/>
              <a:pathLst>
                <a:path w="603" h="603" extrusionOk="0">
                  <a:moveTo>
                    <a:pt x="318" y="1"/>
                  </a:moveTo>
                  <a:cubicBezTo>
                    <a:pt x="159" y="1"/>
                    <a:pt x="1" y="127"/>
                    <a:pt x="1" y="317"/>
                  </a:cubicBezTo>
                  <a:cubicBezTo>
                    <a:pt x="1" y="476"/>
                    <a:pt x="159" y="602"/>
                    <a:pt x="318" y="602"/>
                  </a:cubicBezTo>
                  <a:cubicBezTo>
                    <a:pt x="476" y="602"/>
                    <a:pt x="603" y="476"/>
                    <a:pt x="603" y="317"/>
                  </a:cubicBezTo>
                  <a:cubicBezTo>
                    <a:pt x="603" y="127"/>
                    <a:pt x="476" y="1"/>
                    <a:pt x="3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9" name="Google Shape;3439;p36"/>
            <p:cNvSpPr/>
            <p:nvPr/>
          </p:nvSpPr>
          <p:spPr>
            <a:xfrm>
              <a:off x="6495125" y="2357500"/>
              <a:ext cx="23775" cy="24575"/>
            </a:xfrm>
            <a:custGeom>
              <a:avLst/>
              <a:gdLst/>
              <a:ahLst/>
              <a:cxnLst/>
              <a:rect l="l" t="t" r="r" b="b"/>
              <a:pathLst>
                <a:path w="951" h="983" extrusionOk="0">
                  <a:moveTo>
                    <a:pt x="476" y="381"/>
                  </a:moveTo>
                  <a:cubicBezTo>
                    <a:pt x="539" y="381"/>
                    <a:pt x="571" y="444"/>
                    <a:pt x="571" y="507"/>
                  </a:cubicBezTo>
                  <a:cubicBezTo>
                    <a:pt x="571" y="539"/>
                    <a:pt x="539" y="602"/>
                    <a:pt x="476" y="602"/>
                  </a:cubicBezTo>
                  <a:cubicBezTo>
                    <a:pt x="412" y="602"/>
                    <a:pt x="349" y="539"/>
                    <a:pt x="349" y="507"/>
                  </a:cubicBezTo>
                  <a:cubicBezTo>
                    <a:pt x="349" y="444"/>
                    <a:pt x="412" y="381"/>
                    <a:pt x="476" y="381"/>
                  </a:cubicBezTo>
                  <a:close/>
                  <a:moveTo>
                    <a:pt x="476" y="1"/>
                  </a:moveTo>
                  <a:cubicBezTo>
                    <a:pt x="191" y="1"/>
                    <a:pt x="1" y="222"/>
                    <a:pt x="1" y="507"/>
                  </a:cubicBezTo>
                  <a:cubicBezTo>
                    <a:pt x="1" y="761"/>
                    <a:pt x="191" y="982"/>
                    <a:pt x="476" y="982"/>
                  </a:cubicBezTo>
                  <a:cubicBezTo>
                    <a:pt x="729" y="982"/>
                    <a:pt x="951" y="761"/>
                    <a:pt x="951" y="507"/>
                  </a:cubicBezTo>
                  <a:cubicBezTo>
                    <a:pt x="951" y="222"/>
                    <a:pt x="729" y="1"/>
                    <a:pt x="47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0" name="Google Shape;3440;p36"/>
            <p:cNvSpPr/>
            <p:nvPr/>
          </p:nvSpPr>
          <p:spPr>
            <a:xfrm>
              <a:off x="6420700" y="2424800"/>
              <a:ext cx="27750" cy="8725"/>
            </a:xfrm>
            <a:custGeom>
              <a:avLst/>
              <a:gdLst/>
              <a:ahLst/>
              <a:cxnLst/>
              <a:rect l="l" t="t" r="r" b="b"/>
              <a:pathLst>
                <a:path w="1110" h="349" extrusionOk="0">
                  <a:moveTo>
                    <a:pt x="191" y="0"/>
                  </a:moveTo>
                  <a:cubicBezTo>
                    <a:pt x="64" y="0"/>
                    <a:pt x="1" y="64"/>
                    <a:pt x="1" y="190"/>
                  </a:cubicBezTo>
                  <a:cubicBezTo>
                    <a:pt x="1" y="285"/>
                    <a:pt x="64" y="349"/>
                    <a:pt x="191" y="349"/>
                  </a:cubicBezTo>
                  <a:lnTo>
                    <a:pt x="919" y="349"/>
                  </a:lnTo>
                  <a:cubicBezTo>
                    <a:pt x="1046" y="349"/>
                    <a:pt x="1109" y="285"/>
                    <a:pt x="1109" y="190"/>
                  </a:cubicBezTo>
                  <a:cubicBezTo>
                    <a:pt x="1109" y="64"/>
                    <a:pt x="1046" y="0"/>
                    <a:pt x="91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1" name="Google Shape;3441;p36"/>
            <p:cNvSpPr/>
            <p:nvPr/>
          </p:nvSpPr>
          <p:spPr>
            <a:xfrm>
              <a:off x="6424675" y="2435875"/>
              <a:ext cx="19800" cy="9525"/>
            </a:xfrm>
            <a:custGeom>
              <a:avLst/>
              <a:gdLst/>
              <a:ahLst/>
              <a:cxnLst/>
              <a:rect l="l" t="t" r="r" b="b"/>
              <a:pathLst>
                <a:path w="792" h="381" extrusionOk="0">
                  <a:moveTo>
                    <a:pt x="158" y="1"/>
                  </a:moveTo>
                  <a:cubicBezTo>
                    <a:pt x="63" y="1"/>
                    <a:pt x="0" y="96"/>
                    <a:pt x="0" y="191"/>
                  </a:cubicBezTo>
                  <a:cubicBezTo>
                    <a:pt x="0" y="286"/>
                    <a:pt x="63" y="381"/>
                    <a:pt x="158" y="381"/>
                  </a:cubicBezTo>
                  <a:lnTo>
                    <a:pt x="602" y="381"/>
                  </a:lnTo>
                  <a:cubicBezTo>
                    <a:pt x="728" y="381"/>
                    <a:pt x="792" y="286"/>
                    <a:pt x="792" y="191"/>
                  </a:cubicBezTo>
                  <a:cubicBezTo>
                    <a:pt x="792" y="96"/>
                    <a:pt x="728" y="1"/>
                    <a:pt x="60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3442;p36"/>
            <p:cNvSpPr/>
            <p:nvPr/>
          </p:nvSpPr>
          <p:spPr>
            <a:xfrm>
              <a:off x="6403300" y="2340075"/>
              <a:ext cx="63350" cy="79200"/>
            </a:xfrm>
            <a:custGeom>
              <a:avLst/>
              <a:gdLst/>
              <a:ahLst/>
              <a:cxnLst/>
              <a:rect l="l" t="t" r="r" b="b"/>
              <a:pathLst>
                <a:path w="2534" h="3168" extrusionOk="0">
                  <a:moveTo>
                    <a:pt x="1330" y="1"/>
                  </a:moveTo>
                  <a:cubicBezTo>
                    <a:pt x="633" y="1"/>
                    <a:pt x="32" y="539"/>
                    <a:pt x="0" y="1236"/>
                  </a:cubicBezTo>
                  <a:cubicBezTo>
                    <a:pt x="0" y="1553"/>
                    <a:pt x="95" y="1838"/>
                    <a:pt x="285" y="2059"/>
                  </a:cubicBezTo>
                  <a:cubicBezTo>
                    <a:pt x="317" y="2154"/>
                    <a:pt x="380" y="2218"/>
                    <a:pt x="443" y="2313"/>
                  </a:cubicBezTo>
                  <a:cubicBezTo>
                    <a:pt x="443" y="2313"/>
                    <a:pt x="475" y="2344"/>
                    <a:pt x="475" y="2344"/>
                  </a:cubicBezTo>
                  <a:cubicBezTo>
                    <a:pt x="570" y="2534"/>
                    <a:pt x="633" y="2534"/>
                    <a:pt x="665" y="2724"/>
                  </a:cubicBezTo>
                  <a:cubicBezTo>
                    <a:pt x="697" y="3104"/>
                    <a:pt x="855" y="3168"/>
                    <a:pt x="855" y="3168"/>
                  </a:cubicBezTo>
                  <a:lnTo>
                    <a:pt x="1679" y="3168"/>
                  </a:lnTo>
                  <a:cubicBezTo>
                    <a:pt x="1679" y="3168"/>
                    <a:pt x="1805" y="3104"/>
                    <a:pt x="1869" y="2756"/>
                  </a:cubicBezTo>
                  <a:cubicBezTo>
                    <a:pt x="1900" y="2534"/>
                    <a:pt x="1995" y="2471"/>
                    <a:pt x="2122" y="2281"/>
                  </a:cubicBezTo>
                  <a:cubicBezTo>
                    <a:pt x="2122" y="2249"/>
                    <a:pt x="2122" y="2249"/>
                    <a:pt x="2122" y="2249"/>
                  </a:cubicBezTo>
                  <a:cubicBezTo>
                    <a:pt x="2154" y="2186"/>
                    <a:pt x="2217" y="2123"/>
                    <a:pt x="2249" y="2059"/>
                  </a:cubicBezTo>
                  <a:cubicBezTo>
                    <a:pt x="2439" y="1838"/>
                    <a:pt x="2534" y="1584"/>
                    <a:pt x="2534" y="1268"/>
                  </a:cubicBezTo>
                  <a:cubicBezTo>
                    <a:pt x="2534" y="603"/>
                    <a:pt x="1995" y="33"/>
                    <a:pt x="1330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3443;p36"/>
            <p:cNvSpPr/>
            <p:nvPr/>
          </p:nvSpPr>
          <p:spPr>
            <a:xfrm>
              <a:off x="6398550" y="2336025"/>
              <a:ext cx="72850" cy="88000"/>
            </a:xfrm>
            <a:custGeom>
              <a:avLst/>
              <a:gdLst/>
              <a:ahLst/>
              <a:cxnLst/>
              <a:rect l="l" t="t" r="r" b="b"/>
              <a:pathLst>
                <a:path w="2914" h="3520" extrusionOk="0">
                  <a:moveTo>
                    <a:pt x="1488" y="353"/>
                  </a:moveTo>
                  <a:cubicBezTo>
                    <a:pt x="2090" y="385"/>
                    <a:pt x="2534" y="860"/>
                    <a:pt x="2534" y="1430"/>
                  </a:cubicBezTo>
                  <a:cubicBezTo>
                    <a:pt x="2534" y="1683"/>
                    <a:pt x="2439" y="1936"/>
                    <a:pt x="2312" y="2126"/>
                  </a:cubicBezTo>
                  <a:cubicBezTo>
                    <a:pt x="2249" y="2190"/>
                    <a:pt x="2217" y="2253"/>
                    <a:pt x="2154" y="2316"/>
                  </a:cubicBezTo>
                  <a:lnTo>
                    <a:pt x="2154" y="2348"/>
                  </a:lnTo>
                  <a:cubicBezTo>
                    <a:pt x="2122" y="2380"/>
                    <a:pt x="2090" y="2443"/>
                    <a:pt x="2059" y="2475"/>
                  </a:cubicBezTo>
                  <a:cubicBezTo>
                    <a:pt x="1995" y="2570"/>
                    <a:pt x="1932" y="2696"/>
                    <a:pt x="1869" y="2886"/>
                  </a:cubicBezTo>
                  <a:cubicBezTo>
                    <a:pt x="1869" y="3045"/>
                    <a:pt x="1805" y="3108"/>
                    <a:pt x="1805" y="3140"/>
                  </a:cubicBezTo>
                  <a:lnTo>
                    <a:pt x="1108" y="3140"/>
                  </a:lnTo>
                  <a:cubicBezTo>
                    <a:pt x="1077" y="3108"/>
                    <a:pt x="1045" y="3045"/>
                    <a:pt x="1013" y="2855"/>
                  </a:cubicBezTo>
                  <a:cubicBezTo>
                    <a:pt x="1013" y="2696"/>
                    <a:pt x="950" y="2601"/>
                    <a:pt x="887" y="2538"/>
                  </a:cubicBezTo>
                  <a:cubicBezTo>
                    <a:pt x="855" y="2506"/>
                    <a:pt x="855" y="2475"/>
                    <a:pt x="823" y="2411"/>
                  </a:cubicBezTo>
                  <a:lnTo>
                    <a:pt x="792" y="2380"/>
                  </a:lnTo>
                  <a:cubicBezTo>
                    <a:pt x="728" y="2285"/>
                    <a:pt x="665" y="2190"/>
                    <a:pt x="602" y="2126"/>
                  </a:cubicBezTo>
                  <a:cubicBezTo>
                    <a:pt x="443" y="1905"/>
                    <a:pt x="380" y="1683"/>
                    <a:pt x="380" y="1398"/>
                  </a:cubicBezTo>
                  <a:cubicBezTo>
                    <a:pt x="380" y="1113"/>
                    <a:pt x="507" y="860"/>
                    <a:pt x="728" y="670"/>
                  </a:cubicBezTo>
                  <a:cubicBezTo>
                    <a:pt x="950" y="448"/>
                    <a:pt x="1203" y="353"/>
                    <a:pt x="1488" y="353"/>
                  </a:cubicBezTo>
                  <a:close/>
                  <a:moveTo>
                    <a:pt x="1416" y="1"/>
                  </a:moveTo>
                  <a:cubicBezTo>
                    <a:pt x="1050" y="1"/>
                    <a:pt x="736" y="153"/>
                    <a:pt x="475" y="385"/>
                  </a:cubicBezTo>
                  <a:cubicBezTo>
                    <a:pt x="190" y="670"/>
                    <a:pt x="32" y="1018"/>
                    <a:pt x="0" y="1398"/>
                  </a:cubicBezTo>
                  <a:cubicBezTo>
                    <a:pt x="0" y="1746"/>
                    <a:pt x="95" y="2095"/>
                    <a:pt x="317" y="2348"/>
                  </a:cubicBezTo>
                  <a:cubicBezTo>
                    <a:pt x="380" y="2411"/>
                    <a:pt x="412" y="2506"/>
                    <a:pt x="475" y="2570"/>
                  </a:cubicBezTo>
                  <a:lnTo>
                    <a:pt x="507" y="2601"/>
                  </a:lnTo>
                  <a:cubicBezTo>
                    <a:pt x="538" y="2665"/>
                    <a:pt x="570" y="2696"/>
                    <a:pt x="570" y="2760"/>
                  </a:cubicBezTo>
                  <a:cubicBezTo>
                    <a:pt x="633" y="2823"/>
                    <a:pt x="633" y="2823"/>
                    <a:pt x="665" y="2918"/>
                  </a:cubicBezTo>
                  <a:cubicBezTo>
                    <a:pt x="728" y="3361"/>
                    <a:pt x="918" y="3488"/>
                    <a:pt x="982" y="3520"/>
                  </a:cubicBezTo>
                  <a:lnTo>
                    <a:pt x="1932" y="3520"/>
                  </a:lnTo>
                  <a:cubicBezTo>
                    <a:pt x="1995" y="3488"/>
                    <a:pt x="2185" y="3361"/>
                    <a:pt x="2249" y="2950"/>
                  </a:cubicBezTo>
                  <a:cubicBezTo>
                    <a:pt x="2280" y="2823"/>
                    <a:pt x="2312" y="2760"/>
                    <a:pt x="2375" y="2665"/>
                  </a:cubicBezTo>
                  <a:cubicBezTo>
                    <a:pt x="2407" y="2633"/>
                    <a:pt x="2439" y="2601"/>
                    <a:pt x="2470" y="2538"/>
                  </a:cubicBezTo>
                  <a:lnTo>
                    <a:pt x="2470" y="2506"/>
                  </a:lnTo>
                  <a:cubicBezTo>
                    <a:pt x="2502" y="2443"/>
                    <a:pt x="2534" y="2380"/>
                    <a:pt x="2597" y="2348"/>
                  </a:cubicBezTo>
                  <a:cubicBezTo>
                    <a:pt x="2787" y="2095"/>
                    <a:pt x="2914" y="1778"/>
                    <a:pt x="2914" y="1430"/>
                  </a:cubicBezTo>
                  <a:cubicBezTo>
                    <a:pt x="2914" y="670"/>
                    <a:pt x="2280" y="36"/>
                    <a:pt x="1520" y="5"/>
                  </a:cubicBezTo>
                  <a:cubicBezTo>
                    <a:pt x="1485" y="2"/>
                    <a:pt x="1450" y="1"/>
                    <a:pt x="141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3444;p36"/>
            <p:cNvSpPr/>
            <p:nvPr/>
          </p:nvSpPr>
          <p:spPr>
            <a:xfrm>
              <a:off x="6437325" y="2378075"/>
              <a:ext cx="10325" cy="41200"/>
            </a:xfrm>
            <a:custGeom>
              <a:avLst/>
              <a:gdLst/>
              <a:ahLst/>
              <a:cxnLst/>
              <a:rect l="l" t="t" r="r" b="b"/>
              <a:pathLst>
                <a:path w="413" h="1648" extrusionOk="0">
                  <a:moveTo>
                    <a:pt x="413" y="1"/>
                  </a:moveTo>
                  <a:lnTo>
                    <a:pt x="191" y="318"/>
                  </a:lnTo>
                  <a:cubicBezTo>
                    <a:pt x="191" y="318"/>
                    <a:pt x="191" y="349"/>
                    <a:pt x="191" y="381"/>
                  </a:cubicBezTo>
                  <a:lnTo>
                    <a:pt x="1" y="1648"/>
                  </a:lnTo>
                  <a:lnTo>
                    <a:pt x="4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5" name="Google Shape;3445;p36"/>
            <p:cNvSpPr/>
            <p:nvPr/>
          </p:nvSpPr>
          <p:spPr>
            <a:xfrm>
              <a:off x="6432575" y="2373650"/>
              <a:ext cx="19825" cy="50375"/>
            </a:xfrm>
            <a:custGeom>
              <a:avLst/>
              <a:gdLst/>
              <a:ahLst/>
              <a:cxnLst/>
              <a:rect l="l" t="t" r="r" b="b"/>
              <a:pathLst>
                <a:path w="793" h="2015" extrusionOk="0">
                  <a:moveTo>
                    <a:pt x="587" y="1"/>
                  </a:moveTo>
                  <a:cubicBezTo>
                    <a:pt x="523" y="1"/>
                    <a:pt x="464" y="23"/>
                    <a:pt x="444" y="83"/>
                  </a:cubicBezTo>
                  <a:lnTo>
                    <a:pt x="254" y="400"/>
                  </a:lnTo>
                  <a:cubicBezTo>
                    <a:pt x="222" y="431"/>
                    <a:pt x="191" y="495"/>
                    <a:pt x="191" y="526"/>
                  </a:cubicBezTo>
                  <a:lnTo>
                    <a:pt x="32" y="1793"/>
                  </a:lnTo>
                  <a:cubicBezTo>
                    <a:pt x="1" y="1920"/>
                    <a:pt x="64" y="2015"/>
                    <a:pt x="191" y="2015"/>
                  </a:cubicBezTo>
                  <a:cubicBezTo>
                    <a:pt x="286" y="2015"/>
                    <a:pt x="381" y="1951"/>
                    <a:pt x="381" y="1856"/>
                  </a:cubicBezTo>
                  <a:lnTo>
                    <a:pt x="571" y="590"/>
                  </a:lnTo>
                  <a:lnTo>
                    <a:pt x="761" y="305"/>
                  </a:lnTo>
                  <a:cubicBezTo>
                    <a:pt x="793" y="210"/>
                    <a:pt x="793" y="83"/>
                    <a:pt x="698" y="20"/>
                  </a:cubicBezTo>
                  <a:cubicBezTo>
                    <a:pt x="663" y="8"/>
                    <a:pt x="624" y="1"/>
                    <a:pt x="58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Google Shape;3446;p36"/>
            <p:cNvSpPr/>
            <p:nvPr/>
          </p:nvSpPr>
          <p:spPr>
            <a:xfrm>
              <a:off x="6422300" y="2378075"/>
              <a:ext cx="9525" cy="41200"/>
            </a:xfrm>
            <a:custGeom>
              <a:avLst/>
              <a:gdLst/>
              <a:ahLst/>
              <a:cxnLst/>
              <a:rect l="l" t="t" r="r" b="b"/>
              <a:pathLst>
                <a:path w="381" h="1648" extrusionOk="0">
                  <a:moveTo>
                    <a:pt x="0" y="1"/>
                  </a:moveTo>
                  <a:lnTo>
                    <a:pt x="380" y="1648"/>
                  </a:lnTo>
                  <a:lnTo>
                    <a:pt x="222" y="381"/>
                  </a:lnTo>
                  <a:cubicBezTo>
                    <a:pt x="222" y="349"/>
                    <a:pt x="222" y="318"/>
                    <a:pt x="190" y="318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3447;p36"/>
            <p:cNvSpPr/>
            <p:nvPr/>
          </p:nvSpPr>
          <p:spPr>
            <a:xfrm>
              <a:off x="6416750" y="2373650"/>
              <a:ext cx="19825" cy="50375"/>
            </a:xfrm>
            <a:custGeom>
              <a:avLst/>
              <a:gdLst/>
              <a:ahLst/>
              <a:cxnLst/>
              <a:rect l="l" t="t" r="r" b="b"/>
              <a:pathLst>
                <a:path w="793" h="2015" extrusionOk="0">
                  <a:moveTo>
                    <a:pt x="230" y="1"/>
                  </a:moveTo>
                  <a:cubicBezTo>
                    <a:pt x="197" y="1"/>
                    <a:pt x="162" y="8"/>
                    <a:pt x="127" y="20"/>
                  </a:cubicBezTo>
                  <a:cubicBezTo>
                    <a:pt x="32" y="83"/>
                    <a:pt x="0" y="210"/>
                    <a:pt x="64" y="273"/>
                  </a:cubicBezTo>
                  <a:lnTo>
                    <a:pt x="254" y="590"/>
                  </a:lnTo>
                  <a:lnTo>
                    <a:pt x="444" y="1856"/>
                  </a:lnTo>
                  <a:cubicBezTo>
                    <a:pt x="444" y="1951"/>
                    <a:pt x="539" y="2015"/>
                    <a:pt x="602" y="2015"/>
                  </a:cubicBezTo>
                  <a:lnTo>
                    <a:pt x="634" y="2015"/>
                  </a:lnTo>
                  <a:cubicBezTo>
                    <a:pt x="729" y="1983"/>
                    <a:pt x="792" y="1920"/>
                    <a:pt x="792" y="1793"/>
                  </a:cubicBezTo>
                  <a:lnTo>
                    <a:pt x="634" y="526"/>
                  </a:lnTo>
                  <a:cubicBezTo>
                    <a:pt x="602" y="463"/>
                    <a:pt x="602" y="431"/>
                    <a:pt x="570" y="400"/>
                  </a:cubicBezTo>
                  <a:lnTo>
                    <a:pt x="380" y="83"/>
                  </a:lnTo>
                  <a:cubicBezTo>
                    <a:pt x="340" y="23"/>
                    <a:pt x="287" y="1"/>
                    <a:pt x="23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Google Shape;3448;p36"/>
            <p:cNvSpPr/>
            <p:nvPr/>
          </p:nvSpPr>
          <p:spPr>
            <a:xfrm>
              <a:off x="6387450" y="2344050"/>
              <a:ext cx="10325" cy="4775"/>
            </a:xfrm>
            <a:custGeom>
              <a:avLst/>
              <a:gdLst/>
              <a:ahLst/>
              <a:cxnLst/>
              <a:rect l="l" t="t" r="r" b="b"/>
              <a:pathLst>
                <a:path w="413" h="191" extrusionOk="0">
                  <a:moveTo>
                    <a:pt x="412" y="19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3449;p36"/>
            <p:cNvSpPr/>
            <p:nvPr/>
          </p:nvSpPr>
          <p:spPr>
            <a:xfrm>
              <a:off x="6381900" y="2339450"/>
              <a:ext cx="20625" cy="14125"/>
            </a:xfrm>
            <a:custGeom>
              <a:avLst/>
              <a:gdLst/>
              <a:ahLst/>
              <a:cxnLst/>
              <a:rect l="l" t="t" r="r" b="b"/>
              <a:pathLst>
                <a:path w="825" h="565" extrusionOk="0">
                  <a:moveTo>
                    <a:pt x="208" y="0"/>
                  </a:moveTo>
                  <a:cubicBezTo>
                    <a:pt x="143" y="0"/>
                    <a:pt x="87" y="52"/>
                    <a:pt x="64" y="121"/>
                  </a:cubicBezTo>
                  <a:cubicBezTo>
                    <a:pt x="1" y="216"/>
                    <a:pt x="33" y="311"/>
                    <a:pt x="128" y="374"/>
                  </a:cubicBezTo>
                  <a:lnTo>
                    <a:pt x="539" y="533"/>
                  </a:lnTo>
                  <a:cubicBezTo>
                    <a:pt x="571" y="564"/>
                    <a:pt x="603" y="564"/>
                    <a:pt x="634" y="564"/>
                  </a:cubicBezTo>
                  <a:cubicBezTo>
                    <a:pt x="698" y="564"/>
                    <a:pt x="761" y="533"/>
                    <a:pt x="793" y="469"/>
                  </a:cubicBezTo>
                  <a:cubicBezTo>
                    <a:pt x="824" y="374"/>
                    <a:pt x="793" y="248"/>
                    <a:pt x="698" y="216"/>
                  </a:cubicBezTo>
                  <a:lnTo>
                    <a:pt x="286" y="26"/>
                  </a:lnTo>
                  <a:cubicBezTo>
                    <a:pt x="259" y="8"/>
                    <a:pt x="233" y="0"/>
                    <a:pt x="20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3450;p36"/>
            <p:cNvSpPr/>
            <p:nvPr/>
          </p:nvSpPr>
          <p:spPr>
            <a:xfrm>
              <a:off x="6381125" y="2363825"/>
              <a:ext cx="15850" cy="9525"/>
            </a:xfrm>
            <a:custGeom>
              <a:avLst/>
              <a:gdLst/>
              <a:ahLst/>
              <a:cxnLst/>
              <a:rect l="l" t="t" r="r" b="b"/>
              <a:pathLst>
                <a:path w="634" h="381" extrusionOk="0">
                  <a:moveTo>
                    <a:pt x="190" y="1"/>
                  </a:moveTo>
                  <a:cubicBezTo>
                    <a:pt x="64" y="1"/>
                    <a:pt x="0" y="96"/>
                    <a:pt x="0" y="191"/>
                  </a:cubicBezTo>
                  <a:cubicBezTo>
                    <a:pt x="0" y="286"/>
                    <a:pt x="64" y="381"/>
                    <a:pt x="190" y="381"/>
                  </a:cubicBezTo>
                  <a:lnTo>
                    <a:pt x="444" y="381"/>
                  </a:lnTo>
                  <a:cubicBezTo>
                    <a:pt x="539" y="381"/>
                    <a:pt x="634" y="286"/>
                    <a:pt x="634" y="191"/>
                  </a:cubicBezTo>
                  <a:cubicBezTo>
                    <a:pt x="634" y="96"/>
                    <a:pt x="539" y="1"/>
                    <a:pt x="44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1" name="Google Shape;3451;p36"/>
            <p:cNvSpPr/>
            <p:nvPr/>
          </p:nvSpPr>
          <p:spPr>
            <a:xfrm>
              <a:off x="6407250" y="2329000"/>
              <a:ext cx="3975" cy="5575"/>
            </a:xfrm>
            <a:custGeom>
              <a:avLst/>
              <a:gdLst/>
              <a:ahLst/>
              <a:cxnLst/>
              <a:rect l="l" t="t" r="r" b="b"/>
              <a:pathLst>
                <a:path w="159" h="223" extrusionOk="0">
                  <a:moveTo>
                    <a:pt x="159" y="222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2" name="Google Shape;3452;p36"/>
            <p:cNvSpPr/>
            <p:nvPr/>
          </p:nvSpPr>
          <p:spPr>
            <a:xfrm>
              <a:off x="6402500" y="2324175"/>
              <a:ext cx="14275" cy="14350"/>
            </a:xfrm>
            <a:custGeom>
              <a:avLst/>
              <a:gdLst/>
              <a:ahLst/>
              <a:cxnLst/>
              <a:rect l="l" t="t" r="r" b="b"/>
              <a:pathLst>
                <a:path w="571" h="574" extrusionOk="0">
                  <a:moveTo>
                    <a:pt x="202" y="1"/>
                  </a:moveTo>
                  <a:cubicBezTo>
                    <a:pt x="168" y="1"/>
                    <a:pt x="132" y="11"/>
                    <a:pt x="95" y="35"/>
                  </a:cubicBezTo>
                  <a:cubicBezTo>
                    <a:pt x="0" y="67"/>
                    <a:pt x="0" y="194"/>
                    <a:pt x="32" y="289"/>
                  </a:cubicBezTo>
                  <a:lnTo>
                    <a:pt x="190" y="510"/>
                  </a:lnTo>
                  <a:cubicBezTo>
                    <a:pt x="222" y="574"/>
                    <a:pt x="285" y="574"/>
                    <a:pt x="349" y="574"/>
                  </a:cubicBezTo>
                  <a:cubicBezTo>
                    <a:pt x="380" y="574"/>
                    <a:pt x="412" y="574"/>
                    <a:pt x="444" y="542"/>
                  </a:cubicBezTo>
                  <a:cubicBezTo>
                    <a:pt x="539" y="510"/>
                    <a:pt x="570" y="384"/>
                    <a:pt x="507" y="289"/>
                  </a:cubicBezTo>
                  <a:lnTo>
                    <a:pt x="349" y="67"/>
                  </a:lnTo>
                  <a:cubicBezTo>
                    <a:pt x="310" y="28"/>
                    <a:pt x="258" y="1"/>
                    <a:pt x="20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3" name="Google Shape;3453;p36"/>
            <p:cNvSpPr/>
            <p:nvPr/>
          </p:nvSpPr>
          <p:spPr>
            <a:xfrm>
              <a:off x="6472175" y="2344050"/>
              <a:ext cx="10300" cy="4775"/>
            </a:xfrm>
            <a:custGeom>
              <a:avLst/>
              <a:gdLst/>
              <a:ahLst/>
              <a:cxnLst/>
              <a:rect l="l" t="t" r="r" b="b"/>
              <a:pathLst>
                <a:path w="412" h="191" extrusionOk="0">
                  <a:moveTo>
                    <a:pt x="0" y="190"/>
                  </a:moveTo>
                  <a:lnTo>
                    <a:pt x="4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4" name="Google Shape;3454;p36"/>
            <p:cNvSpPr/>
            <p:nvPr/>
          </p:nvSpPr>
          <p:spPr>
            <a:xfrm>
              <a:off x="6467425" y="2339450"/>
              <a:ext cx="20600" cy="14125"/>
            </a:xfrm>
            <a:custGeom>
              <a:avLst/>
              <a:gdLst/>
              <a:ahLst/>
              <a:cxnLst/>
              <a:rect l="l" t="t" r="r" b="b"/>
              <a:pathLst>
                <a:path w="824" h="565" extrusionOk="0">
                  <a:moveTo>
                    <a:pt x="603" y="0"/>
                  </a:moveTo>
                  <a:cubicBezTo>
                    <a:pt x="579" y="0"/>
                    <a:pt x="556" y="8"/>
                    <a:pt x="539" y="26"/>
                  </a:cubicBezTo>
                  <a:lnTo>
                    <a:pt x="127" y="216"/>
                  </a:lnTo>
                  <a:cubicBezTo>
                    <a:pt x="32" y="248"/>
                    <a:pt x="0" y="374"/>
                    <a:pt x="32" y="469"/>
                  </a:cubicBezTo>
                  <a:cubicBezTo>
                    <a:pt x="64" y="533"/>
                    <a:pt x="127" y="564"/>
                    <a:pt x="190" y="564"/>
                  </a:cubicBezTo>
                  <a:cubicBezTo>
                    <a:pt x="222" y="564"/>
                    <a:pt x="254" y="564"/>
                    <a:pt x="285" y="533"/>
                  </a:cubicBezTo>
                  <a:lnTo>
                    <a:pt x="697" y="374"/>
                  </a:lnTo>
                  <a:cubicBezTo>
                    <a:pt x="792" y="311"/>
                    <a:pt x="824" y="184"/>
                    <a:pt x="760" y="121"/>
                  </a:cubicBezTo>
                  <a:cubicBezTo>
                    <a:pt x="737" y="52"/>
                    <a:pt x="665" y="0"/>
                    <a:pt x="60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5" name="Google Shape;3455;p36"/>
            <p:cNvSpPr/>
            <p:nvPr/>
          </p:nvSpPr>
          <p:spPr>
            <a:xfrm>
              <a:off x="6472950" y="2363825"/>
              <a:ext cx="15875" cy="9525"/>
            </a:xfrm>
            <a:custGeom>
              <a:avLst/>
              <a:gdLst/>
              <a:ahLst/>
              <a:cxnLst/>
              <a:rect l="l" t="t" r="r" b="b"/>
              <a:pathLst>
                <a:path w="635" h="381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286"/>
                    <a:pt x="96" y="381"/>
                    <a:pt x="191" y="381"/>
                  </a:cubicBezTo>
                  <a:lnTo>
                    <a:pt x="444" y="381"/>
                  </a:lnTo>
                  <a:cubicBezTo>
                    <a:pt x="571" y="381"/>
                    <a:pt x="634" y="286"/>
                    <a:pt x="634" y="191"/>
                  </a:cubicBezTo>
                  <a:cubicBezTo>
                    <a:pt x="634" y="96"/>
                    <a:pt x="571" y="1"/>
                    <a:pt x="44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6" name="Google Shape;3456;p36"/>
            <p:cNvSpPr/>
            <p:nvPr/>
          </p:nvSpPr>
          <p:spPr>
            <a:xfrm>
              <a:off x="6458700" y="2329000"/>
              <a:ext cx="4000" cy="5575"/>
            </a:xfrm>
            <a:custGeom>
              <a:avLst/>
              <a:gdLst/>
              <a:ahLst/>
              <a:cxnLst/>
              <a:rect l="l" t="t" r="r" b="b"/>
              <a:pathLst>
                <a:path w="160" h="223" extrusionOk="0">
                  <a:moveTo>
                    <a:pt x="1" y="222"/>
                  </a:moveTo>
                  <a:lnTo>
                    <a:pt x="1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7" name="Google Shape;3457;p36"/>
            <p:cNvSpPr/>
            <p:nvPr/>
          </p:nvSpPr>
          <p:spPr>
            <a:xfrm>
              <a:off x="6453175" y="2324175"/>
              <a:ext cx="14275" cy="14350"/>
            </a:xfrm>
            <a:custGeom>
              <a:avLst/>
              <a:gdLst/>
              <a:ahLst/>
              <a:cxnLst/>
              <a:rect l="l" t="t" r="r" b="b"/>
              <a:pathLst>
                <a:path w="571" h="574" extrusionOk="0">
                  <a:moveTo>
                    <a:pt x="368" y="1"/>
                  </a:moveTo>
                  <a:cubicBezTo>
                    <a:pt x="312" y="1"/>
                    <a:pt x="261" y="28"/>
                    <a:pt x="222" y="67"/>
                  </a:cubicBezTo>
                  <a:lnTo>
                    <a:pt x="64" y="289"/>
                  </a:lnTo>
                  <a:cubicBezTo>
                    <a:pt x="0" y="384"/>
                    <a:pt x="32" y="510"/>
                    <a:pt x="127" y="542"/>
                  </a:cubicBezTo>
                  <a:cubicBezTo>
                    <a:pt x="159" y="574"/>
                    <a:pt x="190" y="574"/>
                    <a:pt x="222" y="574"/>
                  </a:cubicBezTo>
                  <a:cubicBezTo>
                    <a:pt x="285" y="574"/>
                    <a:pt x="349" y="574"/>
                    <a:pt x="380" y="510"/>
                  </a:cubicBezTo>
                  <a:lnTo>
                    <a:pt x="507" y="289"/>
                  </a:lnTo>
                  <a:cubicBezTo>
                    <a:pt x="570" y="194"/>
                    <a:pt x="570" y="99"/>
                    <a:pt x="475" y="35"/>
                  </a:cubicBezTo>
                  <a:cubicBezTo>
                    <a:pt x="439" y="11"/>
                    <a:pt x="403" y="1"/>
                    <a:pt x="36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8" name="Google Shape;3458;p36"/>
            <p:cNvSpPr/>
            <p:nvPr/>
          </p:nvSpPr>
          <p:spPr>
            <a:xfrm>
              <a:off x="6429425" y="2317925"/>
              <a:ext cx="9525" cy="15050"/>
            </a:xfrm>
            <a:custGeom>
              <a:avLst/>
              <a:gdLst/>
              <a:ahLst/>
              <a:cxnLst/>
              <a:rect l="l" t="t" r="r" b="b"/>
              <a:pathLst>
                <a:path w="381" h="602" extrusionOk="0"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lnTo>
                    <a:pt x="0" y="412"/>
                  </a:lnTo>
                  <a:cubicBezTo>
                    <a:pt x="0" y="539"/>
                    <a:pt x="95" y="602"/>
                    <a:pt x="190" y="602"/>
                  </a:cubicBezTo>
                  <a:cubicBezTo>
                    <a:pt x="285" y="602"/>
                    <a:pt x="380" y="539"/>
                    <a:pt x="380" y="412"/>
                  </a:cubicBezTo>
                  <a:lnTo>
                    <a:pt x="380" y="190"/>
                  </a:lnTo>
                  <a:cubicBezTo>
                    <a:pt x="380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9" name="Google Shape;3459;p36"/>
            <p:cNvSpPr/>
            <p:nvPr/>
          </p:nvSpPr>
          <p:spPr>
            <a:xfrm>
              <a:off x="6460300" y="2412125"/>
              <a:ext cx="170250" cy="88700"/>
            </a:xfrm>
            <a:custGeom>
              <a:avLst/>
              <a:gdLst/>
              <a:ahLst/>
              <a:cxnLst/>
              <a:rect l="l" t="t" r="r" b="b"/>
              <a:pathLst>
                <a:path w="6810" h="3548" extrusionOk="0">
                  <a:moveTo>
                    <a:pt x="1552" y="1"/>
                  </a:moveTo>
                  <a:cubicBezTo>
                    <a:pt x="697" y="1"/>
                    <a:pt x="0" y="792"/>
                    <a:pt x="0" y="1774"/>
                  </a:cubicBezTo>
                  <a:cubicBezTo>
                    <a:pt x="0" y="2756"/>
                    <a:pt x="697" y="3548"/>
                    <a:pt x="1552" y="3548"/>
                  </a:cubicBezTo>
                  <a:lnTo>
                    <a:pt x="5257" y="3548"/>
                  </a:lnTo>
                  <a:cubicBezTo>
                    <a:pt x="6112" y="3548"/>
                    <a:pt x="6809" y="2756"/>
                    <a:pt x="6809" y="1774"/>
                  </a:cubicBezTo>
                  <a:cubicBezTo>
                    <a:pt x="6809" y="792"/>
                    <a:pt x="6112" y="1"/>
                    <a:pt x="525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0" name="Google Shape;3460;p36"/>
            <p:cNvSpPr/>
            <p:nvPr/>
          </p:nvSpPr>
          <p:spPr>
            <a:xfrm>
              <a:off x="6455550" y="2407375"/>
              <a:ext cx="179750" cy="98200"/>
            </a:xfrm>
            <a:custGeom>
              <a:avLst/>
              <a:gdLst/>
              <a:ahLst/>
              <a:cxnLst/>
              <a:rect l="l" t="t" r="r" b="b"/>
              <a:pathLst>
                <a:path w="7190" h="3928" extrusionOk="0">
                  <a:moveTo>
                    <a:pt x="5447" y="381"/>
                  </a:moveTo>
                  <a:cubicBezTo>
                    <a:pt x="6207" y="381"/>
                    <a:pt x="6809" y="1077"/>
                    <a:pt x="6809" y="1964"/>
                  </a:cubicBezTo>
                  <a:cubicBezTo>
                    <a:pt x="6809" y="2851"/>
                    <a:pt x="6207" y="3548"/>
                    <a:pt x="5447" y="3548"/>
                  </a:cubicBezTo>
                  <a:lnTo>
                    <a:pt x="1742" y="3548"/>
                  </a:lnTo>
                  <a:cubicBezTo>
                    <a:pt x="982" y="3548"/>
                    <a:pt x="380" y="2851"/>
                    <a:pt x="380" y="1964"/>
                  </a:cubicBezTo>
                  <a:cubicBezTo>
                    <a:pt x="380" y="1077"/>
                    <a:pt x="982" y="381"/>
                    <a:pt x="1742" y="381"/>
                  </a:cubicBezTo>
                  <a:close/>
                  <a:moveTo>
                    <a:pt x="1742" y="1"/>
                  </a:moveTo>
                  <a:cubicBezTo>
                    <a:pt x="792" y="1"/>
                    <a:pt x="0" y="887"/>
                    <a:pt x="0" y="1964"/>
                  </a:cubicBezTo>
                  <a:cubicBezTo>
                    <a:pt x="0" y="3041"/>
                    <a:pt x="792" y="3928"/>
                    <a:pt x="1742" y="3928"/>
                  </a:cubicBezTo>
                  <a:lnTo>
                    <a:pt x="5447" y="3928"/>
                  </a:lnTo>
                  <a:cubicBezTo>
                    <a:pt x="6397" y="3928"/>
                    <a:pt x="7189" y="3041"/>
                    <a:pt x="7189" y="1964"/>
                  </a:cubicBezTo>
                  <a:cubicBezTo>
                    <a:pt x="7189" y="887"/>
                    <a:pt x="6397" y="1"/>
                    <a:pt x="544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1" name="Google Shape;3461;p36"/>
            <p:cNvSpPr/>
            <p:nvPr/>
          </p:nvSpPr>
          <p:spPr>
            <a:xfrm>
              <a:off x="6476125" y="2428750"/>
              <a:ext cx="138575" cy="56250"/>
            </a:xfrm>
            <a:custGeom>
              <a:avLst/>
              <a:gdLst/>
              <a:ahLst/>
              <a:cxnLst/>
              <a:rect l="l" t="t" r="r" b="b"/>
              <a:pathLst>
                <a:path w="5543" h="2250" extrusionOk="0">
                  <a:moveTo>
                    <a:pt x="792" y="1"/>
                  </a:moveTo>
                  <a:cubicBezTo>
                    <a:pt x="222" y="1"/>
                    <a:pt x="1" y="508"/>
                    <a:pt x="1" y="1109"/>
                  </a:cubicBezTo>
                  <a:cubicBezTo>
                    <a:pt x="1" y="1743"/>
                    <a:pt x="222" y="2249"/>
                    <a:pt x="792" y="2249"/>
                  </a:cubicBezTo>
                  <a:lnTo>
                    <a:pt x="4751" y="2249"/>
                  </a:lnTo>
                  <a:cubicBezTo>
                    <a:pt x="5258" y="2249"/>
                    <a:pt x="5543" y="1743"/>
                    <a:pt x="5543" y="1109"/>
                  </a:cubicBezTo>
                  <a:cubicBezTo>
                    <a:pt x="5543" y="508"/>
                    <a:pt x="5226" y="1"/>
                    <a:pt x="475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2" name="Google Shape;3462;p36"/>
            <p:cNvSpPr/>
            <p:nvPr/>
          </p:nvSpPr>
          <p:spPr>
            <a:xfrm>
              <a:off x="6471375" y="2424000"/>
              <a:ext cx="148075" cy="64950"/>
            </a:xfrm>
            <a:custGeom>
              <a:avLst/>
              <a:gdLst/>
              <a:ahLst/>
              <a:cxnLst/>
              <a:rect l="l" t="t" r="r" b="b"/>
              <a:pathLst>
                <a:path w="5923" h="2598" extrusionOk="0">
                  <a:moveTo>
                    <a:pt x="4941" y="381"/>
                  </a:moveTo>
                  <a:cubicBezTo>
                    <a:pt x="5353" y="381"/>
                    <a:pt x="5543" y="856"/>
                    <a:pt x="5543" y="1299"/>
                  </a:cubicBezTo>
                  <a:cubicBezTo>
                    <a:pt x="5543" y="1743"/>
                    <a:pt x="5384" y="2249"/>
                    <a:pt x="4941" y="2249"/>
                  </a:cubicBezTo>
                  <a:lnTo>
                    <a:pt x="982" y="2249"/>
                  </a:lnTo>
                  <a:cubicBezTo>
                    <a:pt x="602" y="2249"/>
                    <a:pt x="381" y="1933"/>
                    <a:pt x="381" y="1299"/>
                  </a:cubicBezTo>
                  <a:cubicBezTo>
                    <a:pt x="381" y="698"/>
                    <a:pt x="571" y="381"/>
                    <a:pt x="982" y="381"/>
                  </a:cubicBezTo>
                  <a:close/>
                  <a:moveTo>
                    <a:pt x="982" y="1"/>
                  </a:moveTo>
                  <a:cubicBezTo>
                    <a:pt x="349" y="1"/>
                    <a:pt x="1" y="476"/>
                    <a:pt x="1" y="1299"/>
                  </a:cubicBezTo>
                  <a:cubicBezTo>
                    <a:pt x="1" y="2123"/>
                    <a:pt x="349" y="2598"/>
                    <a:pt x="982" y="2598"/>
                  </a:cubicBezTo>
                  <a:lnTo>
                    <a:pt x="4941" y="2598"/>
                  </a:lnTo>
                  <a:cubicBezTo>
                    <a:pt x="5511" y="2598"/>
                    <a:pt x="5923" y="2091"/>
                    <a:pt x="5923" y="1299"/>
                  </a:cubicBezTo>
                  <a:cubicBezTo>
                    <a:pt x="5923" y="539"/>
                    <a:pt x="5511" y="1"/>
                    <a:pt x="494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3" name="Google Shape;3463;p36"/>
            <p:cNvSpPr/>
            <p:nvPr/>
          </p:nvSpPr>
          <p:spPr>
            <a:xfrm>
              <a:off x="6575100" y="2443800"/>
              <a:ext cx="17425" cy="17450"/>
            </a:xfrm>
            <a:custGeom>
              <a:avLst/>
              <a:gdLst/>
              <a:ahLst/>
              <a:cxnLst/>
              <a:rect l="l" t="t" r="r" b="b"/>
              <a:pathLst>
                <a:path w="697" h="698" extrusionOk="0">
                  <a:moveTo>
                    <a:pt x="349" y="1"/>
                  </a:moveTo>
                  <a:cubicBezTo>
                    <a:pt x="159" y="1"/>
                    <a:pt x="0" y="159"/>
                    <a:pt x="0" y="349"/>
                  </a:cubicBezTo>
                  <a:cubicBezTo>
                    <a:pt x="0" y="539"/>
                    <a:pt x="159" y="697"/>
                    <a:pt x="349" y="697"/>
                  </a:cubicBezTo>
                  <a:cubicBezTo>
                    <a:pt x="539" y="697"/>
                    <a:pt x="697" y="539"/>
                    <a:pt x="697" y="349"/>
                  </a:cubicBezTo>
                  <a:cubicBezTo>
                    <a:pt x="697" y="159"/>
                    <a:pt x="539" y="1"/>
                    <a:pt x="3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4" name="Google Shape;3464;p36"/>
            <p:cNvSpPr/>
            <p:nvPr/>
          </p:nvSpPr>
          <p:spPr>
            <a:xfrm>
              <a:off x="6570350" y="2439850"/>
              <a:ext cx="26925" cy="26150"/>
            </a:xfrm>
            <a:custGeom>
              <a:avLst/>
              <a:gdLst/>
              <a:ahLst/>
              <a:cxnLst/>
              <a:rect l="l" t="t" r="r" b="b"/>
              <a:pathLst>
                <a:path w="1077" h="1046" extrusionOk="0">
                  <a:moveTo>
                    <a:pt x="539" y="349"/>
                  </a:moveTo>
                  <a:cubicBezTo>
                    <a:pt x="634" y="349"/>
                    <a:pt x="697" y="444"/>
                    <a:pt x="697" y="507"/>
                  </a:cubicBezTo>
                  <a:cubicBezTo>
                    <a:pt x="697" y="602"/>
                    <a:pt x="634" y="665"/>
                    <a:pt x="539" y="665"/>
                  </a:cubicBezTo>
                  <a:cubicBezTo>
                    <a:pt x="444" y="665"/>
                    <a:pt x="380" y="602"/>
                    <a:pt x="380" y="507"/>
                  </a:cubicBezTo>
                  <a:cubicBezTo>
                    <a:pt x="380" y="444"/>
                    <a:pt x="444" y="349"/>
                    <a:pt x="539" y="349"/>
                  </a:cubicBezTo>
                  <a:close/>
                  <a:moveTo>
                    <a:pt x="539" y="0"/>
                  </a:moveTo>
                  <a:cubicBezTo>
                    <a:pt x="254" y="0"/>
                    <a:pt x="0" y="222"/>
                    <a:pt x="0" y="507"/>
                  </a:cubicBezTo>
                  <a:cubicBezTo>
                    <a:pt x="0" y="824"/>
                    <a:pt x="254" y="1045"/>
                    <a:pt x="539" y="1045"/>
                  </a:cubicBezTo>
                  <a:cubicBezTo>
                    <a:pt x="824" y="1045"/>
                    <a:pt x="1077" y="824"/>
                    <a:pt x="1077" y="507"/>
                  </a:cubicBezTo>
                  <a:cubicBezTo>
                    <a:pt x="1077" y="222"/>
                    <a:pt x="824" y="0"/>
                    <a:pt x="53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5" name="Google Shape;3465;p36"/>
            <p:cNvSpPr/>
            <p:nvPr/>
          </p:nvSpPr>
          <p:spPr>
            <a:xfrm>
              <a:off x="6497500" y="2444600"/>
              <a:ext cx="17450" cy="16650"/>
            </a:xfrm>
            <a:custGeom>
              <a:avLst/>
              <a:gdLst/>
              <a:ahLst/>
              <a:cxnLst/>
              <a:rect l="l" t="t" r="r" b="b"/>
              <a:pathLst>
                <a:path w="698" h="666" extrusionOk="0">
                  <a:moveTo>
                    <a:pt x="349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507"/>
                    <a:pt x="159" y="665"/>
                    <a:pt x="349" y="665"/>
                  </a:cubicBezTo>
                  <a:cubicBezTo>
                    <a:pt x="539" y="665"/>
                    <a:pt x="697" y="507"/>
                    <a:pt x="697" y="317"/>
                  </a:cubicBezTo>
                  <a:cubicBezTo>
                    <a:pt x="697" y="127"/>
                    <a:pt x="539" y="0"/>
                    <a:pt x="3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6" name="Google Shape;3466;p36"/>
            <p:cNvSpPr/>
            <p:nvPr/>
          </p:nvSpPr>
          <p:spPr>
            <a:xfrm>
              <a:off x="6492750" y="2439850"/>
              <a:ext cx="26950" cy="26150"/>
            </a:xfrm>
            <a:custGeom>
              <a:avLst/>
              <a:gdLst/>
              <a:ahLst/>
              <a:cxnLst/>
              <a:rect l="l" t="t" r="r" b="b"/>
              <a:pathLst>
                <a:path w="1078" h="1046" extrusionOk="0">
                  <a:moveTo>
                    <a:pt x="539" y="349"/>
                  </a:moveTo>
                  <a:cubicBezTo>
                    <a:pt x="634" y="349"/>
                    <a:pt x="697" y="444"/>
                    <a:pt x="697" y="507"/>
                  </a:cubicBezTo>
                  <a:cubicBezTo>
                    <a:pt x="697" y="602"/>
                    <a:pt x="634" y="665"/>
                    <a:pt x="539" y="665"/>
                  </a:cubicBezTo>
                  <a:cubicBezTo>
                    <a:pt x="444" y="665"/>
                    <a:pt x="381" y="602"/>
                    <a:pt x="381" y="507"/>
                  </a:cubicBezTo>
                  <a:cubicBezTo>
                    <a:pt x="381" y="444"/>
                    <a:pt x="444" y="349"/>
                    <a:pt x="539" y="349"/>
                  </a:cubicBezTo>
                  <a:close/>
                  <a:moveTo>
                    <a:pt x="539" y="0"/>
                  </a:moveTo>
                  <a:cubicBezTo>
                    <a:pt x="254" y="0"/>
                    <a:pt x="1" y="222"/>
                    <a:pt x="1" y="507"/>
                  </a:cubicBezTo>
                  <a:cubicBezTo>
                    <a:pt x="1" y="824"/>
                    <a:pt x="254" y="1045"/>
                    <a:pt x="539" y="1045"/>
                  </a:cubicBezTo>
                  <a:cubicBezTo>
                    <a:pt x="824" y="1045"/>
                    <a:pt x="1077" y="824"/>
                    <a:pt x="1077" y="507"/>
                  </a:cubicBezTo>
                  <a:cubicBezTo>
                    <a:pt x="1077" y="222"/>
                    <a:pt x="824" y="0"/>
                    <a:pt x="53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7" name="Google Shape;3467;p36"/>
            <p:cNvSpPr/>
            <p:nvPr/>
          </p:nvSpPr>
          <p:spPr>
            <a:xfrm>
              <a:off x="6532350" y="2464375"/>
              <a:ext cx="25350" cy="11125"/>
            </a:xfrm>
            <a:custGeom>
              <a:avLst/>
              <a:gdLst/>
              <a:ahLst/>
              <a:cxnLst/>
              <a:rect l="l" t="t" r="r" b="b"/>
              <a:pathLst>
                <a:path w="1014" h="445" extrusionOk="0">
                  <a:moveTo>
                    <a:pt x="0" y="1"/>
                  </a:moveTo>
                  <a:cubicBezTo>
                    <a:pt x="0" y="223"/>
                    <a:pt x="222" y="444"/>
                    <a:pt x="507" y="444"/>
                  </a:cubicBezTo>
                  <a:cubicBezTo>
                    <a:pt x="792" y="444"/>
                    <a:pt x="1014" y="223"/>
                    <a:pt x="10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8" name="Google Shape;3468;p36"/>
            <p:cNvSpPr/>
            <p:nvPr/>
          </p:nvSpPr>
          <p:spPr>
            <a:xfrm>
              <a:off x="6527600" y="2459625"/>
              <a:ext cx="34850" cy="19825"/>
            </a:xfrm>
            <a:custGeom>
              <a:avLst/>
              <a:gdLst/>
              <a:ahLst/>
              <a:cxnLst/>
              <a:rect l="l" t="t" r="r" b="b"/>
              <a:pathLst>
                <a:path w="1394" h="793" extrusionOk="0">
                  <a:moveTo>
                    <a:pt x="918" y="349"/>
                  </a:moveTo>
                  <a:cubicBezTo>
                    <a:pt x="855" y="397"/>
                    <a:pt x="776" y="421"/>
                    <a:pt x="697" y="421"/>
                  </a:cubicBezTo>
                  <a:cubicBezTo>
                    <a:pt x="618" y="421"/>
                    <a:pt x="538" y="397"/>
                    <a:pt x="475" y="349"/>
                  </a:cubicBezTo>
                  <a:close/>
                  <a:moveTo>
                    <a:pt x="190" y="1"/>
                  </a:moveTo>
                  <a:cubicBezTo>
                    <a:pt x="63" y="1"/>
                    <a:pt x="0" y="64"/>
                    <a:pt x="0" y="191"/>
                  </a:cubicBezTo>
                  <a:cubicBezTo>
                    <a:pt x="0" y="539"/>
                    <a:pt x="317" y="793"/>
                    <a:pt x="697" y="793"/>
                  </a:cubicBezTo>
                  <a:cubicBezTo>
                    <a:pt x="1077" y="793"/>
                    <a:pt x="1394" y="539"/>
                    <a:pt x="1394" y="191"/>
                  </a:cubicBezTo>
                  <a:cubicBezTo>
                    <a:pt x="1394" y="64"/>
                    <a:pt x="1330" y="1"/>
                    <a:pt x="120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9" name="Google Shape;3469;p36"/>
            <p:cNvSpPr/>
            <p:nvPr/>
          </p:nvSpPr>
          <p:spPr>
            <a:xfrm>
              <a:off x="6358150" y="2840250"/>
              <a:ext cx="100575" cy="89700"/>
            </a:xfrm>
            <a:custGeom>
              <a:avLst/>
              <a:gdLst/>
              <a:ahLst/>
              <a:cxnLst/>
              <a:rect l="l" t="t" r="r" b="b"/>
              <a:pathLst>
                <a:path w="4023" h="3588" extrusionOk="0">
                  <a:moveTo>
                    <a:pt x="280" y="0"/>
                  </a:moveTo>
                  <a:cubicBezTo>
                    <a:pt x="104" y="0"/>
                    <a:pt x="1" y="9"/>
                    <a:pt x="1" y="9"/>
                  </a:cubicBezTo>
                  <a:lnTo>
                    <a:pt x="1268" y="2415"/>
                  </a:lnTo>
                  <a:cubicBezTo>
                    <a:pt x="1268" y="2415"/>
                    <a:pt x="1679" y="3334"/>
                    <a:pt x="2629" y="3587"/>
                  </a:cubicBezTo>
                  <a:lnTo>
                    <a:pt x="4023" y="1909"/>
                  </a:lnTo>
                  <a:cubicBezTo>
                    <a:pt x="3516" y="1244"/>
                    <a:pt x="3009" y="769"/>
                    <a:pt x="2724" y="547"/>
                  </a:cubicBezTo>
                  <a:cubicBezTo>
                    <a:pt x="2629" y="452"/>
                    <a:pt x="2503" y="389"/>
                    <a:pt x="2344" y="357"/>
                  </a:cubicBezTo>
                  <a:cubicBezTo>
                    <a:pt x="1502" y="47"/>
                    <a:pt x="691" y="0"/>
                    <a:pt x="28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0" name="Google Shape;3470;p36"/>
            <p:cNvSpPr/>
            <p:nvPr/>
          </p:nvSpPr>
          <p:spPr>
            <a:xfrm>
              <a:off x="6254450" y="2895875"/>
              <a:ext cx="84725" cy="52275"/>
            </a:xfrm>
            <a:custGeom>
              <a:avLst/>
              <a:gdLst/>
              <a:ahLst/>
              <a:cxnLst/>
              <a:rect l="l" t="t" r="r" b="b"/>
              <a:pathLst>
                <a:path w="3389" h="2091" extrusionOk="0">
                  <a:moveTo>
                    <a:pt x="634" y="0"/>
                  </a:moveTo>
                  <a:lnTo>
                    <a:pt x="0" y="2091"/>
                  </a:lnTo>
                  <a:lnTo>
                    <a:pt x="3389" y="2091"/>
                  </a:lnTo>
                  <a:lnTo>
                    <a:pt x="278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1" name="Google Shape;3471;p36"/>
            <p:cNvSpPr/>
            <p:nvPr/>
          </p:nvSpPr>
          <p:spPr>
            <a:xfrm>
              <a:off x="6249700" y="2891125"/>
              <a:ext cx="95025" cy="61975"/>
            </a:xfrm>
            <a:custGeom>
              <a:avLst/>
              <a:gdLst/>
              <a:ahLst/>
              <a:cxnLst/>
              <a:rect l="l" t="t" r="r" b="b"/>
              <a:pathLst>
                <a:path w="3801" h="2479" extrusionOk="0">
                  <a:moveTo>
                    <a:pt x="824" y="0"/>
                  </a:moveTo>
                  <a:cubicBezTo>
                    <a:pt x="729" y="0"/>
                    <a:pt x="665" y="64"/>
                    <a:pt x="634" y="159"/>
                  </a:cubicBezTo>
                  <a:lnTo>
                    <a:pt x="0" y="2249"/>
                  </a:lnTo>
                  <a:cubicBezTo>
                    <a:pt x="0" y="2344"/>
                    <a:pt x="32" y="2439"/>
                    <a:pt x="127" y="2471"/>
                  </a:cubicBezTo>
                  <a:cubicBezTo>
                    <a:pt x="149" y="2476"/>
                    <a:pt x="171" y="2479"/>
                    <a:pt x="191" y="2479"/>
                  </a:cubicBezTo>
                  <a:cubicBezTo>
                    <a:pt x="285" y="2479"/>
                    <a:pt x="354" y="2422"/>
                    <a:pt x="380" y="2344"/>
                  </a:cubicBezTo>
                  <a:lnTo>
                    <a:pt x="950" y="380"/>
                  </a:lnTo>
                  <a:lnTo>
                    <a:pt x="2819" y="380"/>
                  </a:lnTo>
                  <a:lnTo>
                    <a:pt x="3420" y="2344"/>
                  </a:lnTo>
                  <a:cubicBezTo>
                    <a:pt x="3420" y="2407"/>
                    <a:pt x="3516" y="2471"/>
                    <a:pt x="3579" y="2471"/>
                  </a:cubicBezTo>
                  <a:lnTo>
                    <a:pt x="3642" y="2471"/>
                  </a:lnTo>
                  <a:cubicBezTo>
                    <a:pt x="3737" y="2439"/>
                    <a:pt x="3801" y="2344"/>
                    <a:pt x="3769" y="2249"/>
                  </a:cubicBezTo>
                  <a:lnTo>
                    <a:pt x="3135" y="159"/>
                  </a:lnTo>
                  <a:cubicBezTo>
                    <a:pt x="3135" y="64"/>
                    <a:pt x="3040" y="0"/>
                    <a:pt x="297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2" name="Google Shape;3472;p36"/>
            <p:cNvSpPr/>
            <p:nvPr/>
          </p:nvSpPr>
          <p:spPr>
            <a:xfrm>
              <a:off x="6148171" y="2702795"/>
              <a:ext cx="316725" cy="221725"/>
            </a:xfrm>
            <a:custGeom>
              <a:avLst/>
              <a:gdLst/>
              <a:ahLst/>
              <a:cxnLst/>
              <a:rect l="l" t="t" r="r" b="b"/>
              <a:pathLst>
                <a:path w="12669" h="8869" extrusionOk="0">
                  <a:moveTo>
                    <a:pt x="761" y="1"/>
                  </a:moveTo>
                  <a:cubicBezTo>
                    <a:pt x="349" y="1"/>
                    <a:pt x="1" y="318"/>
                    <a:pt x="1" y="729"/>
                  </a:cubicBezTo>
                  <a:lnTo>
                    <a:pt x="1" y="8108"/>
                  </a:lnTo>
                  <a:cubicBezTo>
                    <a:pt x="1" y="8520"/>
                    <a:pt x="349" y="8868"/>
                    <a:pt x="761" y="8868"/>
                  </a:cubicBezTo>
                  <a:lnTo>
                    <a:pt x="8646" y="8868"/>
                  </a:lnTo>
                  <a:lnTo>
                    <a:pt x="12668" y="7823"/>
                  </a:lnTo>
                  <a:lnTo>
                    <a:pt x="12668" y="729"/>
                  </a:lnTo>
                  <a:cubicBezTo>
                    <a:pt x="12668" y="318"/>
                    <a:pt x="12320" y="1"/>
                    <a:pt x="1190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3" name="Google Shape;3473;p36"/>
            <p:cNvSpPr/>
            <p:nvPr/>
          </p:nvSpPr>
          <p:spPr>
            <a:xfrm>
              <a:off x="6139650" y="2672600"/>
              <a:ext cx="325425" cy="231225"/>
            </a:xfrm>
            <a:custGeom>
              <a:avLst/>
              <a:gdLst/>
              <a:ahLst/>
              <a:cxnLst/>
              <a:rect l="l" t="t" r="r" b="b"/>
              <a:pathLst>
                <a:path w="13017" h="9249" extrusionOk="0">
                  <a:moveTo>
                    <a:pt x="919" y="1"/>
                  </a:moveTo>
                  <a:cubicBezTo>
                    <a:pt x="412" y="1"/>
                    <a:pt x="0" y="413"/>
                    <a:pt x="0" y="919"/>
                  </a:cubicBezTo>
                  <a:lnTo>
                    <a:pt x="0" y="8298"/>
                  </a:lnTo>
                  <a:cubicBezTo>
                    <a:pt x="0" y="8805"/>
                    <a:pt x="412" y="9248"/>
                    <a:pt x="919" y="9248"/>
                  </a:cubicBezTo>
                  <a:lnTo>
                    <a:pt x="8804" y="9248"/>
                  </a:lnTo>
                  <a:cubicBezTo>
                    <a:pt x="8899" y="9248"/>
                    <a:pt x="8994" y="9153"/>
                    <a:pt x="8994" y="9058"/>
                  </a:cubicBezTo>
                  <a:cubicBezTo>
                    <a:pt x="8994" y="8931"/>
                    <a:pt x="8899" y="8868"/>
                    <a:pt x="8804" y="8868"/>
                  </a:cubicBezTo>
                  <a:lnTo>
                    <a:pt x="919" y="8868"/>
                  </a:lnTo>
                  <a:cubicBezTo>
                    <a:pt x="602" y="8868"/>
                    <a:pt x="349" y="8615"/>
                    <a:pt x="349" y="8298"/>
                  </a:cubicBezTo>
                  <a:lnTo>
                    <a:pt x="349" y="919"/>
                  </a:lnTo>
                  <a:cubicBezTo>
                    <a:pt x="349" y="634"/>
                    <a:pt x="602" y="381"/>
                    <a:pt x="919" y="381"/>
                  </a:cubicBezTo>
                  <a:lnTo>
                    <a:pt x="12066" y="381"/>
                  </a:lnTo>
                  <a:cubicBezTo>
                    <a:pt x="12383" y="381"/>
                    <a:pt x="12636" y="634"/>
                    <a:pt x="12636" y="919"/>
                  </a:cubicBezTo>
                  <a:lnTo>
                    <a:pt x="12636" y="8013"/>
                  </a:lnTo>
                  <a:cubicBezTo>
                    <a:pt x="12636" y="8140"/>
                    <a:pt x="12731" y="8203"/>
                    <a:pt x="12826" y="8203"/>
                  </a:cubicBezTo>
                  <a:cubicBezTo>
                    <a:pt x="12921" y="8203"/>
                    <a:pt x="13016" y="8140"/>
                    <a:pt x="13016" y="8013"/>
                  </a:cubicBezTo>
                  <a:lnTo>
                    <a:pt x="13016" y="919"/>
                  </a:lnTo>
                  <a:cubicBezTo>
                    <a:pt x="13016" y="413"/>
                    <a:pt x="12573" y="1"/>
                    <a:pt x="1206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4" name="Google Shape;3474;p36"/>
            <p:cNvSpPr/>
            <p:nvPr/>
          </p:nvSpPr>
          <p:spPr>
            <a:xfrm>
              <a:off x="6331250" y="2854700"/>
              <a:ext cx="62550" cy="66075"/>
            </a:xfrm>
            <a:custGeom>
              <a:avLst/>
              <a:gdLst/>
              <a:ahLst/>
              <a:cxnLst/>
              <a:rect l="l" t="t" r="r" b="b"/>
              <a:pathLst>
                <a:path w="2502" h="2643" extrusionOk="0">
                  <a:moveTo>
                    <a:pt x="1995" y="1616"/>
                  </a:moveTo>
                  <a:lnTo>
                    <a:pt x="1969" y="1660"/>
                  </a:lnTo>
                  <a:lnTo>
                    <a:pt x="1990" y="1682"/>
                  </a:lnTo>
                  <a:lnTo>
                    <a:pt x="2027" y="1616"/>
                  </a:lnTo>
                  <a:close/>
                  <a:moveTo>
                    <a:pt x="380" y="1"/>
                  </a:moveTo>
                  <a:lnTo>
                    <a:pt x="95" y="507"/>
                  </a:lnTo>
                  <a:cubicBezTo>
                    <a:pt x="0" y="666"/>
                    <a:pt x="63" y="887"/>
                    <a:pt x="222" y="982"/>
                  </a:cubicBezTo>
                  <a:cubicBezTo>
                    <a:pt x="283" y="1013"/>
                    <a:pt x="347" y="1027"/>
                    <a:pt x="409" y="1027"/>
                  </a:cubicBezTo>
                  <a:cubicBezTo>
                    <a:pt x="541" y="1027"/>
                    <a:pt x="664" y="963"/>
                    <a:pt x="729" y="856"/>
                  </a:cubicBezTo>
                  <a:lnTo>
                    <a:pt x="792" y="729"/>
                  </a:lnTo>
                  <a:lnTo>
                    <a:pt x="824" y="761"/>
                  </a:lnTo>
                  <a:lnTo>
                    <a:pt x="634" y="1046"/>
                  </a:lnTo>
                  <a:cubicBezTo>
                    <a:pt x="539" y="1204"/>
                    <a:pt x="602" y="1426"/>
                    <a:pt x="760" y="1521"/>
                  </a:cubicBezTo>
                  <a:cubicBezTo>
                    <a:pt x="821" y="1551"/>
                    <a:pt x="885" y="1565"/>
                    <a:pt x="947" y="1565"/>
                  </a:cubicBezTo>
                  <a:cubicBezTo>
                    <a:pt x="1079" y="1565"/>
                    <a:pt x="1202" y="1502"/>
                    <a:pt x="1267" y="1394"/>
                  </a:cubicBezTo>
                  <a:lnTo>
                    <a:pt x="1394" y="1172"/>
                  </a:lnTo>
                  <a:lnTo>
                    <a:pt x="1394" y="1204"/>
                  </a:lnTo>
                  <a:lnTo>
                    <a:pt x="1172" y="1584"/>
                  </a:lnTo>
                  <a:cubicBezTo>
                    <a:pt x="1077" y="1742"/>
                    <a:pt x="1140" y="1964"/>
                    <a:pt x="1330" y="2059"/>
                  </a:cubicBezTo>
                  <a:cubicBezTo>
                    <a:pt x="1381" y="2090"/>
                    <a:pt x="1438" y="2104"/>
                    <a:pt x="1496" y="2104"/>
                  </a:cubicBezTo>
                  <a:cubicBezTo>
                    <a:pt x="1618" y="2104"/>
                    <a:pt x="1741" y="2040"/>
                    <a:pt x="1805" y="1932"/>
                  </a:cubicBezTo>
                  <a:lnTo>
                    <a:pt x="1969" y="1660"/>
                  </a:lnTo>
                  <a:lnTo>
                    <a:pt x="380" y="1"/>
                  </a:lnTo>
                  <a:close/>
                  <a:moveTo>
                    <a:pt x="1990" y="1682"/>
                  </a:moveTo>
                  <a:lnTo>
                    <a:pt x="1742" y="2122"/>
                  </a:lnTo>
                  <a:cubicBezTo>
                    <a:pt x="1615" y="2281"/>
                    <a:pt x="1679" y="2503"/>
                    <a:pt x="1869" y="2598"/>
                  </a:cubicBezTo>
                  <a:cubicBezTo>
                    <a:pt x="1919" y="2628"/>
                    <a:pt x="1977" y="2642"/>
                    <a:pt x="2034" y="2642"/>
                  </a:cubicBezTo>
                  <a:cubicBezTo>
                    <a:pt x="2156" y="2642"/>
                    <a:pt x="2279" y="2578"/>
                    <a:pt x="2344" y="2471"/>
                  </a:cubicBezTo>
                  <a:lnTo>
                    <a:pt x="2502" y="2217"/>
                  </a:lnTo>
                  <a:lnTo>
                    <a:pt x="1990" y="1682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5" name="Google Shape;3475;p36"/>
            <p:cNvSpPr/>
            <p:nvPr/>
          </p:nvSpPr>
          <p:spPr>
            <a:xfrm>
              <a:off x="6328075" y="2850725"/>
              <a:ext cx="71275" cy="74475"/>
            </a:xfrm>
            <a:custGeom>
              <a:avLst/>
              <a:gdLst/>
              <a:ahLst/>
              <a:cxnLst/>
              <a:rect l="l" t="t" r="r" b="b"/>
              <a:pathLst>
                <a:path w="2851" h="2979" extrusionOk="0">
                  <a:moveTo>
                    <a:pt x="527" y="0"/>
                  </a:moveTo>
                  <a:cubicBezTo>
                    <a:pt x="461" y="0"/>
                    <a:pt x="401" y="35"/>
                    <a:pt x="381" y="96"/>
                  </a:cubicBezTo>
                  <a:lnTo>
                    <a:pt x="95" y="571"/>
                  </a:lnTo>
                  <a:cubicBezTo>
                    <a:pt x="0" y="698"/>
                    <a:pt x="0" y="856"/>
                    <a:pt x="32" y="983"/>
                  </a:cubicBezTo>
                  <a:cubicBezTo>
                    <a:pt x="64" y="1110"/>
                    <a:pt x="159" y="1236"/>
                    <a:pt x="285" y="1300"/>
                  </a:cubicBezTo>
                  <a:cubicBezTo>
                    <a:pt x="349" y="1363"/>
                    <a:pt x="444" y="1395"/>
                    <a:pt x="539" y="1395"/>
                  </a:cubicBezTo>
                  <a:cubicBezTo>
                    <a:pt x="539" y="1426"/>
                    <a:pt x="539" y="1458"/>
                    <a:pt x="571" y="1521"/>
                  </a:cubicBezTo>
                  <a:cubicBezTo>
                    <a:pt x="602" y="1648"/>
                    <a:pt x="697" y="1775"/>
                    <a:pt x="824" y="1838"/>
                  </a:cubicBezTo>
                  <a:cubicBezTo>
                    <a:pt x="887" y="1901"/>
                    <a:pt x="982" y="1933"/>
                    <a:pt x="1077" y="1933"/>
                  </a:cubicBezTo>
                  <a:cubicBezTo>
                    <a:pt x="1077" y="1965"/>
                    <a:pt x="1077" y="1996"/>
                    <a:pt x="1109" y="2060"/>
                  </a:cubicBezTo>
                  <a:cubicBezTo>
                    <a:pt x="1141" y="2186"/>
                    <a:pt x="1236" y="2313"/>
                    <a:pt x="1362" y="2376"/>
                  </a:cubicBezTo>
                  <a:cubicBezTo>
                    <a:pt x="1426" y="2440"/>
                    <a:pt x="1521" y="2471"/>
                    <a:pt x="1616" y="2471"/>
                  </a:cubicBezTo>
                  <a:cubicBezTo>
                    <a:pt x="1616" y="2503"/>
                    <a:pt x="1616" y="2535"/>
                    <a:pt x="1647" y="2598"/>
                  </a:cubicBezTo>
                  <a:cubicBezTo>
                    <a:pt x="1679" y="2725"/>
                    <a:pt x="1774" y="2852"/>
                    <a:pt x="1901" y="2915"/>
                  </a:cubicBezTo>
                  <a:cubicBezTo>
                    <a:pt x="1964" y="2978"/>
                    <a:pt x="2059" y="2978"/>
                    <a:pt x="2154" y="2978"/>
                  </a:cubicBezTo>
                  <a:cubicBezTo>
                    <a:pt x="2344" y="2978"/>
                    <a:pt x="2534" y="2883"/>
                    <a:pt x="2629" y="2725"/>
                  </a:cubicBezTo>
                  <a:lnTo>
                    <a:pt x="2787" y="2471"/>
                  </a:lnTo>
                  <a:cubicBezTo>
                    <a:pt x="2851" y="2376"/>
                    <a:pt x="2819" y="2281"/>
                    <a:pt x="2724" y="2218"/>
                  </a:cubicBezTo>
                  <a:cubicBezTo>
                    <a:pt x="2690" y="2196"/>
                    <a:pt x="2653" y="2185"/>
                    <a:pt x="2617" y="2185"/>
                  </a:cubicBezTo>
                  <a:cubicBezTo>
                    <a:pt x="2551" y="2185"/>
                    <a:pt x="2491" y="2220"/>
                    <a:pt x="2471" y="2281"/>
                  </a:cubicBezTo>
                  <a:lnTo>
                    <a:pt x="2312" y="2535"/>
                  </a:lnTo>
                  <a:cubicBezTo>
                    <a:pt x="2289" y="2581"/>
                    <a:pt x="2215" y="2611"/>
                    <a:pt x="2152" y="2611"/>
                  </a:cubicBezTo>
                  <a:cubicBezTo>
                    <a:pt x="2129" y="2611"/>
                    <a:pt x="2108" y="2607"/>
                    <a:pt x="2091" y="2598"/>
                  </a:cubicBezTo>
                  <a:cubicBezTo>
                    <a:pt x="2027" y="2566"/>
                    <a:pt x="2027" y="2535"/>
                    <a:pt x="1996" y="2503"/>
                  </a:cubicBezTo>
                  <a:cubicBezTo>
                    <a:pt x="1996" y="2440"/>
                    <a:pt x="1996" y="2408"/>
                    <a:pt x="2027" y="2376"/>
                  </a:cubicBezTo>
                  <a:lnTo>
                    <a:pt x="2312" y="1870"/>
                  </a:lnTo>
                  <a:cubicBezTo>
                    <a:pt x="2344" y="1806"/>
                    <a:pt x="2344" y="1711"/>
                    <a:pt x="2281" y="1648"/>
                  </a:cubicBezTo>
                  <a:lnTo>
                    <a:pt x="2249" y="1648"/>
                  </a:lnTo>
                  <a:cubicBezTo>
                    <a:pt x="2217" y="1585"/>
                    <a:pt x="2154" y="1585"/>
                    <a:pt x="2091" y="1585"/>
                  </a:cubicBezTo>
                  <a:cubicBezTo>
                    <a:pt x="2059" y="1585"/>
                    <a:pt x="1996" y="1616"/>
                    <a:pt x="1964" y="1680"/>
                  </a:cubicBezTo>
                  <a:lnTo>
                    <a:pt x="1774" y="1996"/>
                  </a:lnTo>
                  <a:cubicBezTo>
                    <a:pt x="1754" y="2057"/>
                    <a:pt x="1696" y="2079"/>
                    <a:pt x="1640" y="2079"/>
                  </a:cubicBezTo>
                  <a:cubicBezTo>
                    <a:pt x="1607" y="2079"/>
                    <a:pt x="1575" y="2071"/>
                    <a:pt x="1552" y="2060"/>
                  </a:cubicBezTo>
                  <a:cubicBezTo>
                    <a:pt x="1489" y="2028"/>
                    <a:pt x="1457" y="1996"/>
                    <a:pt x="1457" y="1965"/>
                  </a:cubicBezTo>
                  <a:cubicBezTo>
                    <a:pt x="1457" y="1901"/>
                    <a:pt x="1457" y="1870"/>
                    <a:pt x="1489" y="1838"/>
                  </a:cubicBezTo>
                  <a:lnTo>
                    <a:pt x="1711" y="1458"/>
                  </a:lnTo>
                  <a:cubicBezTo>
                    <a:pt x="1742" y="1395"/>
                    <a:pt x="1742" y="1331"/>
                    <a:pt x="1679" y="1268"/>
                  </a:cubicBezTo>
                  <a:lnTo>
                    <a:pt x="1679" y="1236"/>
                  </a:lnTo>
                  <a:cubicBezTo>
                    <a:pt x="1647" y="1173"/>
                    <a:pt x="1584" y="1173"/>
                    <a:pt x="1521" y="1173"/>
                  </a:cubicBezTo>
                  <a:cubicBezTo>
                    <a:pt x="1457" y="1173"/>
                    <a:pt x="1394" y="1205"/>
                    <a:pt x="1362" y="1268"/>
                  </a:cubicBezTo>
                  <a:lnTo>
                    <a:pt x="1236" y="1458"/>
                  </a:lnTo>
                  <a:cubicBezTo>
                    <a:pt x="1195" y="1519"/>
                    <a:pt x="1141" y="1554"/>
                    <a:pt x="1082" y="1554"/>
                  </a:cubicBezTo>
                  <a:cubicBezTo>
                    <a:pt x="1050" y="1554"/>
                    <a:pt x="1016" y="1544"/>
                    <a:pt x="982" y="1521"/>
                  </a:cubicBezTo>
                  <a:cubicBezTo>
                    <a:pt x="951" y="1490"/>
                    <a:pt x="919" y="1458"/>
                    <a:pt x="919" y="1426"/>
                  </a:cubicBezTo>
                  <a:cubicBezTo>
                    <a:pt x="919" y="1363"/>
                    <a:pt x="919" y="1331"/>
                    <a:pt x="951" y="1300"/>
                  </a:cubicBezTo>
                  <a:lnTo>
                    <a:pt x="1109" y="1015"/>
                  </a:lnTo>
                  <a:cubicBezTo>
                    <a:pt x="1141" y="951"/>
                    <a:pt x="1141" y="888"/>
                    <a:pt x="1109" y="825"/>
                  </a:cubicBezTo>
                  <a:lnTo>
                    <a:pt x="1109" y="793"/>
                  </a:lnTo>
                  <a:cubicBezTo>
                    <a:pt x="1077" y="730"/>
                    <a:pt x="1014" y="698"/>
                    <a:pt x="951" y="698"/>
                  </a:cubicBezTo>
                  <a:cubicBezTo>
                    <a:pt x="887" y="698"/>
                    <a:pt x="824" y="730"/>
                    <a:pt x="792" y="793"/>
                  </a:cubicBezTo>
                  <a:lnTo>
                    <a:pt x="697" y="920"/>
                  </a:lnTo>
                  <a:cubicBezTo>
                    <a:pt x="677" y="981"/>
                    <a:pt x="617" y="1016"/>
                    <a:pt x="560" y="1016"/>
                  </a:cubicBezTo>
                  <a:cubicBezTo>
                    <a:pt x="528" y="1016"/>
                    <a:pt x="498" y="1005"/>
                    <a:pt x="476" y="983"/>
                  </a:cubicBezTo>
                  <a:cubicBezTo>
                    <a:pt x="412" y="951"/>
                    <a:pt x="381" y="920"/>
                    <a:pt x="381" y="888"/>
                  </a:cubicBezTo>
                  <a:cubicBezTo>
                    <a:pt x="381" y="856"/>
                    <a:pt x="381" y="793"/>
                    <a:pt x="412" y="761"/>
                  </a:cubicBezTo>
                  <a:lnTo>
                    <a:pt x="697" y="286"/>
                  </a:lnTo>
                  <a:cubicBezTo>
                    <a:pt x="729" y="191"/>
                    <a:pt x="729" y="65"/>
                    <a:pt x="634" y="33"/>
                  </a:cubicBezTo>
                  <a:cubicBezTo>
                    <a:pt x="600" y="11"/>
                    <a:pt x="563" y="0"/>
                    <a:pt x="5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6" name="Google Shape;3476;p36"/>
            <p:cNvSpPr/>
            <p:nvPr/>
          </p:nvSpPr>
          <p:spPr>
            <a:xfrm>
              <a:off x="6330450" y="2828775"/>
              <a:ext cx="55450" cy="38625"/>
            </a:xfrm>
            <a:custGeom>
              <a:avLst/>
              <a:gdLst/>
              <a:ahLst/>
              <a:cxnLst/>
              <a:rect l="l" t="t" r="r" b="b"/>
              <a:pathLst>
                <a:path w="2218" h="1545" extrusionOk="0">
                  <a:moveTo>
                    <a:pt x="476" y="1"/>
                  </a:moveTo>
                  <a:cubicBezTo>
                    <a:pt x="373" y="1"/>
                    <a:pt x="270" y="40"/>
                    <a:pt x="190" y="119"/>
                  </a:cubicBezTo>
                  <a:lnTo>
                    <a:pt x="159" y="151"/>
                  </a:lnTo>
                  <a:cubicBezTo>
                    <a:pt x="0" y="309"/>
                    <a:pt x="0" y="563"/>
                    <a:pt x="159" y="721"/>
                  </a:cubicBezTo>
                  <a:lnTo>
                    <a:pt x="792" y="1323"/>
                  </a:lnTo>
                  <a:lnTo>
                    <a:pt x="2217" y="1544"/>
                  </a:lnTo>
                  <a:lnTo>
                    <a:pt x="761" y="119"/>
                  </a:lnTo>
                  <a:cubicBezTo>
                    <a:pt x="681" y="40"/>
                    <a:pt x="578" y="1"/>
                    <a:pt x="47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7" name="Google Shape;3477;p36"/>
            <p:cNvSpPr/>
            <p:nvPr/>
          </p:nvSpPr>
          <p:spPr>
            <a:xfrm>
              <a:off x="6327275" y="2824125"/>
              <a:ext cx="64150" cy="48025"/>
            </a:xfrm>
            <a:custGeom>
              <a:avLst/>
              <a:gdLst/>
              <a:ahLst/>
              <a:cxnLst/>
              <a:rect l="l" t="t" r="r" b="b"/>
              <a:pathLst>
                <a:path w="2566" h="1921" extrusionOk="0">
                  <a:moveTo>
                    <a:pt x="591" y="0"/>
                  </a:moveTo>
                  <a:cubicBezTo>
                    <a:pt x="442" y="0"/>
                    <a:pt x="298" y="56"/>
                    <a:pt x="191" y="179"/>
                  </a:cubicBezTo>
                  <a:lnTo>
                    <a:pt x="159" y="210"/>
                  </a:lnTo>
                  <a:cubicBezTo>
                    <a:pt x="64" y="305"/>
                    <a:pt x="1" y="464"/>
                    <a:pt x="1" y="622"/>
                  </a:cubicBezTo>
                  <a:cubicBezTo>
                    <a:pt x="1" y="780"/>
                    <a:pt x="64" y="939"/>
                    <a:pt x="159" y="1034"/>
                  </a:cubicBezTo>
                  <a:lnTo>
                    <a:pt x="793" y="1667"/>
                  </a:lnTo>
                  <a:cubicBezTo>
                    <a:pt x="824" y="1699"/>
                    <a:pt x="872" y="1715"/>
                    <a:pt x="919" y="1715"/>
                  </a:cubicBezTo>
                  <a:cubicBezTo>
                    <a:pt x="967" y="1715"/>
                    <a:pt x="1014" y="1699"/>
                    <a:pt x="1046" y="1667"/>
                  </a:cubicBezTo>
                  <a:cubicBezTo>
                    <a:pt x="1109" y="1572"/>
                    <a:pt x="1109" y="1477"/>
                    <a:pt x="1046" y="1382"/>
                  </a:cubicBezTo>
                  <a:lnTo>
                    <a:pt x="413" y="780"/>
                  </a:lnTo>
                  <a:cubicBezTo>
                    <a:pt x="381" y="749"/>
                    <a:pt x="349" y="685"/>
                    <a:pt x="349" y="622"/>
                  </a:cubicBezTo>
                  <a:cubicBezTo>
                    <a:pt x="349" y="559"/>
                    <a:pt x="381" y="495"/>
                    <a:pt x="413" y="464"/>
                  </a:cubicBezTo>
                  <a:lnTo>
                    <a:pt x="444" y="432"/>
                  </a:lnTo>
                  <a:cubicBezTo>
                    <a:pt x="492" y="384"/>
                    <a:pt x="555" y="361"/>
                    <a:pt x="614" y="361"/>
                  </a:cubicBezTo>
                  <a:cubicBezTo>
                    <a:pt x="674" y="361"/>
                    <a:pt x="729" y="384"/>
                    <a:pt x="761" y="432"/>
                  </a:cubicBezTo>
                  <a:lnTo>
                    <a:pt x="2218" y="1889"/>
                  </a:lnTo>
                  <a:cubicBezTo>
                    <a:pt x="2249" y="1920"/>
                    <a:pt x="2313" y="1920"/>
                    <a:pt x="2344" y="1920"/>
                  </a:cubicBezTo>
                  <a:cubicBezTo>
                    <a:pt x="2408" y="1920"/>
                    <a:pt x="2439" y="1920"/>
                    <a:pt x="2471" y="1889"/>
                  </a:cubicBezTo>
                  <a:cubicBezTo>
                    <a:pt x="2566" y="1794"/>
                    <a:pt x="2566" y="1699"/>
                    <a:pt x="2471" y="1604"/>
                  </a:cubicBezTo>
                  <a:lnTo>
                    <a:pt x="1046" y="179"/>
                  </a:lnTo>
                  <a:cubicBezTo>
                    <a:pt x="915" y="64"/>
                    <a:pt x="750" y="0"/>
                    <a:pt x="5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8" name="Google Shape;3478;p36"/>
            <p:cNvSpPr/>
            <p:nvPr/>
          </p:nvSpPr>
          <p:spPr>
            <a:xfrm>
              <a:off x="6347875" y="2854425"/>
              <a:ext cx="70475" cy="47025"/>
            </a:xfrm>
            <a:custGeom>
              <a:avLst/>
              <a:gdLst/>
              <a:ahLst/>
              <a:cxnLst/>
              <a:rect l="l" t="t" r="r" b="b"/>
              <a:pathLst>
                <a:path w="2819" h="1881" extrusionOk="0">
                  <a:moveTo>
                    <a:pt x="534" y="1"/>
                  </a:moveTo>
                  <a:cubicBezTo>
                    <a:pt x="386" y="1"/>
                    <a:pt x="236" y="65"/>
                    <a:pt x="159" y="202"/>
                  </a:cubicBezTo>
                  <a:cubicBezTo>
                    <a:pt x="0" y="392"/>
                    <a:pt x="32" y="677"/>
                    <a:pt x="254" y="835"/>
                  </a:cubicBezTo>
                  <a:lnTo>
                    <a:pt x="1679" y="1880"/>
                  </a:lnTo>
                  <a:lnTo>
                    <a:pt x="2819" y="1342"/>
                  </a:lnTo>
                  <a:lnTo>
                    <a:pt x="792" y="75"/>
                  </a:lnTo>
                  <a:cubicBezTo>
                    <a:pt x="719" y="26"/>
                    <a:pt x="627" y="1"/>
                    <a:pt x="53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9" name="Google Shape;3479;p36"/>
            <p:cNvSpPr/>
            <p:nvPr/>
          </p:nvSpPr>
          <p:spPr>
            <a:xfrm>
              <a:off x="6343900" y="2849800"/>
              <a:ext cx="79200" cy="56400"/>
            </a:xfrm>
            <a:custGeom>
              <a:avLst/>
              <a:gdLst/>
              <a:ahLst/>
              <a:cxnLst/>
              <a:rect l="l" t="t" r="r" b="b"/>
              <a:pathLst>
                <a:path w="3168" h="2256" extrusionOk="0">
                  <a:moveTo>
                    <a:pt x="688" y="0"/>
                  </a:moveTo>
                  <a:cubicBezTo>
                    <a:pt x="489" y="0"/>
                    <a:pt x="291" y="91"/>
                    <a:pt x="159" y="260"/>
                  </a:cubicBezTo>
                  <a:cubicBezTo>
                    <a:pt x="64" y="418"/>
                    <a:pt x="1" y="577"/>
                    <a:pt x="33" y="767"/>
                  </a:cubicBezTo>
                  <a:cubicBezTo>
                    <a:pt x="64" y="925"/>
                    <a:pt x="159" y="1083"/>
                    <a:pt x="318" y="1178"/>
                  </a:cubicBezTo>
                  <a:lnTo>
                    <a:pt x="1711" y="2223"/>
                  </a:lnTo>
                  <a:cubicBezTo>
                    <a:pt x="1774" y="2255"/>
                    <a:pt x="1806" y="2255"/>
                    <a:pt x="1838" y="2255"/>
                  </a:cubicBezTo>
                  <a:cubicBezTo>
                    <a:pt x="1901" y="2255"/>
                    <a:pt x="1964" y="2223"/>
                    <a:pt x="1964" y="2192"/>
                  </a:cubicBezTo>
                  <a:cubicBezTo>
                    <a:pt x="2028" y="2097"/>
                    <a:pt x="2028" y="1970"/>
                    <a:pt x="1933" y="1938"/>
                  </a:cubicBezTo>
                  <a:lnTo>
                    <a:pt x="508" y="893"/>
                  </a:lnTo>
                  <a:cubicBezTo>
                    <a:pt x="444" y="830"/>
                    <a:pt x="413" y="767"/>
                    <a:pt x="413" y="703"/>
                  </a:cubicBezTo>
                  <a:cubicBezTo>
                    <a:pt x="381" y="640"/>
                    <a:pt x="413" y="545"/>
                    <a:pt x="444" y="482"/>
                  </a:cubicBezTo>
                  <a:cubicBezTo>
                    <a:pt x="502" y="405"/>
                    <a:pt x="594" y="363"/>
                    <a:pt x="686" y="363"/>
                  </a:cubicBezTo>
                  <a:cubicBezTo>
                    <a:pt x="746" y="363"/>
                    <a:pt x="806" y="381"/>
                    <a:pt x="856" y="418"/>
                  </a:cubicBezTo>
                  <a:lnTo>
                    <a:pt x="2883" y="1717"/>
                  </a:lnTo>
                  <a:cubicBezTo>
                    <a:pt x="2900" y="1725"/>
                    <a:pt x="2921" y="1729"/>
                    <a:pt x="2945" y="1729"/>
                  </a:cubicBezTo>
                  <a:cubicBezTo>
                    <a:pt x="3009" y="1729"/>
                    <a:pt x="3090" y="1700"/>
                    <a:pt x="3136" y="1653"/>
                  </a:cubicBezTo>
                  <a:cubicBezTo>
                    <a:pt x="3168" y="1558"/>
                    <a:pt x="3168" y="1432"/>
                    <a:pt x="3073" y="1400"/>
                  </a:cubicBezTo>
                  <a:lnTo>
                    <a:pt x="1078" y="133"/>
                  </a:lnTo>
                  <a:cubicBezTo>
                    <a:pt x="962" y="43"/>
                    <a:pt x="824" y="0"/>
                    <a:pt x="68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0" name="Google Shape;3480;p36"/>
            <p:cNvSpPr/>
            <p:nvPr/>
          </p:nvSpPr>
          <p:spPr>
            <a:xfrm>
              <a:off x="6353400" y="2835500"/>
              <a:ext cx="110875" cy="57225"/>
            </a:xfrm>
            <a:custGeom>
              <a:avLst/>
              <a:gdLst/>
              <a:ahLst/>
              <a:cxnLst/>
              <a:rect l="l" t="t" r="r" b="b"/>
              <a:pathLst>
                <a:path w="4435" h="2289" extrusionOk="0">
                  <a:moveTo>
                    <a:pt x="491" y="0"/>
                  </a:moveTo>
                  <a:cubicBezTo>
                    <a:pt x="310" y="0"/>
                    <a:pt x="200" y="9"/>
                    <a:pt x="191" y="9"/>
                  </a:cubicBezTo>
                  <a:cubicBezTo>
                    <a:pt x="64" y="9"/>
                    <a:pt x="1" y="104"/>
                    <a:pt x="1" y="199"/>
                  </a:cubicBezTo>
                  <a:cubicBezTo>
                    <a:pt x="1" y="294"/>
                    <a:pt x="96" y="389"/>
                    <a:pt x="223" y="389"/>
                  </a:cubicBezTo>
                  <a:cubicBezTo>
                    <a:pt x="223" y="389"/>
                    <a:pt x="333" y="379"/>
                    <a:pt x="520" y="379"/>
                  </a:cubicBezTo>
                  <a:cubicBezTo>
                    <a:pt x="926" y="379"/>
                    <a:pt x="1691" y="424"/>
                    <a:pt x="2471" y="705"/>
                  </a:cubicBezTo>
                  <a:cubicBezTo>
                    <a:pt x="2598" y="769"/>
                    <a:pt x="2693" y="800"/>
                    <a:pt x="2788" y="895"/>
                  </a:cubicBezTo>
                  <a:cubicBezTo>
                    <a:pt x="3073" y="1085"/>
                    <a:pt x="3579" y="1560"/>
                    <a:pt x="4086" y="2225"/>
                  </a:cubicBezTo>
                  <a:cubicBezTo>
                    <a:pt x="4118" y="2257"/>
                    <a:pt x="4181" y="2289"/>
                    <a:pt x="4213" y="2289"/>
                  </a:cubicBezTo>
                  <a:cubicBezTo>
                    <a:pt x="4245" y="2289"/>
                    <a:pt x="4308" y="2289"/>
                    <a:pt x="4340" y="2257"/>
                  </a:cubicBezTo>
                  <a:cubicBezTo>
                    <a:pt x="4403" y="2194"/>
                    <a:pt x="4435" y="2067"/>
                    <a:pt x="4371" y="2004"/>
                  </a:cubicBezTo>
                  <a:cubicBezTo>
                    <a:pt x="3865" y="1307"/>
                    <a:pt x="3294" y="800"/>
                    <a:pt x="3041" y="579"/>
                  </a:cubicBezTo>
                  <a:cubicBezTo>
                    <a:pt x="2914" y="484"/>
                    <a:pt x="2756" y="420"/>
                    <a:pt x="2598" y="357"/>
                  </a:cubicBezTo>
                  <a:cubicBezTo>
                    <a:pt x="1733" y="47"/>
                    <a:pt x="915" y="0"/>
                    <a:pt x="4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1" name="Google Shape;3481;p36"/>
            <p:cNvSpPr/>
            <p:nvPr/>
          </p:nvSpPr>
          <p:spPr>
            <a:xfrm>
              <a:off x="6384275" y="2896375"/>
              <a:ext cx="45175" cy="37525"/>
            </a:xfrm>
            <a:custGeom>
              <a:avLst/>
              <a:gdLst/>
              <a:ahLst/>
              <a:cxnLst/>
              <a:rect l="l" t="t" r="r" b="b"/>
              <a:pathLst>
                <a:path w="1807" h="1501" extrusionOk="0">
                  <a:moveTo>
                    <a:pt x="230" y="0"/>
                  </a:moveTo>
                  <a:cubicBezTo>
                    <a:pt x="207" y="0"/>
                    <a:pt x="183" y="4"/>
                    <a:pt x="159" y="12"/>
                  </a:cubicBezTo>
                  <a:cubicBezTo>
                    <a:pt x="64" y="44"/>
                    <a:pt x="1" y="170"/>
                    <a:pt x="64" y="265"/>
                  </a:cubicBezTo>
                  <a:cubicBezTo>
                    <a:pt x="64" y="297"/>
                    <a:pt x="508" y="1247"/>
                    <a:pt x="1553" y="1501"/>
                  </a:cubicBezTo>
                  <a:lnTo>
                    <a:pt x="1584" y="1501"/>
                  </a:lnTo>
                  <a:cubicBezTo>
                    <a:pt x="1679" y="1501"/>
                    <a:pt x="1743" y="1469"/>
                    <a:pt x="1774" y="1374"/>
                  </a:cubicBezTo>
                  <a:cubicBezTo>
                    <a:pt x="1806" y="1279"/>
                    <a:pt x="1743" y="1184"/>
                    <a:pt x="1648" y="1152"/>
                  </a:cubicBezTo>
                  <a:cubicBezTo>
                    <a:pt x="793" y="931"/>
                    <a:pt x="381" y="107"/>
                    <a:pt x="381" y="107"/>
                  </a:cubicBezTo>
                  <a:cubicBezTo>
                    <a:pt x="357" y="36"/>
                    <a:pt x="298" y="0"/>
                    <a:pt x="23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2" name="Google Shape;3482;p36"/>
            <p:cNvSpPr/>
            <p:nvPr/>
          </p:nvSpPr>
          <p:spPr>
            <a:xfrm>
              <a:off x="6316200" y="2823625"/>
              <a:ext cx="19025" cy="17650"/>
            </a:xfrm>
            <a:custGeom>
              <a:avLst/>
              <a:gdLst/>
              <a:ahLst/>
              <a:cxnLst/>
              <a:rect l="l" t="t" r="r" b="b"/>
              <a:pathLst>
                <a:path w="761" h="706" extrusionOk="0">
                  <a:moveTo>
                    <a:pt x="206" y="1"/>
                  </a:moveTo>
                  <a:cubicBezTo>
                    <a:pt x="159" y="1"/>
                    <a:pt x="111" y="24"/>
                    <a:pt x="64" y="72"/>
                  </a:cubicBezTo>
                  <a:cubicBezTo>
                    <a:pt x="0" y="135"/>
                    <a:pt x="0" y="262"/>
                    <a:pt x="64" y="325"/>
                  </a:cubicBezTo>
                  <a:lnTo>
                    <a:pt x="412" y="674"/>
                  </a:lnTo>
                  <a:cubicBezTo>
                    <a:pt x="444" y="705"/>
                    <a:pt x="507" y="705"/>
                    <a:pt x="539" y="705"/>
                  </a:cubicBezTo>
                  <a:cubicBezTo>
                    <a:pt x="602" y="705"/>
                    <a:pt x="634" y="705"/>
                    <a:pt x="665" y="674"/>
                  </a:cubicBezTo>
                  <a:cubicBezTo>
                    <a:pt x="760" y="579"/>
                    <a:pt x="760" y="484"/>
                    <a:pt x="665" y="389"/>
                  </a:cubicBezTo>
                  <a:lnTo>
                    <a:pt x="349" y="72"/>
                  </a:lnTo>
                  <a:cubicBezTo>
                    <a:pt x="301" y="24"/>
                    <a:pt x="254" y="1"/>
                    <a:pt x="20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3" name="Google Shape;3483;p36"/>
            <p:cNvSpPr/>
            <p:nvPr/>
          </p:nvSpPr>
          <p:spPr>
            <a:xfrm>
              <a:off x="6325700" y="2813925"/>
              <a:ext cx="19025" cy="17850"/>
            </a:xfrm>
            <a:custGeom>
              <a:avLst/>
              <a:gdLst/>
              <a:ahLst/>
              <a:cxnLst/>
              <a:rect l="l" t="t" r="r" b="b"/>
              <a:pathLst>
                <a:path w="761" h="714" extrusionOk="0">
                  <a:moveTo>
                    <a:pt x="222" y="1"/>
                  </a:moveTo>
                  <a:cubicBezTo>
                    <a:pt x="175" y="1"/>
                    <a:pt x="127" y="17"/>
                    <a:pt x="95" y="48"/>
                  </a:cubicBezTo>
                  <a:cubicBezTo>
                    <a:pt x="0" y="143"/>
                    <a:pt x="32" y="238"/>
                    <a:pt x="95" y="333"/>
                  </a:cubicBezTo>
                  <a:lnTo>
                    <a:pt x="444" y="650"/>
                  </a:lnTo>
                  <a:cubicBezTo>
                    <a:pt x="476" y="682"/>
                    <a:pt x="507" y="713"/>
                    <a:pt x="571" y="713"/>
                  </a:cubicBezTo>
                  <a:cubicBezTo>
                    <a:pt x="602" y="713"/>
                    <a:pt x="666" y="713"/>
                    <a:pt x="697" y="650"/>
                  </a:cubicBezTo>
                  <a:cubicBezTo>
                    <a:pt x="761" y="587"/>
                    <a:pt x="761" y="460"/>
                    <a:pt x="697" y="397"/>
                  </a:cubicBezTo>
                  <a:lnTo>
                    <a:pt x="349" y="48"/>
                  </a:lnTo>
                  <a:cubicBezTo>
                    <a:pt x="317" y="17"/>
                    <a:pt x="270" y="1"/>
                    <a:pt x="22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4" name="Google Shape;3484;p36"/>
            <p:cNvSpPr/>
            <p:nvPr/>
          </p:nvSpPr>
          <p:spPr>
            <a:xfrm>
              <a:off x="6234650" y="2738725"/>
              <a:ext cx="99000" cy="88700"/>
            </a:xfrm>
            <a:custGeom>
              <a:avLst/>
              <a:gdLst/>
              <a:ahLst/>
              <a:cxnLst/>
              <a:rect l="l" t="t" r="r" b="b"/>
              <a:pathLst>
                <a:path w="3960" h="3548" extrusionOk="0">
                  <a:moveTo>
                    <a:pt x="1968" y="0"/>
                  </a:moveTo>
                  <a:cubicBezTo>
                    <a:pt x="1505" y="0"/>
                    <a:pt x="1046" y="174"/>
                    <a:pt x="697" y="523"/>
                  </a:cubicBezTo>
                  <a:cubicBezTo>
                    <a:pt x="1" y="1219"/>
                    <a:pt x="1" y="2328"/>
                    <a:pt x="697" y="3025"/>
                  </a:cubicBezTo>
                  <a:cubicBezTo>
                    <a:pt x="1061" y="3373"/>
                    <a:pt x="1529" y="3547"/>
                    <a:pt x="1992" y="3547"/>
                  </a:cubicBezTo>
                  <a:cubicBezTo>
                    <a:pt x="2455" y="3547"/>
                    <a:pt x="2914" y="3373"/>
                    <a:pt x="3262" y="3025"/>
                  </a:cubicBezTo>
                  <a:cubicBezTo>
                    <a:pt x="3959" y="2328"/>
                    <a:pt x="3959" y="1219"/>
                    <a:pt x="3262" y="523"/>
                  </a:cubicBezTo>
                  <a:cubicBezTo>
                    <a:pt x="2898" y="174"/>
                    <a:pt x="2431" y="0"/>
                    <a:pt x="1968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5" name="Google Shape;3485;p36"/>
            <p:cNvSpPr/>
            <p:nvPr/>
          </p:nvSpPr>
          <p:spPr>
            <a:xfrm>
              <a:off x="6234650" y="2733575"/>
              <a:ext cx="99000" cy="98200"/>
            </a:xfrm>
            <a:custGeom>
              <a:avLst/>
              <a:gdLst/>
              <a:ahLst/>
              <a:cxnLst/>
              <a:rect l="l" t="t" r="r" b="b"/>
              <a:pathLst>
                <a:path w="3960" h="3928" extrusionOk="0">
                  <a:moveTo>
                    <a:pt x="1964" y="380"/>
                  </a:moveTo>
                  <a:cubicBezTo>
                    <a:pt x="2407" y="380"/>
                    <a:pt x="2819" y="539"/>
                    <a:pt x="3104" y="855"/>
                  </a:cubicBezTo>
                  <a:cubicBezTo>
                    <a:pt x="3421" y="1140"/>
                    <a:pt x="3579" y="1552"/>
                    <a:pt x="3579" y="1964"/>
                  </a:cubicBezTo>
                  <a:cubicBezTo>
                    <a:pt x="3579" y="2407"/>
                    <a:pt x="3421" y="2787"/>
                    <a:pt x="3104" y="3104"/>
                  </a:cubicBezTo>
                  <a:cubicBezTo>
                    <a:pt x="2803" y="3421"/>
                    <a:pt x="2392" y="3579"/>
                    <a:pt x="1976" y="3579"/>
                  </a:cubicBezTo>
                  <a:cubicBezTo>
                    <a:pt x="1560" y="3579"/>
                    <a:pt x="1141" y="3421"/>
                    <a:pt x="824" y="3104"/>
                  </a:cubicBezTo>
                  <a:cubicBezTo>
                    <a:pt x="539" y="2787"/>
                    <a:pt x="349" y="2407"/>
                    <a:pt x="349" y="1964"/>
                  </a:cubicBezTo>
                  <a:cubicBezTo>
                    <a:pt x="349" y="1552"/>
                    <a:pt x="539" y="1140"/>
                    <a:pt x="824" y="855"/>
                  </a:cubicBezTo>
                  <a:cubicBezTo>
                    <a:pt x="1141" y="539"/>
                    <a:pt x="1552" y="380"/>
                    <a:pt x="1964" y="380"/>
                  </a:cubicBezTo>
                  <a:close/>
                  <a:moveTo>
                    <a:pt x="1980" y="0"/>
                  </a:moveTo>
                  <a:cubicBezTo>
                    <a:pt x="1473" y="0"/>
                    <a:pt x="966" y="190"/>
                    <a:pt x="571" y="570"/>
                  </a:cubicBezTo>
                  <a:cubicBezTo>
                    <a:pt x="191" y="950"/>
                    <a:pt x="1" y="1457"/>
                    <a:pt x="1" y="1964"/>
                  </a:cubicBezTo>
                  <a:cubicBezTo>
                    <a:pt x="1" y="2502"/>
                    <a:pt x="191" y="3009"/>
                    <a:pt x="571" y="3357"/>
                  </a:cubicBezTo>
                  <a:cubicBezTo>
                    <a:pt x="951" y="3737"/>
                    <a:pt x="1457" y="3927"/>
                    <a:pt x="1964" y="3927"/>
                  </a:cubicBezTo>
                  <a:cubicBezTo>
                    <a:pt x="2502" y="3927"/>
                    <a:pt x="3009" y="3737"/>
                    <a:pt x="3389" y="3357"/>
                  </a:cubicBezTo>
                  <a:cubicBezTo>
                    <a:pt x="3769" y="3009"/>
                    <a:pt x="3959" y="2502"/>
                    <a:pt x="3959" y="1964"/>
                  </a:cubicBezTo>
                  <a:cubicBezTo>
                    <a:pt x="3959" y="1457"/>
                    <a:pt x="3769" y="950"/>
                    <a:pt x="3389" y="570"/>
                  </a:cubicBezTo>
                  <a:cubicBezTo>
                    <a:pt x="2993" y="190"/>
                    <a:pt x="2487" y="0"/>
                    <a:pt x="19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6" name="Google Shape;3486;p36"/>
            <p:cNvSpPr/>
            <p:nvPr/>
          </p:nvSpPr>
          <p:spPr>
            <a:xfrm>
              <a:off x="6221200" y="2720700"/>
              <a:ext cx="125100" cy="124525"/>
            </a:xfrm>
            <a:custGeom>
              <a:avLst/>
              <a:gdLst/>
              <a:ahLst/>
              <a:cxnLst/>
              <a:rect l="l" t="t" r="r" b="b"/>
              <a:pathLst>
                <a:path w="5004" h="4981" extrusionOk="0">
                  <a:moveTo>
                    <a:pt x="2502" y="389"/>
                  </a:moveTo>
                  <a:cubicBezTo>
                    <a:pt x="3072" y="389"/>
                    <a:pt x="3610" y="579"/>
                    <a:pt x="4022" y="990"/>
                  </a:cubicBezTo>
                  <a:cubicBezTo>
                    <a:pt x="4434" y="1402"/>
                    <a:pt x="4656" y="1940"/>
                    <a:pt x="4656" y="2479"/>
                  </a:cubicBezTo>
                  <a:cubicBezTo>
                    <a:pt x="4656" y="3049"/>
                    <a:pt x="4434" y="3587"/>
                    <a:pt x="4022" y="3967"/>
                  </a:cubicBezTo>
                  <a:cubicBezTo>
                    <a:pt x="3610" y="4379"/>
                    <a:pt x="3064" y="4585"/>
                    <a:pt x="2518" y="4585"/>
                  </a:cubicBezTo>
                  <a:cubicBezTo>
                    <a:pt x="1972" y="4585"/>
                    <a:pt x="1425" y="4379"/>
                    <a:pt x="1014" y="3967"/>
                  </a:cubicBezTo>
                  <a:cubicBezTo>
                    <a:pt x="602" y="3587"/>
                    <a:pt x="380" y="3049"/>
                    <a:pt x="380" y="2479"/>
                  </a:cubicBezTo>
                  <a:cubicBezTo>
                    <a:pt x="380" y="1940"/>
                    <a:pt x="602" y="1402"/>
                    <a:pt x="1014" y="990"/>
                  </a:cubicBezTo>
                  <a:cubicBezTo>
                    <a:pt x="1425" y="579"/>
                    <a:pt x="1964" y="389"/>
                    <a:pt x="2502" y="389"/>
                  </a:cubicBezTo>
                  <a:close/>
                  <a:moveTo>
                    <a:pt x="2506" y="1"/>
                  </a:moveTo>
                  <a:cubicBezTo>
                    <a:pt x="1869" y="1"/>
                    <a:pt x="1235" y="246"/>
                    <a:pt x="760" y="737"/>
                  </a:cubicBezTo>
                  <a:cubicBezTo>
                    <a:pt x="285" y="1212"/>
                    <a:pt x="0" y="1814"/>
                    <a:pt x="0" y="2479"/>
                  </a:cubicBezTo>
                  <a:cubicBezTo>
                    <a:pt x="0" y="3144"/>
                    <a:pt x="285" y="3777"/>
                    <a:pt x="760" y="4252"/>
                  </a:cubicBezTo>
                  <a:cubicBezTo>
                    <a:pt x="1235" y="4727"/>
                    <a:pt x="1869" y="4981"/>
                    <a:pt x="2502" y="4981"/>
                  </a:cubicBezTo>
                  <a:cubicBezTo>
                    <a:pt x="3167" y="4981"/>
                    <a:pt x="3800" y="4727"/>
                    <a:pt x="4275" y="4252"/>
                  </a:cubicBezTo>
                  <a:cubicBezTo>
                    <a:pt x="4751" y="3777"/>
                    <a:pt x="5004" y="3144"/>
                    <a:pt x="5004" y="2479"/>
                  </a:cubicBezTo>
                  <a:cubicBezTo>
                    <a:pt x="5004" y="1814"/>
                    <a:pt x="4751" y="1212"/>
                    <a:pt x="4275" y="737"/>
                  </a:cubicBezTo>
                  <a:cubicBezTo>
                    <a:pt x="3785" y="246"/>
                    <a:pt x="3143" y="1"/>
                    <a:pt x="250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7" name="Google Shape;3487;p36"/>
            <p:cNvSpPr/>
            <p:nvPr/>
          </p:nvSpPr>
          <p:spPr>
            <a:xfrm>
              <a:off x="6309875" y="2763800"/>
              <a:ext cx="13475" cy="19675"/>
            </a:xfrm>
            <a:custGeom>
              <a:avLst/>
              <a:gdLst/>
              <a:ahLst/>
              <a:cxnLst/>
              <a:rect l="l" t="t" r="r" b="b"/>
              <a:pathLst>
                <a:path w="539" h="787" extrusionOk="0">
                  <a:moveTo>
                    <a:pt x="206" y="1"/>
                  </a:moveTo>
                  <a:cubicBezTo>
                    <a:pt x="180" y="1"/>
                    <a:pt x="153" y="9"/>
                    <a:pt x="127" y="26"/>
                  </a:cubicBezTo>
                  <a:cubicBezTo>
                    <a:pt x="32" y="58"/>
                    <a:pt x="0" y="185"/>
                    <a:pt x="32" y="280"/>
                  </a:cubicBezTo>
                  <a:cubicBezTo>
                    <a:pt x="95" y="375"/>
                    <a:pt x="127" y="501"/>
                    <a:pt x="158" y="628"/>
                  </a:cubicBezTo>
                  <a:cubicBezTo>
                    <a:pt x="158" y="723"/>
                    <a:pt x="222" y="786"/>
                    <a:pt x="317" y="786"/>
                  </a:cubicBezTo>
                  <a:lnTo>
                    <a:pt x="348" y="786"/>
                  </a:lnTo>
                  <a:cubicBezTo>
                    <a:pt x="443" y="786"/>
                    <a:pt x="538" y="691"/>
                    <a:pt x="507" y="596"/>
                  </a:cubicBezTo>
                  <a:cubicBezTo>
                    <a:pt x="507" y="438"/>
                    <a:pt x="443" y="248"/>
                    <a:pt x="380" y="121"/>
                  </a:cubicBezTo>
                  <a:cubicBezTo>
                    <a:pt x="334" y="53"/>
                    <a:pt x="272" y="1"/>
                    <a:pt x="20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8" name="Google Shape;3488;p36"/>
            <p:cNvSpPr/>
            <p:nvPr/>
          </p:nvSpPr>
          <p:spPr>
            <a:xfrm>
              <a:off x="6280575" y="2744650"/>
              <a:ext cx="33275" cy="19025"/>
            </a:xfrm>
            <a:custGeom>
              <a:avLst/>
              <a:gdLst/>
              <a:ahLst/>
              <a:cxnLst/>
              <a:rect l="l" t="t" r="r" b="b"/>
              <a:pathLst>
                <a:path w="1331" h="761" extrusionOk="0">
                  <a:moveTo>
                    <a:pt x="159" y="1"/>
                  </a:moveTo>
                  <a:cubicBezTo>
                    <a:pt x="64" y="1"/>
                    <a:pt x="0" y="96"/>
                    <a:pt x="0" y="191"/>
                  </a:cubicBezTo>
                  <a:cubicBezTo>
                    <a:pt x="0" y="286"/>
                    <a:pt x="64" y="381"/>
                    <a:pt x="159" y="381"/>
                  </a:cubicBezTo>
                  <a:cubicBezTo>
                    <a:pt x="475" y="381"/>
                    <a:pt x="760" y="507"/>
                    <a:pt x="982" y="697"/>
                  </a:cubicBezTo>
                  <a:cubicBezTo>
                    <a:pt x="1014" y="761"/>
                    <a:pt x="1077" y="761"/>
                    <a:pt x="1109" y="761"/>
                  </a:cubicBezTo>
                  <a:cubicBezTo>
                    <a:pt x="1172" y="761"/>
                    <a:pt x="1204" y="761"/>
                    <a:pt x="1235" y="697"/>
                  </a:cubicBezTo>
                  <a:cubicBezTo>
                    <a:pt x="1330" y="634"/>
                    <a:pt x="1330" y="507"/>
                    <a:pt x="1235" y="444"/>
                  </a:cubicBezTo>
                  <a:cubicBezTo>
                    <a:pt x="950" y="159"/>
                    <a:pt x="570" y="1"/>
                    <a:pt x="15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9" name="Google Shape;3489;p36"/>
            <p:cNvSpPr/>
            <p:nvPr/>
          </p:nvSpPr>
          <p:spPr>
            <a:xfrm>
              <a:off x="6427825" y="2853125"/>
              <a:ext cx="37250" cy="9525"/>
            </a:xfrm>
            <a:custGeom>
              <a:avLst/>
              <a:gdLst/>
              <a:ahLst/>
              <a:cxnLst/>
              <a:rect l="l" t="t" r="r" b="b"/>
              <a:pathLst>
                <a:path w="1490" h="381" extrusionOk="0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cubicBezTo>
                    <a:pt x="1" y="285"/>
                    <a:pt x="96" y="380"/>
                    <a:pt x="191" y="380"/>
                  </a:cubicBezTo>
                  <a:lnTo>
                    <a:pt x="1299" y="380"/>
                  </a:lnTo>
                  <a:cubicBezTo>
                    <a:pt x="1394" y="380"/>
                    <a:pt x="1489" y="285"/>
                    <a:pt x="1489" y="190"/>
                  </a:cubicBezTo>
                  <a:cubicBezTo>
                    <a:pt x="1489" y="95"/>
                    <a:pt x="1394" y="0"/>
                    <a:pt x="129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0" name="Google Shape;3490;p36"/>
            <p:cNvSpPr/>
            <p:nvPr/>
          </p:nvSpPr>
          <p:spPr>
            <a:xfrm>
              <a:off x="6139650" y="2853125"/>
              <a:ext cx="204275" cy="9525"/>
            </a:xfrm>
            <a:custGeom>
              <a:avLst/>
              <a:gdLst/>
              <a:ahLst/>
              <a:cxnLst/>
              <a:rect l="l" t="t" r="r" b="b"/>
              <a:pathLst>
                <a:path w="8171" h="381" extrusionOk="0">
                  <a:moveTo>
                    <a:pt x="190" y="0"/>
                  </a:moveTo>
                  <a:cubicBezTo>
                    <a:pt x="64" y="0"/>
                    <a:pt x="0" y="95"/>
                    <a:pt x="0" y="190"/>
                  </a:cubicBezTo>
                  <a:cubicBezTo>
                    <a:pt x="0" y="285"/>
                    <a:pt x="64" y="380"/>
                    <a:pt x="190" y="380"/>
                  </a:cubicBezTo>
                  <a:lnTo>
                    <a:pt x="7981" y="380"/>
                  </a:lnTo>
                  <a:cubicBezTo>
                    <a:pt x="8108" y="380"/>
                    <a:pt x="8171" y="285"/>
                    <a:pt x="8171" y="190"/>
                  </a:cubicBezTo>
                  <a:cubicBezTo>
                    <a:pt x="8171" y="95"/>
                    <a:pt x="8108" y="0"/>
                    <a:pt x="798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1" name="Google Shape;3491;p36"/>
            <p:cNvSpPr/>
            <p:nvPr/>
          </p:nvSpPr>
          <p:spPr>
            <a:xfrm>
              <a:off x="6175275" y="2690025"/>
              <a:ext cx="15075" cy="15075"/>
            </a:xfrm>
            <a:custGeom>
              <a:avLst/>
              <a:gdLst/>
              <a:ahLst/>
              <a:cxnLst/>
              <a:rect l="l" t="t" r="r" b="b"/>
              <a:pathLst>
                <a:path w="603" h="603" extrusionOk="0">
                  <a:moveTo>
                    <a:pt x="285" y="1"/>
                  </a:moveTo>
                  <a:cubicBezTo>
                    <a:pt x="127" y="1"/>
                    <a:pt x="0" y="127"/>
                    <a:pt x="0" y="317"/>
                  </a:cubicBezTo>
                  <a:cubicBezTo>
                    <a:pt x="0" y="476"/>
                    <a:pt x="127" y="602"/>
                    <a:pt x="285" y="602"/>
                  </a:cubicBezTo>
                  <a:cubicBezTo>
                    <a:pt x="475" y="602"/>
                    <a:pt x="602" y="476"/>
                    <a:pt x="602" y="317"/>
                  </a:cubicBezTo>
                  <a:cubicBezTo>
                    <a:pt x="602" y="127"/>
                    <a:pt x="475" y="1"/>
                    <a:pt x="285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2" name="Google Shape;3492;p36"/>
            <p:cNvSpPr/>
            <p:nvPr/>
          </p:nvSpPr>
          <p:spPr>
            <a:xfrm>
              <a:off x="6170525" y="2685275"/>
              <a:ext cx="24575" cy="24575"/>
            </a:xfrm>
            <a:custGeom>
              <a:avLst/>
              <a:gdLst/>
              <a:ahLst/>
              <a:cxnLst/>
              <a:rect l="l" t="t" r="r" b="b"/>
              <a:pathLst>
                <a:path w="983" h="983" extrusionOk="0">
                  <a:moveTo>
                    <a:pt x="475" y="381"/>
                  </a:moveTo>
                  <a:cubicBezTo>
                    <a:pt x="539" y="381"/>
                    <a:pt x="602" y="444"/>
                    <a:pt x="602" y="507"/>
                  </a:cubicBezTo>
                  <a:cubicBezTo>
                    <a:pt x="602" y="571"/>
                    <a:pt x="539" y="602"/>
                    <a:pt x="475" y="602"/>
                  </a:cubicBezTo>
                  <a:cubicBezTo>
                    <a:pt x="412" y="602"/>
                    <a:pt x="349" y="571"/>
                    <a:pt x="349" y="507"/>
                  </a:cubicBezTo>
                  <a:cubicBezTo>
                    <a:pt x="349" y="444"/>
                    <a:pt x="412" y="381"/>
                    <a:pt x="475" y="381"/>
                  </a:cubicBezTo>
                  <a:close/>
                  <a:moveTo>
                    <a:pt x="475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61"/>
                    <a:pt x="222" y="982"/>
                    <a:pt x="475" y="982"/>
                  </a:cubicBezTo>
                  <a:cubicBezTo>
                    <a:pt x="760" y="982"/>
                    <a:pt x="982" y="761"/>
                    <a:pt x="982" y="507"/>
                  </a:cubicBezTo>
                  <a:cubicBezTo>
                    <a:pt x="982" y="222"/>
                    <a:pt x="760" y="1"/>
                    <a:pt x="47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3" name="Google Shape;3493;p36"/>
            <p:cNvSpPr/>
            <p:nvPr/>
          </p:nvSpPr>
          <p:spPr>
            <a:xfrm>
              <a:off x="6202975" y="2690025"/>
              <a:ext cx="15875" cy="15075"/>
            </a:xfrm>
            <a:custGeom>
              <a:avLst/>
              <a:gdLst/>
              <a:ahLst/>
              <a:cxnLst/>
              <a:rect l="l" t="t" r="r" b="b"/>
              <a:pathLst>
                <a:path w="635" h="603" extrusionOk="0">
                  <a:moveTo>
                    <a:pt x="317" y="1"/>
                  </a:moveTo>
                  <a:cubicBezTo>
                    <a:pt x="159" y="1"/>
                    <a:pt x="1" y="127"/>
                    <a:pt x="1" y="317"/>
                  </a:cubicBezTo>
                  <a:cubicBezTo>
                    <a:pt x="1" y="476"/>
                    <a:pt x="159" y="602"/>
                    <a:pt x="317" y="602"/>
                  </a:cubicBezTo>
                  <a:cubicBezTo>
                    <a:pt x="476" y="602"/>
                    <a:pt x="634" y="476"/>
                    <a:pt x="634" y="317"/>
                  </a:cubicBezTo>
                  <a:cubicBezTo>
                    <a:pt x="634" y="127"/>
                    <a:pt x="476" y="1"/>
                    <a:pt x="317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4" name="Google Shape;3494;p36"/>
            <p:cNvSpPr/>
            <p:nvPr/>
          </p:nvSpPr>
          <p:spPr>
            <a:xfrm>
              <a:off x="6198225" y="2685275"/>
              <a:ext cx="25375" cy="24575"/>
            </a:xfrm>
            <a:custGeom>
              <a:avLst/>
              <a:gdLst/>
              <a:ahLst/>
              <a:cxnLst/>
              <a:rect l="l" t="t" r="r" b="b"/>
              <a:pathLst>
                <a:path w="1015" h="983" extrusionOk="0">
                  <a:moveTo>
                    <a:pt x="507" y="381"/>
                  </a:moveTo>
                  <a:cubicBezTo>
                    <a:pt x="571" y="381"/>
                    <a:pt x="634" y="444"/>
                    <a:pt x="634" y="507"/>
                  </a:cubicBezTo>
                  <a:cubicBezTo>
                    <a:pt x="634" y="571"/>
                    <a:pt x="571" y="602"/>
                    <a:pt x="507" y="602"/>
                  </a:cubicBezTo>
                  <a:cubicBezTo>
                    <a:pt x="444" y="602"/>
                    <a:pt x="381" y="571"/>
                    <a:pt x="381" y="507"/>
                  </a:cubicBezTo>
                  <a:cubicBezTo>
                    <a:pt x="381" y="444"/>
                    <a:pt x="444" y="381"/>
                    <a:pt x="507" y="381"/>
                  </a:cubicBezTo>
                  <a:close/>
                  <a:moveTo>
                    <a:pt x="507" y="1"/>
                  </a:moveTo>
                  <a:cubicBezTo>
                    <a:pt x="222" y="1"/>
                    <a:pt x="1" y="222"/>
                    <a:pt x="1" y="507"/>
                  </a:cubicBezTo>
                  <a:cubicBezTo>
                    <a:pt x="1" y="761"/>
                    <a:pt x="222" y="982"/>
                    <a:pt x="507" y="982"/>
                  </a:cubicBezTo>
                  <a:cubicBezTo>
                    <a:pt x="792" y="982"/>
                    <a:pt x="1014" y="761"/>
                    <a:pt x="1014" y="507"/>
                  </a:cubicBezTo>
                  <a:cubicBezTo>
                    <a:pt x="1014" y="222"/>
                    <a:pt x="792" y="1"/>
                    <a:pt x="50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5" name="Google Shape;3495;p36"/>
            <p:cNvSpPr/>
            <p:nvPr/>
          </p:nvSpPr>
          <p:spPr>
            <a:xfrm>
              <a:off x="6231475" y="2690025"/>
              <a:ext cx="15075" cy="15075"/>
            </a:xfrm>
            <a:custGeom>
              <a:avLst/>
              <a:gdLst/>
              <a:ahLst/>
              <a:cxnLst/>
              <a:rect l="l" t="t" r="r" b="b"/>
              <a:pathLst>
                <a:path w="603" h="603" extrusionOk="0">
                  <a:moveTo>
                    <a:pt x="318" y="1"/>
                  </a:moveTo>
                  <a:cubicBezTo>
                    <a:pt x="128" y="1"/>
                    <a:pt x="1" y="127"/>
                    <a:pt x="1" y="317"/>
                  </a:cubicBezTo>
                  <a:cubicBezTo>
                    <a:pt x="1" y="476"/>
                    <a:pt x="128" y="602"/>
                    <a:pt x="318" y="602"/>
                  </a:cubicBezTo>
                  <a:cubicBezTo>
                    <a:pt x="476" y="602"/>
                    <a:pt x="603" y="476"/>
                    <a:pt x="603" y="317"/>
                  </a:cubicBezTo>
                  <a:cubicBezTo>
                    <a:pt x="603" y="127"/>
                    <a:pt x="476" y="1"/>
                    <a:pt x="318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6" name="Google Shape;3496;p36"/>
            <p:cNvSpPr/>
            <p:nvPr/>
          </p:nvSpPr>
          <p:spPr>
            <a:xfrm>
              <a:off x="6226725" y="2685275"/>
              <a:ext cx="24575" cy="24575"/>
            </a:xfrm>
            <a:custGeom>
              <a:avLst/>
              <a:gdLst/>
              <a:ahLst/>
              <a:cxnLst/>
              <a:rect l="l" t="t" r="r" b="b"/>
              <a:pathLst>
                <a:path w="983" h="983" extrusionOk="0">
                  <a:moveTo>
                    <a:pt x="508" y="381"/>
                  </a:moveTo>
                  <a:cubicBezTo>
                    <a:pt x="571" y="381"/>
                    <a:pt x="603" y="444"/>
                    <a:pt x="603" y="507"/>
                  </a:cubicBezTo>
                  <a:cubicBezTo>
                    <a:pt x="603" y="571"/>
                    <a:pt x="571" y="602"/>
                    <a:pt x="508" y="602"/>
                  </a:cubicBezTo>
                  <a:cubicBezTo>
                    <a:pt x="444" y="602"/>
                    <a:pt x="381" y="571"/>
                    <a:pt x="381" y="507"/>
                  </a:cubicBezTo>
                  <a:cubicBezTo>
                    <a:pt x="381" y="444"/>
                    <a:pt x="444" y="381"/>
                    <a:pt x="508" y="381"/>
                  </a:cubicBezTo>
                  <a:close/>
                  <a:moveTo>
                    <a:pt x="508" y="1"/>
                  </a:moveTo>
                  <a:cubicBezTo>
                    <a:pt x="223" y="1"/>
                    <a:pt x="1" y="222"/>
                    <a:pt x="1" y="507"/>
                  </a:cubicBezTo>
                  <a:cubicBezTo>
                    <a:pt x="1" y="761"/>
                    <a:pt x="223" y="982"/>
                    <a:pt x="508" y="982"/>
                  </a:cubicBezTo>
                  <a:cubicBezTo>
                    <a:pt x="761" y="982"/>
                    <a:pt x="983" y="761"/>
                    <a:pt x="983" y="507"/>
                  </a:cubicBezTo>
                  <a:cubicBezTo>
                    <a:pt x="983" y="222"/>
                    <a:pt x="761" y="1"/>
                    <a:pt x="5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7" name="Google Shape;3497;p36"/>
            <p:cNvSpPr/>
            <p:nvPr/>
          </p:nvSpPr>
          <p:spPr>
            <a:xfrm>
              <a:off x="6231475" y="2949700"/>
              <a:ext cx="130675" cy="15075"/>
            </a:xfrm>
            <a:custGeom>
              <a:avLst/>
              <a:gdLst/>
              <a:ahLst/>
              <a:cxnLst/>
              <a:rect l="l" t="t" r="r" b="b"/>
              <a:pathLst>
                <a:path w="5227" h="603" extrusionOk="0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lnTo>
                    <a:pt x="1" y="603"/>
                  </a:lnTo>
                  <a:lnTo>
                    <a:pt x="5226" y="603"/>
                  </a:lnTo>
                  <a:lnTo>
                    <a:pt x="5226" y="349"/>
                  </a:lnTo>
                  <a:cubicBezTo>
                    <a:pt x="5226" y="159"/>
                    <a:pt x="5068" y="1"/>
                    <a:pt x="48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8" name="Google Shape;3498;p36"/>
            <p:cNvSpPr/>
            <p:nvPr/>
          </p:nvSpPr>
          <p:spPr>
            <a:xfrm>
              <a:off x="6226725" y="2944950"/>
              <a:ext cx="140175" cy="24575"/>
            </a:xfrm>
            <a:custGeom>
              <a:avLst/>
              <a:gdLst/>
              <a:ahLst/>
              <a:cxnLst/>
              <a:rect l="l" t="t" r="r" b="b"/>
              <a:pathLst>
                <a:path w="5607" h="983" extrusionOk="0">
                  <a:moveTo>
                    <a:pt x="5068" y="381"/>
                  </a:moveTo>
                  <a:cubicBezTo>
                    <a:pt x="5163" y="381"/>
                    <a:pt x="5226" y="444"/>
                    <a:pt x="5226" y="539"/>
                  </a:cubicBezTo>
                  <a:lnTo>
                    <a:pt x="5226" y="603"/>
                  </a:lnTo>
                  <a:lnTo>
                    <a:pt x="381" y="603"/>
                  </a:lnTo>
                  <a:lnTo>
                    <a:pt x="381" y="539"/>
                  </a:lnTo>
                  <a:cubicBezTo>
                    <a:pt x="381" y="444"/>
                    <a:pt x="444" y="381"/>
                    <a:pt x="539" y="381"/>
                  </a:cubicBezTo>
                  <a:close/>
                  <a:moveTo>
                    <a:pt x="539" y="1"/>
                  </a:moveTo>
                  <a:cubicBezTo>
                    <a:pt x="254" y="1"/>
                    <a:pt x="1" y="254"/>
                    <a:pt x="1" y="539"/>
                  </a:cubicBezTo>
                  <a:lnTo>
                    <a:pt x="1" y="793"/>
                  </a:lnTo>
                  <a:cubicBezTo>
                    <a:pt x="1" y="919"/>
                    <a:pt x="96" y="983"/>
                    <a:pt x="191" y="983"/>
                  </a:cubicBezTo>
                  <a:lnTo>
                    <a:pt x="5416" y="983"/>
                  </a:lnTo>
                  <a:cubicBezTo>
                    <a:pt x="5543" y="983"/>
                    <a:pt x="5606" y="919"/>
                    <a:pt x="5606" y="793"/>
                  </a:cubicBezTo>
                  <a:lnTo>
                    <a:pt x="5606" y="539"/>
                  </a:lnTo>
                  <a:cubicBezTo>
                    <a:pt x="5606" y="254"/>
                    <a:pt x="5385" y="1"/>
                    <a:pt x="506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9" name="Google Shape;3499;p36"/>
            <p:cNvSpPr/>
            <p:nvPr/>
          </p:nvSpPr>
          <p:spPr>
            <a:xfrm>
              <a:off x="6142025" y="2710600"/>
              <a:ext cx="323050" cy="9525"/>
            </a:xfrm>
            <a:custGeom>
              <a:avLst/>
              <a:gdLst/>
              <a:ahLst/>
              <a:cxnLst/>
              <a:rect l="l" t="t" r="r" b="b"/>
              <a:pathLst>
                <a:path w="12922" h="381" extrusionOk="0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81"/>
                    <a:pt x="190" y="381"/>
                  </a:cubicBezTo>
                  <a:lnTo>
                    <a:pt x="12731" y="381"/>
                  </a:lnTo>
                  <a:cubicBezTo>
                    <a:pt x="12826" y="381"/>
                    <a:pt x="12921" y="286"/>
                    <a:pt x="12921" y="191"/>
                  </a:cubicBezTo>
                  <a:cubicBezTo>
                    <a:pt x="12921" y="96"/>
                    <a:pt x="12826" y="1"/>
                    <a:pt x="1273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0" name="Google Shape;3500;p36"/>
            <p:cNvSpPr/>
            <p:nvPr/>
          </p:nvSpPr>
          <p:spPr>
            <a:xfrm>
              <a:off x="6290875" y="2870550"/>
              <a:ext cx="15050" cy="15850"/>
            </a:xfrm>
            <a:custGeom>
              <a:avLst/>
              <a:gdLst/>
              <a:ahLst/>
              <a:cxnLst/>
              <a:rect l="l" t="t" r="r" b="b"/>
              <a:pathLst>
                <a:path w="602" h="634" extrusionOk="0">
                  <a:moveTo>
                    <a:pt x="285" y="0"/>
                  </a:moveTo>
                  <a:cubicBezTo>
                    <a:pt x="127" y="0"/>
                    <a:pt x="0" y="158"/>
                    <a:pt x="0" y="317"/>
                  </a:cubicBezTo>
                  <a:cubicBezTo>
                    <a:pt x="0" y="475"/>
                    <a:pt x="127" y="633"/>
                    <a:pt x="285" y="633"/>
                  </a:cubicBezTo>
                  <a:cubicBezTo>
                    <a:pt x="475" y="633"/>
                    <a:pt x="602" y="475"/>
                    <a:pt x="602" y="317"/>
                  </a:cubicBezTo>
                  <a:cubicBezTo>
                    <a:pt x="602" y="158"/>
                    <a:pt x="475" y="0"/>
                    <a:pt x="285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1" name="Google Shape;3501;p36"/>
            <p:cNvSpPr/>
            <p:nvPr/>
          </p:nvSpPr>
          <p:spPr>
            <a:xfrm>
              <a:off x="6286125" y="2866575"/>
              <a:ext cx="24550" cy="24575"/>
            </a:xfrm>
            <a:custGeom>
              <a:avLst/>
              <a:gdLst/>
              <a:ahLst/>
              <a:cxnLst/>
              <a:rect l="l" t="t" r="r" b="b"/>
              <a:pathLst>
                <a:path w="982" h="983" extrusionOk="0">
                  <a:moveTo>
                    <a:pt x="475" y="349"/>
                  </a:moveTo>
                  <a:cubicBezTo>
                    <a:pt x="538" y="349"/>
                    <a:pt x="602" y="412"/>
                    <a:pt x="602" y="476"/>
                  </a:cubicBezTo>
                  <a:cubicBezTo>
                    <a:pt x="602" y="539"/>
                    <a:pt x="538" y="602"/>
                    <a:pt x="475" y="602"/>
                  </a:cubicBezTo>
                  <a:cubicBezTo>
                    <a:pt x="412" y="602"/>
                    <a:pt x="348" y="539"/>
                    <a:pt x="348" y="476"/>
                  </a:cubicBezTo>
                  <a:cubicBezTo>
                    <a:pt x="348" y="412"/>
                    <a:pt x="412" y="349"/>
                    <a:pt x="475" y="349"/>
                  </a:cubicBezTo>
                  <a:close/>
                  <a:moveTo>
                    <a:pt x="475" y="1"/>
                  </a:moveTo>
                  <a:cubicBezTo>
                    <a:pt x="222" y="1"/>
                    <a:pt x="0" y="191"/>
                    <a:pt x="0" y="476"/>
                  </a:cubicBezTo>
                  <a:cubicBezTo>
                    <a:pt x="0" y="761"/>
                    <a:pt x="222" y="982"/>
                    <a:pt x="475" y="982"/>
                  </a:cubicBezTo>
                  <a:cubicBezTo>
                    <a:pt x="760" y="982"/>
                    <a:pt x="982" y="761"/>
                    <a:pt x="982" y="476"/>
                  </a:cubicBezTo>
                  <a:cubicBezTo>
                    <a:pt x="982" y="222"/>
                    <a:pt x="760" y="1"/>
                    <a:pt x="47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2" name="Google Shape;3502;p36"/>
            <p:cNvSpPr/>
            <p:nvPr/>
          </p:nvSpPr>
          <p:spPr>
            <a:xfrm>
              <a:off x="6237025" y="2771575"/>
              <a:ext cx="71275" cy="9525"/>
            </a:xfrm>
            <a:custGeom>
              <a:avLst/>
              <a:gdLst/>
              <a:ahLst/>
              <a:cxnLst/>
              <a:rect l="l" t="t" r="r" b="b"/>
              <a:pathLst>
                <a:path w="2851" h="381" extrusionOk="0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cubicBezTo>
                    <a:pt x="1" y="317"/>
                    <a:pt x="96" y="380"/>
                    <a:pt x="191" y="380"/>
                  </a:cubicBezTo>
                  <a:lnTo>
                    <a:pt x="2661" y="380"/>
                  </a:lnTo>
                  <a:cubicBezTo>
                    <a:pt x="2756" y="380"/>
                    <a:pt x="2851" y="317"/>
                    <a:pt x="2851" y="190"/>
                  </a:cubicBezTo>
                  <a:cubicBezTo>
                    <a:pt x="2851" y="95"/>
                    <a:pt x="2756" y="0"/>
                    <a:pt x="266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3" name="Google Shape;3503;p36"/>
            <p:cNvSpPr/>
            <p:nvPr/>
          </p:nvSpPr>
          <p:spPr>
            <a:xfrm>
              <a:off x="6240975" y="2756525"/>
              <a:ext cx="57050" cy="9525"/>
            </a:xfrm>
            <a:custGeom>
              <a:avLst/>
              <a:gdLst/>
              <a:ahLst/>
              <a:cxnLst/>
              <a:rect l="l" t="t" r="r" b="b"/>
              <a:pathLst>
                <a:path w="2282" h="381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286"/>
                    <a:pt x="96" y="381"/>
                    <a:pt x="191" y="381"/>
                  </a:cubicBezTo>
                  <a:lnTo>
                    <a:pt x="2091" y="381"/>
                  </a:lnTo>
                  <a:cubicBezTo>
                    <a:pt x="2186" y="381"/>
                    <a:pt x="2281" y="286"/>
                    <a:pt x="2281" y="191"/>
                  </a:cubicBezTo>
                  <a:cubicBezTo>
                    <a:pt x="2281" y="96"/>
                    <a:pt x="2186" y="1"/>
                    <a:pt x="20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4" name="Google Shape;3504;p36"/>
            <p:cNvSpPr/>
            <p:nvPr/>
          </p:nvSpPr>
          <p:spPr>
            <a:xfrm>
              <a:off x="6237025" y="2787400"/>
              <a:ext cx="68125" cy="8750"/>
            </a:xfrm>
            <a:custGeom>
              <a:avLst/>
              <a:gdLst/>
              <a:ahLst/>
              <a:cxnLst/>
              <a:rect l="l" t="t" r="r" b="b"/>
              <a:pathLst>
                <a:path w="2725" h="350" extrusionOk="0">
                  <a:moveTo>
                    <a:pt x="191" y="1"/>
                  </a:moveTo>
                  <a:cubicBezTo>
                    <a:pt x="96" y="1"/>
                    <a:pt x="1" y="64"/>
                    <a:pt x="1" y="191"/>
                  </a:cubicBezTo>
                  <a:cubicBezTo>
                    <a:pt x="1" y="286"/>
                    <a:pt x="96" y="349"/>
                    <a:pt x="191" y="349"/>
                  </a:cubicBezTo>
                  <a:lnTo>
                    <a:pt x="2566" y="349"/>
                  </a:lnTo>
                  <a:cubicBezTo>
                    <a:pt x="2661" y="349"/>
                    <a:pt x="2724" y="286"/>
                    <a:pt x="2724" y="191"/>
                  </a:cubicBezTo>
                  <a:cubicBezTo>
                    <a:pt x="2724" y="64"/>
                    <a:pt x="2661" y="1"/>
                    <a:pt x="256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5" name="Google Shape;3505;p36"/>
            <p:cNvSpPr/>
            <p:nvPr/>
          </p:nvSpPr>
          <p:spPr>
            <a:xfrm>
              <a:off x="6244950" y="2802450"/>
              <a:ext cx="53075" cy="9525"/>
            </a:xfrm>
            <a:custGeom>
              <a:avLst/>
              <a:gdLst/>
              <a:ahLst/>
              <a:cxnLst/>
              <a:rect l="l" t="t" r="r" b="b"/>
              <a:pathLst>
                <a:path w="2123" h="381" extrusionOk="0">
                  <a:moveTo>
                    <a:pt x="190" y="1"/>
                  </a:moveTo>
                  <a:cubicBezTo>
                    <a:pt x="64" y="1"/>
                    <a:pt x="0" y="96"/>
                    <a:pt x="0" y="191"/>
                  </a:cubicBezTo>
                  <a:cubicBezTo>
                    <a:pt x="0" y="286"/>
                    <a:pt x="64" y="381"/>
                    <a:pt x="190" y="381"/>
                  </a:cubicBezTo>
                  <a:lnTo>
                    <a:pt x="1932" y="381"/>
                  </a:lnTo>
                  <a:cubicBezTo>
                    <a:pt x="2027" y="381"/>
                    <a:pt x="2122" y="286"/>
                    <a:pt x="2122" y="191"/>
                  </a:cubicBezTo>
                  <a:cubicBezTo>
                    <a:pt x="2122" y="96"/>
                    <a:pt x="2027" y="1"/>
                    <a:pt x="193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6" name="Google Shape;3506;p36"/>
            <p:cNvSpPr/>
            <p:nvPr/>
          </p:nvSpPr>
          <p:spPr>
            <a:xfrm>
              <a:off x="4693150" y="2741200"/>
              <a:ext cx="153625" cy="469800"/>
            </a:xfrm>
            <a:custGeom>
              <a:avLst/>
              <a:gdLst/>
              <a:ahLst/>
              <a:cxnLst/>
              <a:rect l="l" t="t" r="r" b="b"/>
              <a:pathLst>
                <a:path w="6145" h="18792" extrusionOk="0">
                  <a:moveTo>
                    <a:pt x="2020" y="0"/>
                  </a:moveTo>
                  <a:cubicBezTo>
                    <a:pt x="1950" y="0"/>
                    <a:pt x="1885" y="36"/>
                    <a:pt x="1838" y="107"/>
                  </a:cubicBezTo>
                  <a:cubicBezTo>
                    <a:pt x="1553" y="645"/>
                    <a:pt x="1268" y="1215"/>
                    <a:pt x="1046" y="1785"/>
                  </a:cubicBezTo>
                  <a:cubicBezTo>
                    <a:pt x="983" y="1912"/>
                    <a:pt x="1046" y="2007"/>
                    <a:pt x="1141" y="2039"/>
                  </a:cubicBezTo>
                  <a:cubicBezTo>
                    <a:pt x="1173" y="2039"/>
                    <a:pt x="1173" y="2070"/>
                    <a:pt x="1204" y="2070"/>
                  </a:cubicBezTo>
                  <a:cubicBezTo>
                    <a:pt x="1268" y="2070"/>
                    <a:pt x="1363" y="2007"/>
                    <a:pt x="1363" y="1944"/>
                  </a:cubicBezTo>
                  <a:cubicBezTo>
                    <a:pt x="1616" y="1374"/>
                    <a:pt x="1869" y="804"/>
                    <a:pt x="2154" y="265"/>
                  </a:cubicBezTo>
                  <a:cubicBezTo>
                    <a:pt x="2218" y="170"/>
                    <a:pt x="2186" y="75"/>
                    <a:pt x="2091" y="12"/>
                  </a:cubicBezTo>
                  <a:cubicBezTo>
                    <a:pt x="2067" y="4"/>
                    <a:pt x="2044" y="0"/>
                    <a:pt x="2020" y="0"/>
                  </a:cubicBezTo>
                  <a:close/>
                  <a:moveTo>
                    <a:pt x="616" y="3456"/>
                  </a:moveTo>
                  <a:cubicBezTo>
                    <a:pt x="539" y="3456"/>
                    <a:pt x="470" y="3512"/>
                    <a:pt x="444" y="3591"/>
                  </a:cubicBezTo>
                  <a:cubicBezTo>
                    <a:pt x="286" y="4224"/>
                    <a:pt x="191" y="4826"/>
                    <a:pt x="96" y="5459"/>
                  </a:cubicBezTo>
                  <a:cubicBezTo>
                    <a:pt x="96" y="5554"/>
                    <a:pt x="159" y="5649"/>
                    <a:pt x="286" y="5681"/>
                  </a:cubicBezTo>
                  <a:cubicBezTo>
                    <a:pt x="381" y="5681"/>
                    <a:pt x="476" y="5586"/>
                    <a:pt x="476" y="5522"/>
                  </a:cubicBezTo>
                  <a:cubicBezTo>
                    <a:pt x="539" y="4889"/>
                    <a:pt x="666" y="4287"/>
                    <a:pt x="793" y="3686"/>
                  </a:cubicBezTo>
                  <a:cubicBezTo>
                    <a:pt x="824" y="3591"/>
                    <a:pt x="761" y="3496"/>
                    <a:pt x="666" y="3464"/>
                  </a:cubicBezTo>
                  <a:cubicBezTo>
                    <a:pt x="649" y="3458"/>
                    <a:pt x="632" y="3456"/>
                    <a:pt x="616" y="3456"/>
                  </a:cubicBezTo>
                  <a:close/>
                  <a:moveTo>
                    <a:pt x="191" y="7169"/>
                  </a:moveTo>
                  <a:cubicBezTo>
                    <a:pt x="96" y="7169"/>
                    <a:pt x="1" y="7264"/>
                    <a:pt x="1" y="7359"/>
                  </a:cubicBezTo>
                  <a:cubicBezTo>
                    <a:pt x="33" y="7993"/>
                    <a:pt x="64" y="8626"/>
                    <a:pt x="159" y="9228"/>
                  </a:cubicBezTo>
                  <a:cubicBezTo>
                    <a:pt x="191" y="9323"/>
                    <a:pt x="254" y="9386"/>
                    <a:pt x="349" y="9386"/>
                  </a:cubicBezTo>
                  <a:cubicBezTo>
                    <a:pt x="349" y="9386"/>
                    <a:pt x="381" y="9386"/>
                    <a:pt x="381" y="9418"/>
                  </a:cubicBezTo>
                  <a:cubicBezTo>
                    <a:pt x="476" y="9386"/>
                    <a:pt x="539" y="9291"/>
                    <a:pt x="539" y="9196"/>
                  </a:cubicBezTo>
                  <a:cubicBezTo>
                    <a:pt x="444" y="8594"/>
                    <a:pt x="413" y="7961"/>
                    <a:pt x="381" y="7359"/>
                  </a:cubicBezTo>
                  <a:cubicBezTo>
                    <a:pt x="381" y="7264"/>
                    <a:pt x="318" y="7169"/>
                    <a:pt x="191" y="7169"/>
                  </a:cubicBezTo>
                  <a:close/>
                  <a:moveTo>
                    <a:pt x="698" y="10843"/>
                  </a:moveTo>
                  <a:cubicBezTo>
                    <a:pt x="603" y="10874"/>
                    <a:pt x="539" y="11001"/>
                    <a:pt x="571" y="11096"/>
                  </a:cubicBezTo>
                  <a:cubicBezTo>
                    <a:pt x="729" y="11698"/>
                    <a:pt x="951" y="12300"/>
                    <a:pt x="1204" y="12870"/>
                  </a:cubicBezTo>
                  <a:cubicBezTo>
                    <a:pt x="1236" y="12933"/>
                    <a:pt x="1299" y="12996"/>
                    <a:pt x="1363" y="12996"/>
                  </a:cubicBezTo>
                  <a:cubicBezTo>
                    <a:pt x="1394" y="12996"/>
                    <a:pt x="1426" y="12965"/>
                    <a:pt x="1426" y="12965"/>
                  </a:cubicBezTo>
                  <a:cubicBezTo>
                    <a:pt x="1553" y="12933"/>
                    <a:pt x="1584" y="12806"/>
                    <a:pt x="1553" y="12711"/>
                  </a:cubicBezTo>
                  <a:cubicBezTo>
                    <a:pt x="1299" y="12173"/>
                    <a:pt x="1078" y="11571"/>
                    <a:pt x="919" y="11001"/>
                  </a:cubicBezTo>
                  <a:cubicBezTo>
                    <a:pt x="888" y="10874"/>
                    <a:pt x="793" y="10843"/>
                    <a:pt x="698" y="10843"/>
                  </a:cubicBezTo>
                  <a:close/>
                  <a:moveTo>
                    <a:pt x="2222" y="14262"/>
                  </a:moveTo>
                  <a:cubicBezTo>
                    <a:pt x="2190" y="14262"/>
                    <a:pt x="2156" y="14272"/>
                    <a:pt x="2123" y="14295"/>
                  </a:cubicBezTo>
                  <a:cubicBezTo>
                    <a:pt x="2028" y="14358"/>
                    <a:pt x="1996" y="14453"/>
                    <a:pt x="2059" y="14548"/>
                  </a:cubicBezTo>
                  <a:cubicBezTo>
                    <a:pt x="2376" y="15086"/>
                    <a:pt x="2724" y="15625"/>
                    <a:pt x="3136" y="16100"/>
                  </a:cubicBezTo>
                  <a:cubicBezTo>
                    <a:pt x="3168" y="16163"/>
                    <a:pt x="3231" y="16195"/>
                    <a:pt x="3263" y="16195"/>
                  </a:cubicBezTo>
                  <a:cubicBezTo>
                    <a:pt x="3326" y="16195"/>
                    <a:pt x="3358" y="16163"/>
                    <a:pt x="3389" y="16131"/>
                  </a:cubicBezTo>
                  <a:cubicBezTo>
                    <a:pt x="3484" y="16068"/>
                    <a:pt x="3484" y="15941"/>
                    <a:pt x="3421" y="15878"/>
                  </a:cubicBezTo>
                  <a:cubicBezTo>
                    <a:pt x="3041" y="15403"/>
                    <a:pt x="2693" y="14896"/>
                    <a:pt x="2376" y="14358"/>
                  </a:cubicBezTo>
                  <a:cubicBezTo>
                    <a:pt x="2335" y="14297"/>
                    <a:pt x="2281" y="14262"/>
                    <a:pt x="2222" y="14262"/>
                  </a:cubicBezTo>
                  <a:close/>
                  <a:moveTo>
                    <a:pt x="4544" y="17196"/>
                  </a:moveTo>
                  <a:cubicBezTo>
                    <a:pt x="4492" y="17196"/>
                    <a:pt x="4438" y="17219"/>
                    <a:pt x="4403" y="17272"/>
                  </a:cubicBezTo>
                  <a:cubicBezTo>
                    <a:pt x="4308" y="17335"/>
                    <a:pt x="4308" y="17462"/>
                    <a:pt x="4403" y="17525"/>
                  </a:cubicBezTo>
                  <a:cubicBezTo>
                    <a:pt x="4846" y="17968"/>
                    <a:pt x="5321" y="18380"/>
                    <a:pt x="5828" y="18760"/>
                  </a:cubicBezTo>
                  <a:cubicBezTo>
                    <a:pt x="5860" y="18792"/>
                    <a:pt x="5891" y="18792"/>
                    <a:pt x="5955" y="18792"/>
                  </a:cubicBezTo>
                  <a:cubicBezTo>
                    <a:pt x="5986" y="18792"/>
                    <a:pt x="6050" y="18760"/>
                    <a:pt x="6081" y="18728"/>
                  </a:cubicBezTo>
                  <a:cubicBezTo>
                    <a:pt x="6145" y="18633"/>
                    <a:pt x="6145" y="18507"/>
                    <a:pt x="6050" y="18443"/>
                  </a:cubicBezTo>
                  <a:cubicBezTo>
                    <a:pt x="5575" y="18095"/>
                    <a:pt x="5100" y="17683"/>
                    <a:pt x="4656" y="17240"/>
                  </a:cubicBezTo>
                  <a:cubicBezTo>
                    <a:pt x="4628" y="17211"/>
                    <a:pt x="4586" y="17196"/>
                    <a:pt x="4544" y="17196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7" name="Google Shape;3507;p36"/>
            <p:cNvSpPr/>
            <p:nvPr/>
          </p:nvSpPr>
          <p:spPr>
            <a:xfrm>
              <a:off x="5270325" y="2914875"/>
              <a:ext cx="148875" cy="292950"/>
            </a:xfrm>
            <a:custGeom>
              <a:avLst/>
              <a:gdLst/>
              <a:ahLst/>
              <a:cxnLst/>
              <a:rect l="l" t="t" r="r" b="b"/>
              <a:pathLst>
                <a:path w="5955" h="11718" extrusionOk="0">
                  <a:moveTo>
                    <a:pt x="5764" y="0"/>
                  </a:moveTo>
                  <a:cubicBezTo>
                    <a:pt x="5669" y="0"/>
                    <a:pt x="5574" y="96"/>
                    <a:pt x="5574" y="191"/>
                  </a:cubicBezTo>
                  <a:cubicBezTo>
                    <a:pt x="5574" y="792"/>
                    <a:pt x="5543" y="1426"/>
                    <a:pt x="5479" y="2027"/>
                  </a:cubicBezTo>
                  <a:cubicBezTo>
                    <a:pt x="5448" y="2122"/>
                    <a:pt x="5543" y="2217"/>
                    <a:pt x="5638" y="2249"/>
                  </a:cubicBezTo>
                  <a:lnTo>
                    <a:pt x="5669" y="2249"/>
                  </a:lnTo>
                  <a:cubicBezTo>
                    <a:pt x="5733" y="2249"/>
                    <a:pt x="5828" y="2186"/>
                    <a:pt x="5828" y="2091"/>
                  </a:cubicBezTo>
                  <a:cubicBezTo>
                    <a:pt x="5923" y="1457"/>
                    <a:pt x="5954" y="824"/>
                    <a:pt x="5954" y="191"/>
                  </a:cubicBezTo>
                  <a:cubicBezTo>
                    <a:pt x="5954" y="96"/>
                    <a:pt x="5891" y="0"/>
                    <a:pt x="5764" y="0"/>
                  </a:cubicBezTo>
                  <a:close/>
                  <a:moveTo>
                    <a:pt x="5289" y="3698"/>
                  </a:moveTo>
                  <a:cubicBezTo>
                    <a:pt x="5194" y="3698"/>
                    <a:pt x="5125" y="3754"/>
                    <a:pt x="5099" y="3832"/>
                  </a:cubicBezTo>
                  <a:cubicBezTo>
                    <a:pt x="4941" y="4434"/>
                    <a:pt x="4751" y="5004"/>
                    <a:pt x="4529" y="5574"/>
                  </a:cubicBezTo>
                  <a:cubicBezTo>
                    <a:pt x="4466" y="5669"/>
                    <a:pt x="4529" y="5796"/>
                    <a:pt x="4624" y="5828"/>
                  </a:cubicBezTo>
                  <a:lnTo>
                    <a:pt x="4688" y="5828"/>
                  </a:lnTo>
                  <a:cubicBezTo>
                    <a:pt x="4751" y="5828"/>
                    <a:pt x="4846" y="5796"/>
                    <a:pt x="4878" y="5733"/>
                  </a:cubicBezTo>
                  <a:cubicBezTo>
                    <a:pt x="5099" y="5131"/>
                    <a:pt x="5321" y="4529"/>
                    <a:pt x="5479" y="3927"/>
                  </a:cubicBezTo>
                  <a:cubicBezTo>
                    <a:pt x="5511" y="3832"/>
                    <a:pt x="5448" y="3737"/>
                    <a:pt x="5353" y="3706"/>
                  </a:cubicBezTo>
                  <a:cubicBezTo>
                    <a:pt x="5330" y="3700"/>
                    <a:pt x="5309" y="3698"/>
                    <a:pt x="5289" y="3698"/>
                  </a:cubicBezTo>
                  <a:close/>
                  <a:moveTo>
                    <a:pt x="3884" y="7146"/>
                  </a:moveTo>
                  <a:cubicBezTo>
                    <a:pt x="3807" y="7146"/>
                    <a:pt x="3730" y="7181"/>
                    <a:pt x="3706" y="7253"/>
                  </a:cubicBezTo>
                  <a:cubicBezTo>
                    <a:pt x="3389" y="7759"/>
                    <a:pt x="3041" y="8298"/>
                    <a:pt x="2692" y="8773"/>
                  </a:cubicBezTo>
                  <a:cubicBezTo>
                    <a:pt x="2629" y="8868"/>
                    <a:pt x="2629" y="8963"/>
                    <a:pt x="2724" y="9026"/>
                  </a:cubicBezTo>
                  <a:cubicBezTo>
                    <a:pt x="2756" y="9058"/>
                    <a:pt x="2787" y="9058"/>
                    <a:pt x="2819" y="9058"/>
                  </a:cubicBezTo>
                  <a:cubicBezTo>
                    <a:pt x="2882" y="9058"/>
                    <a:pt x="2946" y="9058"/>
                    <a:pt x="2977" y="8994"/>
                  </a:cubicBezTo>
                  <a:cubicBezTo>
                    <a:pt x="3358" y="8488"/>
                    <a:pt x="3706" y="7981"/>
                    <a:pt x="4023" y="7411"/>
                  </a:cubicBezTo>
                  <a:cubicBezTo>
                    <a:pt x="4086" y="7348"/>
                    <a:pt x="4054" y="7221"/>
                    <a:pt x="3959" y="7158"/>
                  </a:cubicBezTo>
                  <a:cubicBezTo>
                    <a:pt x="3935" y="7150"/>
                    <a:pt x="3910" y="7146"/>
                    <a:pt x="3884" y="7146"/>
                  </a:cubicBezTo>
                  <a:close/>
                  <a:moveTo>
                    <a:pt x="1588" y="10095"/>
                  </a:moveTo>
                  <a:cubicBezTo>
                    <a:pt x="1537" y="10095"/>
                    <a:pt x="1489" y="10119"/>
                    <a:pt x="1457" y="10166"/>
                  </a:cubicBezTo>
                  <a:cubicBezTo>
                    <a:pt x="1046" y="10610"/>
                    <a:pt x="571" y="10990"/>
                    <a:pt x="96" y="11370"/>
                  </a:cubicBezTo>
                  <a:cubicBezTo>
                    <a:pt x="1" y="11433"/>
                    <a:pt x="1" y="11560"/>
                    <a:pt x="64" y="11623"/>
                  </a:cubicBezTo>
                  <a:cubicBezTo>
                    <a:pt x="96" y="11686"/>
                    <a:pt x="159" y="11718"/>
                    <a:pt x="191" y="11718"/>
                  </a:cubicBezTo>
                  <a:cubicBezTo>
                    <a:pt x="254" y="11718"/>
                    <a:pt x="286" y="11686"/>
                    <a:pt x="317" y="11686"/>
                  </a:cubicBezTo>
                  <a:cubicBezTo>
                    <a:pt x="792" y="11275"/>
                    <a:pt x="1299" y="10863"/>
                    <a:pt x="1742" y="10420"/>
                  </a:cubicBezTo>
                  <a:cubicBezTo>
                    <a:pt x="1806" y="10356"/>
                    <a:pt x="1806" y="10230"/>
                    <a:pt x="1742" y="10166"/>
                  </a:cubicBezTo>
                  <a:cubicBezTo>
                    <a:pt x="1695" y="10119"/>
                    <a:pt x="1639" y="10095"/>
                    <a:pt x="1588" y="10095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8" name="Google Shape;3508;p36"/>
            <p:cNvSpPr/>
            <p:nvPr/>
          </p:nvSpPr>
          <p:spPr>
            <a:xfrm>
              <a:off x="4985300" y="2557025"/>
              <a:ext cx="229625" cy="43550"/>
            </a:xfrm>
            <a:custGeom>
              <a:avLst/>
              <a:gdLst/>
              <a:ahLst/>
              <a:cxnLst/>
              <a:rect l="l" t="t" r="r" b="b"/>
              <a:pathLst>
                <a:path w="9185" h="1742" extrusionOk="0">
                  <a:moveTo>
                    <a:pt x="2059" y="0"/>
                  </a:moveTo>
                  <a:cubicBezTo>
                    <a:pt x="1426" y="32"/>
                    <a:pt x="792" y="127"/>
                    <a:pt x="191" y="222"/>
                  </a:cubicBezTo>
                  <a:cubicBezTo>
                    <a:pt x="96" y="254"/>
                    <a:pt x="1" y="349"/>
                    <a:pt x="32" y="444"/>
                  </a:cubicBezTo>
                  <a:cubicBezTo>
                    <a:pt x="64" y="539"/>
                    <a:pt x="127" y="602"/>
                    <a:pt x="222" y="602"/>
                  </a:cubicBezTo>
                  <a:lnTo>
                    <a:pt x="254" y="602"/>
                  </a:lnTo>
                  <a:cubicBezTo>
                    <a:pt x="856" y="475"/>
                    <a:pt x="1458" y="412"/>
                    <a:pt x="2091" y="380"/>
                  </a:cubicBezTo>
                  <a:cubicBezTo>
                    <a:pt x="2186" y="380"/>
                    <a:pt x="2281" y="285"/>
                    <a:pt x="2249" y="190"/>
                  </a:cubicBezTo>
                  <a:cubicBezTo>
                    <a:pt x="2249" y="95"/>
                    <a:pt x="2154" y="0"/>
                    <a:pt x="2059" y="0"/>
                  </a:cubicBezTo>
                  <a:close/>
                  <a:moveTo>
                    <a:pt x="3959" y="32"/>
                  </a:moveTo>
                  <a:cubicBezTo>
                    <a:pt x="3864" y="32"/>
                    <a:pt x="3769" y="95"/>
                    <a:pt x="3738" y="190"/>
                  </a:cubicBezTo>
                  <a:cubicBezTo>
                    <a:pt x="3738" y="317"/>
                    <a:pt x="3833" y="380"/>
                    <a:pt x="3928" y="412"/>
                  </a:cubicBezTo>
                  <a:cubicBezTo>
                    <a:pt x="4529" y="444"/>
                    <a:pt x="5163" y="539"/>
                    <a:pt x="5765" y="665"/>
                  </a:cubicBezTo>
                  <a:lnTo>
                    <a:pt x="5796" y="665"/>
                  </a:lnTo>
                  <a:cubicBezTo>
                    <a:pt x="5891" y="665"/>
                    <a:pt x="5955" y="602"/>
                    <a:pt x="5986" y="507"/>
                  </a:cubicBezTo>
                  <a:cubicBezTo>
                    <a:pt x="5986" y="412"/>
                    <a:pt x="5923" y="317"/>
                    <a:pt x="5828" y="285"/>
                  </a:cubicBezTo>
                  <a:cubicBezTo>
                    <a:pt x="5226" y="159"/>
                    <a:pt x="4593" y="63"/>
                    <a:pt x="3959" y="32"/>
                  </a:cubicBezTo>
                  <a:close/>
                  <a:moveTo>
                    <a:pt x="7612" y="784"/>
                  </a:moveTo>
                  <a:cubicBezTo>
                    <a:pt x="7528" y="784"/>
                    <a:pt x="7437" y="840"/>
                    <a:pt x="7411" y="919"/>
                  </a:cubicBezTo>
                  <a:cubicBezTo>
                    <a:pt x="7380" y="1014"/>
                    <a:pt x="7443" y="1109"/>
                    <a:pt x="7538" y="1140"/>
                  </a:cubicBezTo>
                  <a:cubicBezTo>
                    <a:pt x="7981" y="1330"/>
                    <a:pt x="8456" y="1489"/>
                    <a:pt x="8868" y="1710"/>
                  </a:cubicBezTo>
                  <a:cubicBezTo>
                    <a:pt x="8900" y="1742"/>
                    <a:pt x="8931" y="1742"/>
                    <a:pt x="8963" y="1742"/>
                  </a:cubicBezTo>
                  <a:cubicBezTo>
                    <a:pt x="9026" y="1742"/>
                    <a:pt x="9090" y="1679"/>
                    <a:pt x="9121" y="1615"/>
                  </a:cubicBezTo>
                  <a:cubicBezTo>
                    <a:pt x="9185" y="1520"/>
                    <a:pt x="9153" y="1425"/>
                    <a:pt x="9058" y="1362"/>
                  </a:cubicBezTo>
                  <a:cubicBezTo>
                    <a:pt x="8583" y="1172"/>
                    <a:pt x="8108" y="982"/>
                    <a:pt x="7665" y="792"/>
                  </a:cubicBezTo>
                  <a:cubicBezTo>
                    <a:pt x="7648" y="786"/>
                    <a:pt x="7630" y="784"/>
                    <a:pt x="7612" y="784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9" name="Google Shape;3509;p36"/>
            <p:cNvSpPr/>
            <p:nvPr/>
          </p:nvSpPr>
          <p:spPr>
            <a:xfrm>
              <a:off x="5009050" y="3139725"/>
              <a:ext cx="83175" cy="99000"/>
            </a:xfrm>
            <a:custGeom>
              <a:avLst/>
              <a:gdLst/>
              <a:ahLst/>
              <a:cxnLst/>
              <a:rect l="l" t="t" r="r" b="b"/>
              <a:pathLst>
                <a:path w="3327" h="3960" extrusionOk="0">
                  <a:moveTo>
                    <a:pt x="1616" y="0"/>
                  </a:moveTo>
                  <a:cubicBezTo>
                    <a:pt x="1553" y="0"/>
                    <a:pt x="1458" y="32"/>
                    <a:pt x="1458" y="95"/>
                  </a:cubicBezTo>
                  <a:lnTo>
                    <a:pt x="64" y="3706"/>
                  </a:lnTo>
                  <a:cubicBezTo>
                    <a:pt x="1" y="3801"/>
                    <a:pt x="64" y="3896"/>
                    <a:pt x="159" y="3927"/>
                  </a:cubicBezTo>
                  <a:cubicBezTo>
                    <a:pt x="191" y="3927"/>
                    <a:pt x="191" y="3959"/>
                    <a:pt x="222" y="3959"/>
                  </a:cubicBezTo>
                  <a:cubicBezTo>
                    <a:pt x="318" y="3959"/>
                    <a:pt x="381" y="3896"/>
                    <a:pt x="413" y="3832"/>
                  </a:cubicBezTo>
                  <a:lnTo>
                    <a:pt x="1616" y="666"/>
                  </a:lnTo>
                  <a:lnTo>
                    <a:pt x="2946" y="3832"/>
                  </a:lnTo>
                  <a:cubicBezTo>
                    <a:pt x="2970" y="3904"/>
                    <a:pt x="3047" y="3939"/>
                    <a:pt x="3124" y="3939"/>
                  </a:cubicBezTo>
                  <a:cubicBezTo>
                    <a:pt x="3150" y="3939"/>
                    <a:pt x="3176" y="3935"/>
                    <a:pt x="3199" y="3927"/>
                  </a:cubicBezTo>
                  <a:cubicBezTo>
                    <a:pt x="3294" y="3896"/>
                    <a:pt x="3326" y="3769"/>
                    <a:pt x="3294" y="3674"/>
                  </a:cubicBezTo>
                  <a:lnTo>
                    <a:pt x="1806" y="95"/>
                  </a:lnTo>
                  <a:cubicBezTo>
                    <a:pt x="1774" y="32"/>
                    <a:pt x="1711" y="0"/>
                    <a:pt x="161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0" name="Google Shape;3510;p36"/>
            <p:cNvSpPr/>
            <p:nvPr/>
          </p:nvSpPr>
          <p:spPr>
            <a:xfrm>
              <a:off x="4975025" y="2958425"/>
              <a:ext cx="140950" cy="199525"/>
            </a:xfrm>
            <a:custGeom>
              <a:avLst/>
              <a:gdLst/>
              <a:ahLst/>
              <a:cxnLst/>
              <a:rect l="l" t="t" r="r" b="b"/>
              <a:pathLst>
                <a:path w="5638" h="7981" extrusionOk="0">
                  <a:moveTo>
                    <a:pt x="0" y="0"/>
                  </a:moveTo>
                  <a:lnTo>
                    <a:pt x="0" y="7981"/>
                  </a:lnTo>
                  <a:lnTo>
                    <a:pt x="5637" y="7981"/>
                  </a:lnTo>
                  <a:lnTo>
                    <a:pt x="56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1" name="Google Shape;3511;p36"/>
            <p:cNvSpPr/>
            <p:nvPr/>
          </p:nvSpPr>
          <p:spPr>
            <a:xfrm>
              <a:off x="4970275" y="2953675"/>
              <a:ext cx="150450" cy="209025"/>
            </a:xfrm>
            <a:custGeom>
              <a:avLst/>
              <a:gdLst/>
              <a:ahLst/>
              <a:cxnLst/>
              <a:rect l="l" t="t" r="r" b="b"/>
              <a:pathLst>
                <a:path w="6018" h="8361" extrusionOk="0">
                  <a:moveTo>
                    <a:pt x="5637" y="380"/>
                  </a:moveTo>
                  <a:lnTo>
                    <a:pt x="5637" y="7981"/>
                  </a:lnTo>
                  <a:lnTo>
                    <a:pt x="380" y="7981"/>
                  </a:lnTo>
                  <a:lnTo>
                    <a:pt x="380" y="380"/>
                  </a:lnTo>
                  <a:close/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lnTo>
                    <a:pt x="0" y="8171"/>
                  </a:lnTo>
                  <a:cubicBezTo>
                    <a:pt x="0" y="8266"/>
                    <a:pt x="95" y="8361"/>
                    <a:pt x="190" y="8361"/>
                  </a:cubicBezTo>
                  <a:lnTo>
                    <a:pt x="5827" y="8361"/>
                  </a:lnTo>
                  <a:cubicBezTo>
                    <a:pt x="5922" y="8361"/>
                    <a:pt x="6017" y="8266"/>
                    <a:pt x="6017" y="8171"/>
                  </a:cubicBezTo>
                  <a:lnTo>
                    <a:pt x="6017" y="190"/>
                  </a:lnTo>
                  <a:cubicBezTo>
                    <a:pt x="6017" y="95"/>
                    <a:pt x="5922" y="0"/>
                    <a:pt x="58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2" name="Google Shape;3512;p36"/>
            <p:cNvSpPr/>
            <p:nvPr/>
          </p:nvSpPr>
          <p:spPr>
            <a:xfrm>
              <a:off x="5024100" y="2998000"/>
              <a:ext cx="74450" cy="8750"/>
            </a:xfrm>
            <a:custGeom>
              <a:avLst/>
              <a:gdLst/>
              <a:ahLst/>
              <a:cxnLst/>
              <a:rect l="l" t="t" r="r" b="b"/>
              <a:pathLst>
                <a:path w="2978" h="350" extrusionOk="0">
                  <a:moveTo>
                    <a:pt x="159" y="1"/>
                  </a:moveTo>
                  <a:cubicBezTo>
                    <a:pt x="64" y="1"/>
                    <a:pt x="1" y="64"/>
                    <a:pt x="1" y="191"/>
                  </a:cubicBezTo>
                  <a:cubicBezTo>
                    <a:pt x="1" y="286"/>
                    <a:pt x="64" y="349"/>
                    <a:pt x="159" y="349"/>
                  </a:cubicBezTo>
                  <a:lnTo>
                    <a:pt x="2819" y="349"/>
                  </a:lnTo>
                  <a:cubicBezTo>
                    <a:pt x="2914" y="349"/>
                    <a:pt x="2977" y="286"/>
                    <a:pt x="2977" y="191"/>
                  </a:cubicBezTo>
                  <a:cubicBezTo>
                    <a:pt x="2977" y="64"/>
                    <a:pt x="2914" y="1"/>
                    <a:pt x="281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3" name="Google Shape;3513;p36"/>
            <p:cNvSpPr/>
            <p:nvPr/>
          </p:nvSpPr>
          <p:spPr>
            <a:xfrm>
              <a:off x="4991650" y="2981850"/>
              <a:ext cx="35650" cy="28850"/>
            </a:xfrm>
            <a:custGeom>
              <a:avLst/>
              <a:gdLst/>
              <a:ahLst/>
              <a:cxnLst/>
              <a:rect l="l" t="t" r="r" b="b"/>
              <a:pathLst>
                <a:path w="1426" h="1154" extrusionOk="0">
                  <a:moveTo>
                    <a:pt x="1205" y="1"/>
                  </a:moveTo>
                  <a:cubicBezTo>
                    <a:pt x="1156" y="1"/>
                    <a:pt x="1112" y="24"/>
                    <a:pt x="1077" y="77"/>
                  </a:cubicBezTo>
                  <a:lnTo>
                    <a:pt x="570" y="710"/>
                  </a:lnTo>
                  <a:lnTo>
                    <a:pt x="348" y="488"/>
                  </a:lnTo>
                  <a:cubicBezTo>
                    <a:pt x="314" y="454"/>
                    <a:pt x="260" y="428"/>
                    <a:pt x="208" y="428"/>
                  </a:cubicBezTo>
                  <a:cubicBezTo>
                    <a:pt x="165" y="428"/>
                    <a:pt x="124" y="445"/>
                    <a:pt x="95" y="488"/>
                  </a:cubicBezTo>
                  <a:cubicBezTo>
                    <a:pt x="0" y="552"/>
                    <a:pt x="0" y="678"/>
                    <a:pt x="63" y="742"/>
                  </a:cubicBezTo>
                  <a:lnTo>
                    <a:pt x="412" y="1090"/>
                  </a:lnTo>
                  <a:cubicBezTo>
                    <a:pt x="443" y="1122"/>
                    <a:pt x="507" y="1153"/>
                    <a:pt x="570" y="1153"/>
                  </a:cubicBezTo>
                  <a:cubicBezTo>
                    <a:pt x="602" y="1153"/>
                    <a:pt x="665" y="1122"/>
                    <a:pt x="697" y="1090"/>
                  </a:cubicBezTo>
                  <a:cubicBezTo>
                    <a:pt x="728" y="1090"/>
                    <a:pt x="728" y="1090"/>
                    <a:pt x="728" y="1058"/>
                  </a:cubicBezTo>
                  <a:lnTo>
                    <a:pt x="1362" y="298"/>
                  </a:lnTo>
                  <a:cubicBezTo>
                    <a:pt x="1425" y="235"/>
                    <a:pt x="1394" y="108"/>
                    <a:pt x="1330" y="45"/>
                  </a:cubicBezTo>
                  <a:cubicBezTo>
                    <a:pt x="1287" y="17"/>
                    <a:pt x="1245" y="1"/>
                    <a:pt x="12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4" name="Google Shape;3514;p36"/>
            <p:cNvSpPr/>
            <p:nvPr/>
          </p:nvSpPr>
          <p:spPr>
            <a:xfrm>
              <a:off x="5024100" y="3032050"/>
              <a:ext cx="74450" cy="9525"/>
            </a:xfrm>
            <a:custGeom>
              <a:avLst/>
              <a:gdLst/>
              <a:ahLst/>
              <a:cxnLst/>
              <a:rect l="l" t="t" r="r" b="b"/>
              <a:pathLst>
                <a:path w="2978" h="381" extrusionOk="0">
                  <a:moveTo>
                    <a:pt x="159" y="0"/>
                  </a:moveTo>
                  <a:cubicBezTo>
                    <a:pt x="64" y="0"/>
                    <a:pt x="1" y="96"/>
                    <a:pt x="1" y="191"/>
                  </a:cubicBezTo>
                  <a:cubicBezTo>
                    <a:pt x="1" y="286"/>
                    <a:pt x="64" y="381"/>
                    <a:pt x="159" y="381"/>
                  </a:cubicBezTo>
                  <a:lnTo>
                    <a:pt x="2819" y="381"/>
                  </a:lnTo>
                  <a:cubicBezTo>
                    <a:pt x="2914" y="381"/>
                    <a:pt x="2977" y="286"/>
                    <a:pt x="2977" y="191"/>
                  </a:cubicBezTo>
                  <a:cubicBezTo>
                    <a:pt x="2977" y="96"/>
                    <a:pt x="2914" y="0"/>
                    <a:pt x="281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5" name="Google Shape;3515;p36"/>
            <p:cNvSpPr/>
            <p:nvPr/>
          </p:nvSpPr>
          <p:spPr>
            <a:xfrm>
              <a:off x="4991650" y="3016150"/>
              <a:ext cx="35650" cy="29375"/>
            </a:xfrm>
            <a:custGeom>
              <a:avLst/>
              <a:gdLst/>
              <a:ahLst/>
              <a:cxnLst/>
              <a:rect l="l" t="t" r="r" b="b"/>
              <a:pathLst>
                <a:path w="1426" h="1175" extrusionOk="0">
                  <a:moveTo>
                    <a:pt x="1223" y="0"/>
                  </a:moveTo>
                  <a:cubicBezTo>
                    <a:pt x="1167" y="0"/>
                    <a:pt x="1116" y="27"/>
                    <a:pt x="1077" y="66"/>
                  </a:cubicBezTo>
                  <a:lnTo>
                    <a:pt x="570" y="700"/>
                  </a:lnTo>
                  <a:lnTo>
                    <a:pt x="348" y="478"/>
                  </a:lnTo>
                  <a:cubicBezTo>
                    <a:pt x="317" y="446"/>
                    <a:pt x="269" y="431"/>
                    <a:pt x="222" y="431"/>
                  </a:cubicBezTo>
                  <a:cubicBezTo>
                    <a:pt x="174" y="431"/>
                    <a:pt x="127" y="446"/>
                    <a:pt x="95" y="478"/>
                  </a:cubicBezTo>
                  <a:cubicBezTo>
                    <a:pt x="0" y="573"/>
                    <a:pt x="0" y="668"/>
                    <a:pt x="63" y="763"/>
                  </a:cubicBezTo>
                  <a:lnTo>
                    <a:pt x="412" y="1080"/>
                  </a:lnTo>
                  <a:cubicBezTo>
                    <a:pt x="443" y="1143"/>
                    <a:pt x="507" y="1175"/>
                    <a:pt x="570" y="1175"/>
                  </a:cubicBezTo>
                  <a:cubicBezTo>
                    <a:pt x="633" y="1175"/>
                    <a:pt x="665" y="1143"/>
                    <a:pt x="697" y="1112"/>
                  </a:cubicBezTo>
                  <a:cubicBezTo>
                    <a:pt x="728" y="1112"/>
                    <a:pt x="728" y="1080"/>
                    <a:pt x="728" y="1080"/>
                  </a:cubicBezTo>
                  <a:lnTo>
                    <a:pt x="1362" y="320"/>
                  </a:lnTo>
                  <a:cubicBezTo>
                    <a:pt x="1425" y="225"/>
                    <a:pt x="1394" y="98"/>
                    <a:pt x="1330" y="35"/>
                  </a:cubicBezTo>
                  <a:cubicBezTo>
                    <a:pt x="1294" y="11"/>
                    <a:pt x="1258" y="0"/>
                    <a:pt x="122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6" name="Google Shape;3516;p36"/>
            <p:cNvSpPr/>
            <p:nvPr/>
          </p:nvSpPr>
          <p:spPr>
            <a:xfrm>
              <a:off x="5024100" y="3066875"/>
              <a:ext cx="74450" cy="9525"/>
            </a:xfrm>
            <a:custGeom>
              <a:avLst/>
              <a:gdLst/>
              <a:ahLst/>
              <a:cxnLst/>
              <a:rect l="l" t="t" r="r" b="b"/>
              <a:pathLst>
                <a:path w="2978" h="381" extrusionOk="0">
                  <a:moveTo>
                    <a:pt x="159" y="1"/>
                  </a:moveTo>
                  <a:cubicBezTo>
                    <a:pt x="64" y="1"/>
                    <a:pt x="1" y="64"/>
                    <a:pt x="1" y="191"/>
                  </a:cubicBezTo>
                  <a:cubicBezTo>
                    <a:pt x="1" y="286"/>
                    <a:pt x="64" y="381"/>
                    <a:pt x="159" y="381"/>
                  </a:cubicBezTo>
                  <a:lnTo>
                    <a:pt x="2819" y="381"/>
                  </a:lnTo>
                  <a:cubicBezTo>
                    <a:pt x="2914" y="381"/>
                    <a:pt x="2977" y="286"/>
                    <a:pt x="2977" y="191"/>
                  </a:cubicBezTo>
                  <a:cubicBezTo>
                    <a:pt x="2977" y="64"/>
                    <a:pt x="2914" y="1"/>
                    <a:pt x="281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7" name="Google Shape;3517;p36"/>
            <p:cNvSpPr/>
            <p:nvPr/>
          </p:nvSpPr>
          <p:spPr>
            <a:xfrm>
              <a:off x="4991650" y="3050750"/>
              <a:ext cx="35650" cy="28825"/>
            </a:xfrm>
            <a:custGeom>
              <a:avLst/>
              <a:gdLst/>
              <a:ahLst/>
              <a:cxnLst/>
              <a:rect l="l" t="t" r="r" b="b"/>
              <a:pathLst>
                <a:path w="1426" h="1153" extrusionOk="0">
                  <a:moveTo>
                    <a:pt x="1205" y="0"/>
                  </a:moveTo>
                  <a:cubicBezTo>
                    <a:pt x="1156" y="0"/>
                    <a:pt x="1112" y="24"/>
                    <a:pt x="1077" y="76"/>
                  </a:cubicBezTo>
                  <a:lnTo>
                    <a:pt x="570" y="709"/>
                  </a:lnTo>
                  <a:lnTo>
                    <a:pt x="348" y="488"/>
                  </a:lnTo>
                  <a:cubicBezTo>
                    <a:pt x="317" y="456"/>
                    <a:pt x="269" y="440"/>
                    <a:pt x="222" y="440"/>
                  </a:cubicBezTo>
                  <a:cubicBezTo>
                    <a:pt x="174" y="440"/>
                    <a:pt x="127" y="456"/>
                    <a:pt x="95" y="488"/>
                  </a:cubicBezTo>
                  <a:cubicBezTo>
                    <a:pt x="0" y="551"/>
                    <a:pt x="0" y="678"/>
                    <a:pt x="63" y="741"/>
                  </a:cubicBezTo>
                  <a:lnTo>
                    <a:pt x="412" y="1089"/>
                  </a:lnTo>
                  <a:cubicBezTo>
                    <a:pt x="443" y="1121"/>
                    <a:pt x="507" y="1153"/>
                    <a:pt x="570" y="1153"/>
                  </a:cubicBezTo>
                  <a:cubicBezTo>
                    <a:pt x="633" y="1153"/>
                    <a:pt x="665" y="1153"/>
                    <a:pt x="697" y="1089"/>
                  </a:cubicBezTo>
                  <a:cubicBezTo>
                    <a:pt x="728" y="1089"/>
                    <a:pt x="728" y="1089"/>
                    <a:pt x="728" y="1058"/>
                  </a:cubicBezTo>
                  <a:lnTo>
                    <a:pt x="1362" y="298"/>
                  </a:lnTo>
                  <a:cubicBezTo>
                    <a:pt x="1425" y="234"/>
                    <a:pt x="1394" y="108"/>
                    <a:pt x="1330" y="44"/>
                  </a:cubicBezTo>
                  <a:cubicBezTo>
                    <a:pt x="1287" y="16"/>
                    <a:pt x="1245" y="0"/>
                    <a:pt x="1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8" name="Google Shape;3518;p36"/>
            <p:cNvSpPr/>
            <p:nvPr/>
          </p:nvSpPr>
          <p:spPr>
            <a:xfrm>
              <a:off x="5024100" y="3104900"/>
              <a:ext cx="74450" cy="9525"/>
            </a:xfrm>
            <a:custGeom>
              <a:avLst/>
              <a:gdLst/>
              <a:ahLst/>
              <a:cxnLst/>
              <a:rect l="l" t="t" r="r" b="b"/>
              <a:pathLst>
                <a:path w="2978" h="381" extrusionOk="0">
                  <a:moveTo>
                    <a:pt x="159" y="0"/>
                  </a:moveTo>
                  <a:cubicBezTo>
                    <a:pt x="64" y="0"/>
                    <a:pt x="1" y="95"/>
                    <a:pt x="1" y="190"/>
                  </a:cubicBezTo>
                  <a:cubicBezTo>
                    <a:pt x="1" y="285"/>
                    <a:pt x="64" y="380"/>
                    <a:pt x="159" y="380"/>
                  </a:cubicBezTo>
                  <a:lnTo>
                    <a:pt x="2819" y="380"/>
                  </a:lnTo>
                  <a:cubicBezTo>
                    <a:pt x="2914" y="380"/>
                    <a:pt x="2977" y="285"/>
                    <a:pt x="2977" y="190"/>
                  </a:cubicBezTo>
                  <a:cubicBezTo>
                    <a:pt x="2977" y="95"/>
                    <a:pt x="2914" y="0"/>
                    <a:pt x="281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9" name="Google Shape;3519;p36"/>
            <p:cNvSpPr/>
            <p:nvPr/>
          </p:nvSpPr>
          <p:spPr>
            <a:xfrm>
              <a:off x="4991650" y="3088975"/>
              <a:ext cx="35650" cy="29400"/>
            </a:xfrm>
            <a:custGeom>
              <a:avLst/>
              <a:gdLst/>
              <a:ahLst/>
              <a:cxnLst/>
              <a:rect l="l" t="t" r="r" b="b"/>
              <a:pathLst>
                <a:path w="1426" h="1176" extrusionOk="0">
                  <a:moveTo>
                    <a:pt x="1223" y="1"/>
                  </a:moveTo>
                  <a:cubicBezTo>
                    <a:pt x="1167" y="1"/>
                    <a:pt x="1116" y="28"/>
                    <a:pt x="1077" y="67"/>
                  </a:cubicBezTo>
                  <a:lnTo>
                    <a:pt x="538" y="700"/>
                  </a:lnTo>
                  <a:lnTo>
                    <a:pt x="348" y="479"/>
                  </a:lnTo>
                  <a:cubicBezTo>
                    <a:pt x="317" y="447"/>
                    <a:pt x="269" y="431"/>
                    <a:pt x="218" y="431"/>
                  </a:cubicBezTo>
                  <a:cubicBezTo>
                    <a:pt x="166" y="431"/>
                    <a:pt x="111" y="447"/>
                    <a:pt x="63" y="479"/>
                  </a:cubicBezTo>
                  <a:cubicBezTo>
                    <a:pt x="0" y="574"/>
                    <a:pt x="0" y="669"/>
                    <a:pt x="63" y="764"/>
                  </a:cubicBezTo>
                  <a:lnTo>
                    <a:pt x="412" y="1080"/>
                  </a:lnTo>
                  <a:cubicBezTo>
                    <a:pt x="443" y="1144"/>
                    <a:pt x="507" y="1175"/>
                    <a:pt x="570" y="1175"/>
                  </a:cubicBezTo>
                  <a:cubicBezTo>
                    <a:pt x="633" y="1175"/>
                    <a:pt x="665" y="1144"/>
                    <a:pt x="697" y="1112"/>
                  </a:cubicBezTo>
                  <a:cubicBezTo>
                    <a:pt x="728" y="1112"/>
                    <a:pt x="728" y="1080"/>
                    <a:pt x="728" y="1080"/>
                  </a:cubicBezTo>
                  <a:lnTo>
                    <a:pt x="1362" y="320"/>
                  </a:lnTo>
                  <a:cubicBezTo>
                    <a:pt x="1425" y="225"/>
                    <a:pt x="1394" y="99"/>
                    <a:pt x="1330" y="35"/>
                  </a:cubicBezTo>
                  <a:cubicBezTo>
                    <a:pt x="1294" y="11"/>
                    <a:pt x="1258" y="1"/>
                    <a:pt x="122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0" name="Google Shape;3520;p36"/>
            <p:cNvSpPr/>
            <p:nvPr/>
          </p:nvSpPr>
          <p:spPr>
            <a:xfrm>
              <a:off x="5004300" y="3003875"/>
              <a:ext cx="52275" cy="40075"/>
            </a:xfrm>
            <a:custGeom>
              <a:avLst/>
              <a:gdLst/>
              <a:ahLst/>
              <a:cxnLst/>
              <a:rect l="l" t="t" r="r" b="b"/>
              <a:pathLst>
                <a:path w="2091" h="1603" extrusionOk="0">
                  <a:moveTo>
                    <a:pt x="1877" y="0"/>
                  </a:moveTo>
                  <a:cubicBezTo>
                    <a:pt x="1844" y="0"/>
                    <a:pt x="1809" y="7"/>
                    <a:pt x="1774" y="19"/>
                  </a:cubicBezTo>
                  <a:lnTo>
                    <a:pt x="96" y="1254"/>
                  </a:lnTo>
                  <a:cubicBezTo>
                    <a:pt x="32" y="1318"/>
                    <a:pt x="1" y="1444"/>
                    <a:pt x="64" y="1539"/>
                  </a:cubicBezTo>
                  <a:cubicBezTo>
                    <a:pt x="96" y="1571"/>
                    <a:pt x="159" y="1603"/>
                    <a:pt x="222" y="1603"/>
                  </a:cubicBezTo>
                  <a:cubicBezTo>
                    <a:pt x="254" y="1603"/>
                    <a:pt x="286" y="1603"/>
                    <a:pt x="317" y="1571"/>
                  </a:cubicBezTo>
                  <a:lnTo>
                    <a:pt x="1996" y="336"/>
                  </a:lnTo>
                  <a:cubicBezTo>
                    <a:pt x="2091" y="272"/>
                    <a:pt x="2091" y="146"/>
                    <a:pt x="2028" y="82"/>
                  </a:cubicBezTo>
                  <a:cubicBezTo>
                    <a:pt x="1987" y="22"/>
                    <a:pt x="1935" y="0"/>
                    <a:pt x="187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1" name="Google Shape;3521;p36"/>
            <p:cNvSpPr/>
            <p:nvPr/>
          </p:nvSpPr>
          <p:spPr>
            <a:xfrm>
              <a:off x="4876050" y="3031450"/>
              <a:ext cx="143325" cy="239725"/>
            </a:xfrm>
            <a:custGeom>
              <a:avLst/>
              <a:gdLst/>
              <a:ahLst/>
              <a:cxnLst/>
              <a:rect l="l" t="t" r="r" b="b"/>
              <a:pathLst>
                <a:path w="5733" h="9589" extrusionOk="0">
                  <a:moveTo>
                    <a:pt x="5204" y="1"/>
                  </a:moveTo>
                  <a:cubicBezTo>
                    <a:pt x="5127" y="1"/>
                    <a:pt x="5047" y="19"/>
                    <a:pt x="4972" y="56"/>
                  </a:cubicBezTo>
                  <a:lnTo>
                    <a:pt x="3896" y="626"/>
                  </a:lnTo>
                  <a:cubicBezTo>
                    <a:pt x="3832" y="658"/>
                    <a:pt x="3737" y="658"/>
                    <a:pt x="3674" y="658"/>
                  </a:cubicBezTo>
                  <a:cubicBezTo>
                    <a:pt x="3294" y="595"/>
                    <a:pt x="2819" y="405"/>
                    <a:pt x="2819" y="405"/>
                  </a:cubicBezTo>
                  <a:cubicBezTo>
                    <a:pt x="2597" y="310"/>
                    <a:pt x="2376" y="246"/>
                    <a:pt x="2154" y="246"/>
                  </a:cubicBezTo>
                  <a:lnTo>
                    <a:pt x="1869" y="246"/>
                  </a:lnTo>
                  <a:cubicBezTo>
                    <a:pt x="1521" y="246"/>
                    <a:pt x="1204" y="405"/>
                    <a:pt x="1014" y="658"/>
                  </a:cubicBezTo>
                  <a:lnTo>
                    <a:pt x="982" y="658"/>
                  </a:lnTo>
                  <a:lnTo>
                    <a:pt x="95" y="1830"/>
                  </a:lnTo>
                  <a:cubicBezTo>
                    <a:pt x="32" y="1893"/>
                    <a:pt x="0" y="2020"/>
                    <a:pt x="0" y="2115"/>
                  </a:cubicBezTo>
                  <a:lnTo>
                    <a:pt x="64" y="3856"/>
                  </a:lnTo>
                  <a:cubicBezTo>
                    <a:pt x="64" y="4110"/>
                    <a:pt x="285" y="4300"/>
                    <a:pt x="539" y="4300"/>
                  </a:cubicBezTo>
                  <a:cubicBezTo>
                    <a:pt x="824" y="4300"/>
                    <a:pt x="1014" y="4078"/>
                    <a:pt x="1014" y="3825"/>
                  </a:cubicBezTo>
                  <a:lnTo>
                    <a:pt x="950" y="2273"/>
                  </a:lnTo>
                  <a:lnTo>
                    <a:pt x="1045" y="2146"/>
                  </a:lnTo>
                  <a:lnTo>
                    <a:pt x="1045" y="4205"/>
                  </a:lnTo>
                  <a:lnTo>
                    <a:pt x="570" y="9050"/>
                  </a:lnTo>
                  <a:cubicBezTo>
                    <a:pt x="570" y="9303"/>
                    <a:pt x="760" y="9557"/>
                    <a:pt x="1045" y="9588"/>
                  </a:cubicBezTo>
                  <a:lnTo>
                    <a:pt x="1077" y="9588"/>
                  </a:lnTo>
                  <a:cubicBezTo>
                    <a:pt x="1331" y="9588"/>
                    <a:pt x="1552" y="9398"/>
                    <a:pt x="1584" y="9145"/>
                  </a:cubicBezTo>
                  <a:lnTo>
                    <a:pt x="1932" y="5472"/>
                  </a:lnTo>
                  <a:cubicBezTo>
                    <a:pt x="2027" y="5472"/>
                    <a:pt x="2091" y="5503"/>
                    <a:pt x="2186" y="5503"/>
                  </a:cubicBezTo>
                  <a:cubicBezTo>
                    <a:pt x="2249" y="5503"/>
                    <a:pt x="2344" y="5472"/>
                    <a:pt x="2407" y="5472"/>
                  </a:cubicBezTo>
                  <a:lnTo>
                    <a:pt x="2851" y="9145"/>
                  </a:lnTo>
                  <a:cubicBezTo>
                    <a:pt x="2882" y="9398"/>
                    <a:pt x="3104" y="9588"/>
                    <a:pt x="3357" y="9588"/>
                  </a:cubicBezTo>
                  <a:lnTo>
                    <a:pt x="3421" y="9588"/>
                  </a:lnTo>
                  <a:cubicBezTo>
                    <a:pt x="3706" y="9557"/>
                    <a:pt x="3896" y="9303"/>
                    <a:pt x="3864" y="9018"/>
                  </a:cubicBezTo>
                  <a:lnTo>
                    <a:pt x="3294" y="4426"/>
                  </a:lnTo>
                  <a:lnTo>
                    <a:pt x="3294" y="4395"/>
                  </a:lnTo>
                  <a:lnTo>
                    <a:pt x="3294" y="1545"/>
                  </a:lnTo>
                  <a:cubicBezTo>
                    <a:pt x="3357" y="1576"/>
                    <a:pt x="3452" y="1576"/>
                    <a:pt x="3516" y="1608"/>
                  </a:cubicBezTo>
                  <a:cubicBezTo>
                    <a:pt x="3580" y="1615"/>
                    <a:pt x="3644" y="1619"/>
                    <a:pt x="3707" y="1619"/>
                  </a:cubicBezTo>
                  <a:cubicBezTo>
                    <a:pt x="3927" y="1619"/>
                    <a:pt x="4143" y="1572"/>
                    <a:pt x="4339" y="1450"/>
                  </a:cubicBezTo>
                  <a:lnTo>
                    <a:pt x="5416" y="911"/>
                  </a:lnTo>
                  <a:cubicBezTo>
                    <a:pt x="5638" y="785"/>
                    <a:pt x="5733" y="500"/>
                    <a:pt x="5638" y="278"/>
                  </a:cubicBezTo>
                  <a:lnTo>
                    <a:pt x="5511" y="120"/>
                  </a:lnTo>
                  <a:cubicBezTo>
                    <a:pt x="5434" y="43"/>
                    <a:pt x="5323" y="1"/>
                    <a:pt x="5204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2" name="Google Shape;3522;p36"/>
            <p:cNvSpPr/>
            <p:nvPr/>
          </p:nvSpPr>
          <p:spPr>
            <a:xfrm>
              <a:off x="4871300" y="3027025"/>
              <a:ext cx="152825" cy="248900"/>
            </a:xfrm>
            <a:custGeom>
              <a:avLst/>
              <a:gdLst/>
              <a:ahLst/>
              <a:cxnLst/>
              <a:rect l="l" t="t" r="r" b="b"/>
              <a:pathLst>
                <a:path w="6113" h="9956" extrusionOk="0">
                  <a:moveTo>
                    <a:pt x="5369" y="389"/>
                  </a:moveTo>
                  <a:cubicBezTo>
                    <a:pt x="5445" y="389"/>
                    <a:pt x="5515" y="416"/>
                    <a:pt x="5574" y="455"/>
                  </a:cubicBezTo>
                  <a:lnTo>
                    <a:pt x="5637" y="582"/>
                  </a:lnTo>
                  <a:cubicBezTo>
                    <a:pt x="5701" y="708"/>
                    <a:pt x="5637" y="867"/>
                    <a:pt x="5511" y="930"/>
                  </a:cubicBezTo>
                  <a:lnTo>
                    <a:pt x="4434" y="1468"/>
                  </a:lnTo>
                  <a:cubicBezTo>
                    <a:pt x="4272" y="1561"/>
                    <a:pt x="4109" y="1620"/>
                    <a:pt x="3935" y="1620"/>
                  </a:cubicBezTo>
                  <a:cubicBezTo>
                    <a:pt x="3871" y="1620"/>
                    <a:pt x="3805" y="1612"/>
                    <a:pt x="3737" y="1595"/>
                  </a:cubicBezTo>
                  <a:cubicBezTo>
                    <a:pt x="3674" y="1595"/>
                    <a:pt x="3579" y="1595"/>
                    <a:pt x="3516" y="1563"/>
                  </a:cubicBezTo>
                  <a:cubicBezTo>
                    <a:pt x="3452" y="1563"/>
                    <a:pt x="3421" y="1563"/>
                    <a:pt x="3357" y="1595"/>
                  </a:cubicBezTo>
                  <a:cubicBezTo>
                    <a:pt x="3326" y="1627"/>
                    <a:pt x="3294" y="1690"/>
                    <a:pt x="3294" y="1753"/>
                  </a:cubicBezTo>
                  <a:lnTo>
                    <a:pt x="3294" y="4572"/>
                  </a:lnTo>
                  <a:lnTo>
                    <a:pt x="3294" y="4603"/>
                  </a:lnTo>
                  <a:lnTo>
                    <a:pt x="3294" y="4635"/>
                  </a:lnTo>
                  <a:lnTo>
                    <a:pt x="3864" y="9259"/>
                  </a:lnTo>
                  <a:cubicBezTo>
                    <a:pt x="3864" y="9322"/>
                    <a:pt x="3832" y="9417"/>
                    <a:pt x="3801" y="9480"/>
                  </a:cubicBezTo>
                  <a:cubicBezTo>
                    <a:pt x="3737" y="9544"/>
                    <a:pt x="3674" y="9575"/>
                    <a:pt x="3579" y="9575"/>
                  </a:cubicBezTo>
                  <a:cubicBezTo>
                    <a:pt x="3562" y="9579"/>
                    <a:pt x="3546" y="9580"/>
                    <a:pt x="3530" y="9580"/>
                  </a:cubicBezTo>
                  <a:cubicBezTo>
                    <a:pt x="3389" y="9580"/>
                    <a:pt x="3259" y="9464"/>
                    <a:pt x="3231" y="9322"/>
                  </a:cubicBezTo>
                  <a:lnTo>
                    <a:pt x="2787" y="5649"/>
                  </a:lnTo>
                  <a:cubicBezTo>
                    <a:pt x="2787" y="5585"/>
                    <a:pt x="2756" y="5554"/>
                    <a:pt x="2692" y="5522"/>
                  </a:cubicBezTo>
                  <a:cubicBezTo>
                    <a:pt x="2670" y="5499"/>
                    <a:pt x="2632" y="5477"/>
                    <a:pt x="2600" y="5477"/>
                  </a:cubicBezTo>
                  <a:cubicBezTo>
                    <a:pt x="2587" y="5477"/>
                    <a:pt x="2575" y="5481"/>
                    <a:pt x="2566" y="5490"/>
                  </a:cubicBezTo>
                  <a:lnTo>
                    <a:pt x="2186" y="5490"/>
                  </a:lnTo>
                  <a:cubicBezTo>
                    <a:pt x="2167" y="5481"/>
                    <a:pt x="2148" y="5477"/>
                    <a:pt x="2131" y="5477"/>
                  </a:cubicBezTo>
                  <a:cubicBezTo>
                    <a:pt x="2088" y="5477"/>
                    <a:pt x="2050" y="5499"/>
                    <a:pt x="2027" y="5522"/>
                  </a:cubicBezTo>
                  <a:cubicBezTo>
                    <a:pt x="1964" y="5554"/>
                    <a:pt x="1964" y="5585"/>
                    <a:pt x="1932" y="5649"/>
                  </a:cubicBezTo>
                  <a:lnTo>
                    <a:pt x="1584" y="9322"/>
                  </a:lnTo>
                  <a:cubicBezTo>
                    <a:pt x="1584" y="9464"/>
                    <a:pt x="1457" y="9580"/>
                    <a:pt x="1294" y="9580"/>
                  </a:cubicBezTo>
                  <a:cubicBezTo>
                    <a:pt x="1275" y="9580"/>
                    <a:pt x="1255" y="9579"/>
                    <a:pt x="1235" y="9575"/>
                  </a:cubicBezTo>
                  <a:cubicBezTo>
                    <a:pt x="1172" y="9575"/>
                    <a:pt x="1077" y="9544"/>
                    <a:pt x="1014" y="9480"/>
                  </a:cubicBezTo>
                  <a:cubicBezTo>
                    <a:pt x="982" y="9417"/>
                    <a:pt x="950" y="9322"/>
                    <a:pt x="950" y="9259"/>
                  </a:cubicBezTo>
                  <a:lnTo>
                    <a:pt x="1426" y="4413"/>
                  </a:lnTo>
                  <a:lnTo>
                    <a:pt x="1426" y="2323"/>
                  </a:lnTo>
                  <a:cubicBezTo>
                    <a:pt x="1426" y="2260"/>
                    <a:pt x="1362" y="2197"/>
                    <a:pt x="1299" y="2165"/>
                  </a:cubicBezTo>
                  <a:cubicBezTo>
                    <a:pt x="1267" y="2133"/>
                    <a:pt x="1267" y="2133"/>
                    <a:pt x="1235" y="2133"/>
                  </a:cubicBezTo>
                  <a:cubicBezTo>
                    <a:pt x="1172" y="2133"/>
                    <a:pt x="1140" y="2165"/>
                    <a:pt x="1109" y="2228"/>
                  </a:cubicBezTo>
                  <a:lnTo>
                    <a:pt x="1014" y="2355"/>
                  </a:lnTo>
                  <a:cubicBezTo>
                    <a:pt x="982" y="2387"/>
                    <a:pt x="950" y="2418"/>
                    <a:pt x="950" y="2482"/>
                  </a:cubicBezTo>
                  <a:lnTo>
                    <a:pt x="1014" y="4033"/>
                  </a:lnTo>
                  <a:cubicBezTo>
                    <a:pt x="1014" y="4128"/>
                    <a:pt x="982" y="4192"/>
                    <a:pt x="950" y="4255"/>
                  </a:cubicBezTo>
                  <a:cubicBezTo>
                    <a:pt x="887" y="4287"/>
                    <a:pt x="824" y="4318"/>
                    <a:pt x="729" y="4318"/>
                  </a:cubicBezTo>
                  <a:cubicBezTo>
                    <a:pt x="570" y="4318"/>
                    <a:pt x="444" y="4223"/>
                    <a:pt x="444" y="4065"/>
                  </a:cubicBezTo>
                  <a:lnTo>
                    <a:pt x="380" y="2323"/>
                  </a:lnTo>
                  <a:cubicBezTo>
                    <a:pt x="380" y="2260"/>
                    <a:pt x="412" y="2197"/>
                    <a:pt x="444" y="2133"/>
                  </a:cubicBezTo>
                  <a:lnTo>
                    <a:pt x="1330" y="993"/>
                  </a:lnTo>
                  <a:cubicBezTo>
                    <a:pt x="1489" y="772"/>
                    <a:pt x="1774" y="645"/>
                    <a:pt x="2027" y="645"/>
                  </a:cubicBezTo>
                  <a:lnTo>
                    <a:pt x="2312" y="645"/>
                  </a:lnTo>
                  <a:cubicBezTo>
                    <a:pt x="2534" y="645"/>
                    <a:pt x="2724" y="708"/>
                    <a:pt x="2914" y="772"/>
                  </a:cubicBezTo>
                  <a:cubicBezTo>
                    <a:pt x="3041" y="835"/>
                    <a:pt x="3452" y="993"/>
                    <a:pt x="3832" y="1057"/>
                  </a:cubicBezTo>
                  <a:cubicBezTo>
                    <a:pt x="3927" y="1057"/>
                    <a:pt x="4054" y="1057"/>
                    <a:pt x="4181" y="993"/>
                  </a:cubicBezTo>
                  <a:lnTo>
                    <a:pt x="5226" y="423"/>
                  </a:lnTo>
                  <a:cubicBezTo>
                    <a:pt x="5274" y="399"/>
                    <a:pt x="5323" y="389"/>
                    <a:pt x="5369" y="389"/>
                  </a:cubicBezTo>
                  <a:close/>
                  <a:moveTo>
                    <a:pt x="5378" y="1"/>
                  </a:moveTo>
                  <a:cubicBezTo>
                    <a:pt x="5272" y="1"/>
                    <a:pt x="5165" y="26"/>
                    <a:pt x="5067" y="75"/>
                  </a:cubicBezTo>
                  <a:lnTo>
                    <a:pt x="3991" y="645"/>
                  </a:lnTo>
                  <a:cubicBezTo>
                    <a:pt x="3959" y="645"/>
                    <a:pt x="3896" y="677"/>
                    <a:pt x="3864" y="677"/>
                  </a:cubicBezTo>
                  <a:cubicBezTo>
                    <a:pt x="3547" y="613"/>
                    <a:pt x="3167" y="455"/>
                    <a:pt x="3072" y="423"/>
                  </a:cubicBezTo>
                  <a:cubicBezTo>
                    <a:pt x="2819" y="328"/>
                    <a:pt x="2566" y="265"/>
                    <a:pt x="2312" y="265"/>
                  </a:cubicBezTo>
                  <a:lnTo>
                    <a:pt x="2027" y="265"/>
                  </a:lnTo>
                  <a:cubicBezTo>
                    <a:pt x="1647" y="265"/>
                    <a:pt x="1299" y="423"/>
                    <a:pt x="1045" y="740"/>
                  </a:cubicBezTo>
                  <a:lnTo>
                    <a:pt x="127" y="1912"/>
                  </a:lnTo>
                  <a:cubicBezTo>
                    <a:pt x="64" y="2007"/>
                    <a:pt x="0" y="2165"/>
                    <a:pt x="0" y="2323"/>
                  </a:cubicBezTo>
                  <a:lnTo>
                    <a:pt x="64" y="4065"/>
                  </a:lnTo>
                  <a:cubicBezTo>
                    <a:pt x="64" y="4413"/>
                    <a:pt x="349" y="4698"/>
                    <a:pt x="729" y="4698"/>
                  </a:cubicBezTo>
                  <a:lnTo>
                    <a:pt x="760" y="4698"/>
                  </a:lnTo>
                  <a:cubicBezTo>
                    <a:pt x="855" y="4698"/>
                    <a:pt x="950" y="4667"/>
                    <a:pt x="1045" y="4603"/>
                  </a:cubicBezTo>
                  <a:lnTo>
                    <a:pt x="1045" y="4603"/>
                  </a:lnTo>
                  <a:lnTo>
                    <a:pt x="570" y="9195"/>
                  </a:lnTo>
                  <a:cubicBezTo>
                    <a:pt x="570" y="9385"/>
                    <a:pt x="634" y="9575"/>
                    <a:pt x="729" y="9702"/>
                  </a:cubicBezTo>
                  <a:cubicBezTo>
                    <a:pt x="855" y="9861"/>
                    <a:pt x="1014" y="9924"/>
                    <a:pt x="1204" y="9956"/>
                  </a:cubicBezTo>
                  <a:lnTo>
                    <a:pt x="1267" y="9956"/>
                  </a:lnTo>
                  <a:cubicBezTo>
                    <a:pt x="1616" y="9956"/>
                    <a:pt x="1932" y="9702"/>
                    <a:pt x="1964" y="9354"/>
                  </a:cubicBezTo>
                  <a:lnTo>
                    <a:pt x="2281" y="5839"/>
                  </a:lnTo>
                  <a:cubicBezTo>
                    <a:pt x="2312" y="5854"/>
                    <a:pt x="2336" y="5862"/>
                    <a:pt x="2360" y="5862"/>
                  </a:cubicBezTo>
                  <a:cubicBezTo>
                    <a:pt x="2383" y="5862"/>
                    <a:pt x="2407" y="5854"/>
                    <a:pt x="2439" y="5839"/>
                  </a:cubicBezTo>
                  <a:lnTo>
                    <a:pt x="2851" y="9354"/>
                  </a:lnTo>
                  <a:cubicBezTo>
                    <a:pt x="2882" y="9702"/>
                    <a:pt x="3199" y="9956"/>
                    <a:pt x="3547" y="9956"/>
                  </a:cubicBezTo>
                  <a:lnTo>
                    <a:pt x="3611" y="9956"/>
                  </a:lnTo>
                  <a:cubicBezTo>
                    <a:pt x="3801" y="9924"/>
                    <a:pt x="3959" y="9829"/>
                    <a:pt x="4086" y="9702"/>
                  </a:cubicBezTo>
                  <a:cubicBezTo>
                    <a:pt x="4181" y="9544"/>
                    <a:pt x="4244" y="9354"/>
                    <a:pt x="4212" y="9195"/>
                  </a:cubicBezTo>
                  <a:lnTo>
                    <a:pt x="3674" y="4572"/>
                  </a:lnTo>
                  <a:lnTo>
                    <a:pt x="3674" y="1943"/>
                  </a:lnTo>
                  <a:cubicBezTo>
                    <a:pt x="3756" y="1960"/>
                    <a:pt x="3838" y="1968"/>
                    <a:pt x="3919" y="1968"/>
                  </a:cubicBezTo>
                  <a:cubicBezTo>
                    <a:pt x="4154" y="1968"/>
                    <a:pt x="4389" y="1902"/>
                    <a:pt x="4624" y="1785"/>
                  </a:cubicBezTo>
                  <a:lnTo>
                    <a:pt x="5669" y="1247"/>
                  </a:lnTo>
                  <a:cubicBezTo>
                    <a:pt x="5986" y="1088"/>
                    <a:pt x="6113" y="708"/>
                    <a:pt x="5986" y="392"/>
                  </a:cubicBezTo>
                  <a:cubicBezTo>
                    <a:pt x="5954" y="360"/>
                    <a:pt x="5954" y="360"/>
                    <a:pt x="5954" y="360"/>
                  </a:cubicBezTo>
                  <a:lnTo>
                    <a:pt x="5859" y="201"/>
                  </a:lnTo>
                  <a:lnTo>
                    <a:pt x="5828" y="201"/>
                  </a:lnTo>
                  <a:cubicBezTo>
                    <a:pt x="5711" y="65"/>
                    <a:pt x="5546" y="1"/>
                    <a:pt x="537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3" name="Google Shape;3523;p36"/>
            <p:cNvSpPr/>
            <p:nvPr/>
          </p:nvSpPr>
          <p:spPr>
            <a:xfrm>
              <a:off x="4906925" y="2990875"/>
              <a:ext cx="46725" cy="45150"/>
            </a:xfrm>
            <a:custGeom>
              <a:avLst/>
              <a:gdLst/>
              <a:ahLst/>
              <a:cxnLst/>
              <a:rect l="l" t="t" r="r" b="b"/>
              <a:pathLst>
                <a:path w="1869" h="1806" extrusionOk="0">
                  <a:moveTo>
                    <a:pt x="919" y="1"/>
                  </a:moveTo>
                  <a:cubicBezTo>
                    <a:pt x="412" y="1"/>
                    <a:pt x="1" y="412"/>
                    <a:pt x="1" y="919"/>
                  </a:cubicBezTo>
                  <a:cubicBezTo>
                    <a:pt x="1" y="1394"/>
                    <a:pt x="412" y="1806"/>
                    <a:pt x="919" y="1806"/>
                  </a:cubicBezTo>
                  <a:cubicBezTo>
                    <a:pt x="1457" y="1806"/>
                    <a:pt x="1869" y="1394"/>
                    <a:pt x="1869" y="919"/>
                  </a:cubicBezTo>
                  <a:cubicBezTo>
                    <a:pt x="1869" y="412"/>
                    <a:pt x="1457" y="1"/>
                    <a:pt x="9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4" name="Google Shape;3524;p36"/>
            <p:cNvSpPr/>
            <p:nvPr/>
          </p:nvSpPr>
          <p:spPr>
            <a:xfrm>
              <a:off x="4902975" y="2986125"/>
              <a:ext cx="55425" cy="54650"/>
            </a:xfrm>
            <a:custGeom>
              <a:avLst/>
              <a:gdLst/>
              <a:ahLst/>
              <a:cxnLst/>
              <a:rect l="l" t="t" r="r" b="b"/>
              <a:pathLst>
                <a:path w="2217" h="2186" extrusionOk="0">
                  <a:moveTo>
                    <a:pt x="1109" y="381"/>
                  </a:moveTo>
                  <a:cubicBezTo>
                    <a:pt x="1489" y="381"/>
                    <a:pt x="1837" y="697"/>
                    <a:pt x="1837" y="1109"/>
                  </a:cubicBezTo>
                  <a:cubicBezTo>
                    <a:pt x="1837" y="1489"/>
                    <a:pt x="1489" y="1806"/>
                    <a:pt x="1109" y="1806"/>
                  </a:cubicBezTo>
                  <a:cubicBezTo>
                    <a:pt x="697" y="1806"/>
                    <a:pt x="349" y="1489"/>
                    <a:pt x="349" y="1109"/>
                  </a:cubicBezTo>
                  <a:cubicBezTo>
                    <a:pt x="349" y="697"/>
                    <a:pt x="697" y="381"/>
                    <a:pt x="1109" y="381"/>
                  </a:cubicBezTo>
                  <a:close/>
                  <a:moveTo>
                    <a:pt x="1109" y="1"/>
                  </a:moveTo>
                  <a:cubicBezTo>
                    <a:pt x="475" y="1"/>
                    <a:pt x="0" y="507"/>
                    <a:pt x="0" y="1109"/>
                  </a:cubicBezTo>
                  <a:cubicBezTo>
                    <a:pt x="0" y="1711"/>
                    <a:pt x="475" y="2186"/>
                    <a:pt x="1109" y="2186"/>
                  </a:cubicBezTo>
                  <a:cubicBezTo>
                    <a:pt x="1710" y="2186"/>
                    <a:pt x="2217" y="1711"/>
                    <a:pt x="2217" y="1109"/>
                  </a:cubicBezTo>
                  <a:cubicBezTo>
                    <a:pt x="2217" y="507"/>
                    <a:pt x="1710" y="1"/>
                    <a:pt x="110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5" name="Google Shape;3525;p36"/>
            <p:cNvSpPr/>
            <p:nvPr/>
          </p:nvSpPr>
          <p:spPr>
            <a:xfrm>
              <a:off x="5133350" y="3039500"/>
              <a:ext cx="10325" cy="9200"/>
            </a:xfrm>
            <a:custGeom>
              <a:avLst/>
              <a:gdLst/>
              <a:ahLst/>
              <a:cxnLst/>
              <a:rect l="l" t="t" r="r" b="b"/>
              <a:pathLst>
                <a:path w="413" h="368" extrusionOk="0">
                  <a:moveTo>
                    <a:pt x="207" y="0"/>
                  </a:moveTo>
                  <a:cubicBezTo>
                    <a:pt x="170" y="0"/>
                    <a:pt x="131" y="8"/>
                    <a:pt x="96" y="19"/>
                  </a:cubicBezTo>
                  <a:cubicBezTo>
                    <a:pt x="33" y="83"/>
                    <a:pt x="1" y="178"/>
                    <a:pt x="33" y="241"/>
                  </a:cubicBezTo>
                  <a:cubicBezTo>
                    <a:pt x="64" y="336"/>
                    <a:pt x="128" y="368"/>
                    <a:pt x="191" y="368"/>
                  </a:cubicBezTo>
                  <a:lnTo>
                    <a:pt x="254" y="368"/>
                  </a:lnTo>
                  <a:cubicBezTo>
                    <a:pt x="286" y="368"/>
                    <a:pt x="286" y="336"/>
                    <a:pt x="318" y="336"/>
                  </a:cubicBezTo>
                  <a:cubicBezTo>
                    <a:pt x="381" y="273"/>
                    <a:pt x="413" y="178"/>
                    <a:pt x="349" y="83"/>
                  </a:cubicBezTo>
                  <a:cubicBezTo>
                    <a:pt x="329" y="22"/>
                    <a:pt x="271" y="0"/>
                    <a:pt x="20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6" name="Google Shape;3526;p36"/>
            <p:cNvSpPr/>
            <p:nvPr/>
          </p:nvSpPr>
          <p:spPr>
            <a:xfrm>
              <a:off x="5131775" y="2990875"/>
              <a:ext cx="45950" cy="45150"/>
            </a:xfrm>
            <a:custGeom>
              <a:avLst/>
              <a:gdLst/>
              <a:ahLst/>
              <a:cxnLst/>
              <a:rect l="l" t="t" r="r" b="b"/>
              <a:pathLst>
                <a:path w="1838" h="1806" extrusionOk="0">
                  <a:moveTo>
                    <a:pt x="919" y="1"/>
                  </a:moveTo>
                  <a:cubicBezTo>
                    <a:pt x="412" y="1"/>
                    <a:pt x="1" y="412"/>
                    <a:pt x="1" y="919"/>
                  </a:cubicBezTo>
                  <a:cubicBezTo>
                    <a:pt x="1" y="1394"/>
                    <a:pt x="412" y="1806"/>
                    <a:pt x="919" y="1806"/>
                  </a:cubicBezTo>
                  <a:cubicBezTo>
                    <a:pt x="1426" y="1806"/>
                    <a:pt x="1837" y="1394"/>
                    <a:pt x="1837" y="919"/>
                  </a:cubicBezTo>
                  <a:cubicBezTo>
                    <a:pt x="1837" y="412"/>
                    <a:pt x="1426" y="1"/>
                    <a:pt x="9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7" name="Google Shape;3527;p36"/>
            <p:cNvSpPr/>
            <p:nvPr/>
          </p:nvSpPr>
          <p:spPr>
            <a:xfrm>
              <a:off x="5127025" y="2986125"/>
              <a:ext cx="55450" cy="54650"/>
            </a:xfrm>
            <a:custGeom>
              <a:avLst/>
              <a:gdLst/>
              <a:ahLst/>
              <a:cxnLst/>
              <a:rect l="l" t="t" r="r" b="b"/>
              <a:pathLst>
                <a:path w="2218" h="2186" extrusionOk="0">
                  <a:moveTo>
                    <a:pt x="1109" y="381"/>
                  </a:moveTo>
                  <a:cubicBezTo>
                    <a:pt x="1521" y="381"/>
                    <a:pt x="1869" y="697"/>
                    <a:pt x="1869" y="1109"/>
                  </a:cubicBezTo>
                  <a:cubicBezTo>
                    <a:pt x="1869" y="1489"/>
                    <a:pt x="1521" y="1806"/>
                    <a:pt x="1109" y="1806"/>
                  </a:cubicBezTo>
                  <a:cubicBezTo>
                    <a:pt x="697" y="1806"/>
                    <a:pt x="381" y="1489"/>
                    <a:pt x="381" y="1109"/>
                  </a:cubicBezTo>
                  <a:cubicBezTo>
                    <a:pt x="381" y="697"/>
                    <a:pt x="729" y="381"/>
                    <a:pt x="1109" y="381"/>
                  </a:cubicBezTo>
                  <a:close/>
                  <a:moveTo>
                    <a:pt x="1109" y="1"/>
                  </a:moveTo>
                  <a:cubicBezTo>
                    <a:pt x="507" y="1"/>
                    <a:pt x="1" y="507"/>
                    <a:pt x="1" y="1109"/>
                  </a:cubicBezTo>
                  <a:cubicBezTo>
                    <a:pt x="1" y="1711"/>
                    <a:pt x="507" y="2186"/>
                    <a:pt x="1109" y="2186"/>
                  </a:cubicBezTo>
                  <a:cubicBezTo>
                    <a:pt x="1742" y="2186"/>
                    <a:pt x="2217" y="1711"/>
                    <a:pt x="2217" y="1109"/>
                  </a:cubicBezTo>
                  <a:cubicBezTo>
                    <a:pt x="2217" y="507"/>
                    <a:pt x="1742" y="1"/>
                    <a:pt x="110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8" name="Google Shape;3528;p36"/>
            <p:cNvSpPr/>
            <p:nvPr/>
          </p:nvSpPr>
          <p:spPr>
            <a:xfrm>
              <a:off x="5066050" y="3038375"/>
              <a:ext cx="143350" cy="232800"/>
            </a:xfrm>
            <a:custGeom>
              <a:avLst/>
              <a:gdLst/>
              <a:ahLst/>
              <a:cxnLst/>
              <a:rect l="l" t="t" r="r" b="b"/>
              <a:pathLst>
                <a:path w="5734" h="9312" extrusionOk="0">
                  <a:moveTo>
                    <a:pt x="3453" y="1"/>
                  </a:moveTo>
                  <a:cubicBezTo>
                    <a:pt x="3231" y="1"/>
                    <a:pt x="3041" y="64"/>
                    <a:pt x="2851" y="159"/>
                  </a:cubicBezTo>
                  <a:lnTo>
                    <a:pt x="2851" y="191"/>
                  </a:lnTo>
                  <a:cubicBezTo>
                    <a:pt x="2661" y="318"/>
                    <a:pt x="2471" y="508"/>
                    <a:pt x="2281" y="729"/>
                  </a:cubicBezTo>
                  <a:cubicBezTo>
                    <a:pt x="2091" y="919"/>
                    <a:pt x="1933" y="1109"/>
                    <a:pt x="1774" y="1204"/>
                  </a:cubicBezTo>
                  <a:cubicBezTo>
                    <a:pt x="1730" y="1227"/>
                    <a:pt x="1685" y="1249"/>
                    <a:pt x="1640" y="1249"/>
                  </a:cubicBezTo>
                  <a:cubicBezTo>
                    <a:pt x="1622" y="1249"/>
                    <a:pt x="1603" y="1245"/>
                    <a:pt x="1584" y="1236"/>
                  </a:cubicBezTo>
                  <a:lnTo>
                    <a:pt x="793" y="793"/>
                  </a:lnTo>
                  <a:cubicBezTo>
                    <a:pt x="715" y="754"/>
                    <a:pt x="635" y="736"/>
                    <a:pt x="557" y="736"/>
                  </a:cubicBezTo>
                  <a:cubicBezTo>
                    <a:pt x="380" y="736"/>
                    <a:pt x="216" y="829"/>
                    <a:pt x="128" y="983"/>
                  </a:cubicBezTo>
                  <a:cubicBezTo>
                    <a:pt x="1" y="1204"/>
                    <a:pt x="96" y="1489"/>
                    <a:pt x="318" y="1616"/>
                  </a:cubicBezTo>
                  <a:lnTo>
                    <a:pt x="1141" y="2059"/>
                  </a:lnTo>
                  <a:cubicBezTo>
                    <a:pt x="1304" y="2141"/>
                    <a:pt x="1484" y="2181"/>
                    <a:pt x="1665" y="2181"/>
                  </a:cubicBezTo>
                  <a:cubicBezTo>
                    <a:pt x="1905" y="2181"/>
                    <a:pt x="2145" y="2109"/>
                    <a:pt x="2344" y="1964"/>
                  </a:cubicBezTo>
                  <a:cubicBezTo>
                    <a:pt x="2376" y="1933"/>
                    <a:pt x="2408" y="1901"/>
                    <a:pt x="2440" y="1869"/>
                  </a:cubicBezTo>
                  <a:lnTo>
                    <a:pt x="2440" y="4118"/>
                  </a:lnTo>
                  <a:lnTo>
                    <a:pt x="2440" y="4149"/>
                  </a:lnTo>
                  <a:lnTo>
                    <a:pt x="1901" y="8773"/>
                  </a:lnTo>
                  <a:cubicBezTo>
                    <a:pt x="1869" y="9026"/>
                    <a:pt x="2059" y="9280"/>
                    <a:pt x="2313" y="9311"/>
                  </a:cubicBezTo>
                  <a:lnTo>
                    <a:pt x="2376" y="9311"/>
                  </a:lnTo>
                  <a:cubicBezTo>
                    <a:pt x="2630" y="9311"/>
                    <a:pt x="2851" y="9121"/>
                    <a:pt x="2883" y="8868"/>
                  </a:cubicBezTo>
                  <a:lnTo>
                    <a:pt x="3326" y="5195"/>
                  </a:lnTo>
                  <a:cubicBezTo>
                    <a:pt x="3421" y="5226"/>
                    <a:pt x="3485" y="5226"/>
                    <a:pt x="3580" y="5226"/>
                  </a:cubicBezTo>
                  <a:cubicBezTo>
                    <a:pt x="3643" y="5226"/>
                    <a:pt x="3706" y="5226"/>
                    <a:pt x="3801" y="5195"/>
                  </a:cubicBezTo>
                  <a:lnTo>
                    <a:pt x="4150" y="8868"/>
                  </a:lnTo>
                  <a:cubicBezTo>
                    <a:pt x="4181" y="9121"/>
                    <a:pt x="4403" y="9311"/>
                    <a:pt x="4656" y="9311"/>
                  </a:cubicBezTo>
                  <a:lnTo>
                    <a:pt x="4688" y="9311"/>
                  </a:lnTo>
                  <a:cubicBezTo>
                    <a:pt x="4973" y="9280"/>
                    <a:pt x="5195" y="9058"/>
                    <a:pt x="5163" y="8773"/>
                  </a:cubicBezTo>
                  <a:lnTo>
                    <a:pt x="4688" y="3959"/>
                  </a:lnTo>
                  <a:lnTo>
                    <a:pt x="4688" y="1869"/>
                  </a:lnTo>
                  <a:lnTo>
                    <a:pt x="4783" y="1996"/>
                  </a:lnTo>
                  <a:lnTo>
                    <a:pt x="4720" y="3579"/>
                  </a:lnTo>
                  <a:cubicBezTo>
                    <a:pt x="4720" y="3833"/>
                    <a:pt x="4910" y="4054"/>
                    <a:pt x="5195" y="4054"/>
                  </a:cubicBezTo>
                  <a:cubicBezTo>
                    <a:pt x="5448" y="4054"/>
                    <a:pt x="5670" y="3833"/>
                    <a:pt x="5670" y="3579"/>
                  </a:cubicBezTo>
                  <a:lnTo>
                    <a:pt x="5733" y="1869"/>
                  </a:lnTo>
                  <a:cubicBezTo>
                    <a:pt x="5733" y="1743"/>
                    <a:pt x="5701" y="1648"/>
                    <a:pt x="5638" y="1553"/>
                  </a:cubicBezTo>
                  <a:lnTo>
                    <a:pt x="4751" y="413"/>
                  </a:lnTo>
                  <a:lnTo>
                    <a:pt x="4720" y="413"/>
                  </a:lnTo>
                  <a:cubicBezTo>
                    <a:pt x="4530" y="159"/>
                    <a:pt x="4213" y="1"/>
                    <a:pt x="389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9" name="Google Shape;3529;p36"/>
            <p:cNvSpPr/>
            <p:nvPr/>
          </p:nvSpPr>
          <p:spPr>
            <a:xfrm>
              <a:off x="5062900" y="3033625"/>
              <a:ext cx="151250" cy="242375"/>
            </a:xfrm>
            <a:custGeom>
              <a:avLst/>
              <a:gdLst/>
              <a:ahLst/>
              <a:cxnLst/>
              <a:rect l="l" t="t" r="r" b="b"/>
              <a:pathLst>
                <a:path w="6050" h="9695" extrusionOk="0">
                  <a:moveTo>
                    <a:pt x="4022" y="381"/>
                  </a:moveTo>
                  <a:cubicBezTo>
                    <a:pt x="4276" y="381"/>
                    <a:pt x="4529" y="476"/>
                    <a:pt x="4719" y="698"/>
                  </a:cubicBezTo>
                  <a:lnTo>
                    <a:pt x="5606" y="1869"/>
                  </a:lnTo>
                  <a:cubicBezTo>
                    <a:pt x="5637" y="1901"/>
                    <a:pt x="5669" y="1964"/>
                    <a:pt x="5669" y="2028"/>
                  </a:cubicBezTo>
                  <a:lnTo>
                    <a:pt x="5606" y="3769"/>
                  </a:lnTo>
                  <a:cubicBezTo>
                    <a:pt x="5606" y="3928"/>
                    <a:pt x="5479" y="4054"/>
                    <a:pt x="5321" y="4054"/>
                  </a:cubicBezTo>
                  <a:cubicBezTo>
                    <a:pt x="5226" y="4054"/>
                    <a:pt x="5162" y="4023"/>
                    <a:pt x="5099" y="3959"/>
                  </a:cubicBezTo>
                  <a:cubicBezTo>
                    <a:pt x="5067" y="3896"/>
                    <a:pt x="5036" y="3833"/>
                    <a:pt x="5036" y="3738"/>
                  </a:cubicBezTo>
                  <a:lnTo>
                    <a:pt x="5099" y="2186"/>
                  </a:lnTo>
                  <a:cubicBezTo>
                    <a:pt x="5099" y="2154"/>
                    <a:pt x="5067" y="2091"/>
                    <a:pt x="5036" y="2059"/>
                  </a:cubicBezTo>
                  <a:lnTo>
                    <a:pt x="4972" y="1933"/>
                  </a:lnTo>
                  <a:cubicBezTo>
                    <a:pt x="4909" y="1869"/>
                    <a:pt x="4814" y="1869"/>
                    <a:pt x="4751" y="1869"/>
                  </a:cubicBezTo>
                  <a:cubicBezTo>
                    <a:pt x="4687" y="1901"/>
                    <a:pt x="4624" y="1996"/>
                    <a:pt x="4624" y="2059"/>
                  </a:cubicBezTo>
                  <a:lnTo>
                    <a:pt x="4624" y="4149"/>
                  </a:lnTo>
                  <a:lnTo>
                    <a:pt x="5099" y="8963"/>
                  </a:lnTo>
                  <a:cubicBezTo>
                    <a:pt x="5099" y="9058"/>
                    <a:pt x="5067" y="9153"/>
                    <a:pt x="5036" y="9216"/>
                  </a:cubicBezTo>
                  <a:cubicBezTo>
                    <a:pt x="4972" y="9280"/>
                    <a:pt x="4877" y="9311"/>
                    <a:pt x="4814" y="9311"/>
                  </a:cubicBezTo>
                  <a:cubicBezTo>
                    <a:pt x="4794" y="9315"/>
                    <a:pt x="4775" y="9316"/>
                    <a:pt x="4756" y="9316"/>
                  </a:cubicBezTo>
                  <a:cubicBezTo>
                    <a:pt x="4593" y="9316"/>
                    <a:pt x="4466" y="9197"/>
                    <a:pt x="4466" y="9026"/>
                  </a:cubicBezTo>
                  <a:lnTo>
                    <a:pt x="4117" y="5353"/>
                  </a:lnTo>
                  <a:cubicBezTo>
                    <a:pt x="4086" y="5321"/>
                    <a:pt x="4086" y="5258"/>
                    <a:pt x="4022" y="5226"/>
                  </a:cubicBezTo>
                  <a:cubicBezTo>
                    <a:pt x="3991" y="5195"/>
                    <a:pt x="3959" y="5195"/>
                    <a:pt x="3927" y="5195"/>
                  </a:cubicBezTo>
                  <a:lnTo>
                    <a:pt x="3864" y="5195"/>
                  </a:lnTo>
                  <a:cubicBezTo>
                    <a:pt x="3801" y="5210"/>
                    <a:pt x="3737" y="5218"/>
                    <a:pt x="3674" y="5218"/>
                  </a:cubicBezTo>
                  <a:cubicBezTo>
                    <a:pt x="3611" y="5218"/>
                    <a:pt x="3547" y="5210"/>
                    <a:pt x="3484" y="5195"/>
                  </a:cubicBezTo>
                  <a:cubicBezTo>
                    <a:pt x="3465" y="5185"/>
                    <a:pt x="3450" y="5181"/>
                    <a:pt x="3435" y="5181"/>
                  </a:cubicBezTo>
                  <a:cubicBezTo>
                    <a:pt x="3399" y="5181"/>
                    <a:pt x="3370" y="5204"/>
                    <a:pt x="3326" y="5226"/>
                  </a:cubicBezTo>
                  <a:cubicBezTo>
                    <a:pt x="3294" y="5258"/>
                    <a:pt x="3262" y="5290"/>
                    <a:pt x="3262" y="5353"/>
                  </a:cubicBezTo>
                  <a:lnTo>
                    <a:pt x="2819" y="9026"/>
                  </a:lnTo>
                  <a:cubicBezTo>
                    <a:pt x="2787" y="9185"/>
                    <a:pt x="2661" y="9311"/>
                    <a:pt x="2502" y="9311"/>
                  </a:cubicBezTo>
                  <a:lnTo>
                    <a:pt x="2470" y="9311"/>
                  </a:lnTo>
                  <a:cubicBezTo>
                    <a:pt x="2375" y="9280"/>
                    <a:pt x="2280" y="9248"/>
                    <a:pt x="2249" y="9185"/>
                  </a:cubicBezTo>
                  <a:cubicBezTo>
                    <a:pt x="2185" y="9121"/>
                    <a:pt x="2154" y="9026"/>
                    <a:pt x="2185" y="8963"/>
                  </a:cubicBezTo>
                  <a:lnTo>
                    <a:pt x="2756" y="4339"/>
                  </a:lnTo>
                  <a:lnTo>
                    <a:pt x="2756" y="4308"/>
                  </a:lnTo>
                  <a:lnTo>
                    <a:pt x="2756" y="2028"/>
                  </a:lnTo>
                  <a:cubicBezTo>
                    <a:pt x="2756" y="1964"/>
                    <a:pt x="2692" y="1901"/>
                    <a:pt x="2629" y="1869"/>
                  </a:cubicBezTo>
                  <a:cubicBezTo>
                    <a:pt x="2603" y="1856"/>
                    <a:pt x="2576" y="1848"/>
                    <a:pt x="2550" y="1848"/>
                  </a:cubicBezTo>
                  <a:cubicBezTo>
                    <a:pt x="2513" y="1848"/>
                    <a:pt x="2476" y="1864"/>
                    <a:pt x="2439" y="1901"/>
                  </a:cubicBezTo>
                  <a:cubicBezTo>
                    <a:pt x="2407" y="1933"/>
                    <a:pt x="2375" y="1964"/>
                    <a:pt x="2344" y="1964"/>
                  </a:cubicBezTo>
                  <a:cubicBezTo>
                    <a:pt x="2178" y="2094"/>
                    <a:pt x="1968" y="2158"/>
                    <a:pt x="1760" y="2158"/>
                  </a:cubicBezTo>
                  <a:cubicBezTo>
                    <a:pt x="1611" y="2158"/>
                    <a:pt x="1462" y="2125"/>
                    <a:pt x="1330" y="2059"/>
                  </a:cubicBezTo>
                  <a:lnTo>
                    <a:pt x="539" y="1616"/>
                  </a:lnTo>
                  <a:cubicBezTo>
                    <a:pt x="475" y="1584"/>
                    <a:pt x="412" y="1521"/>
                    <a:pt x="380" y="1458"/>
                  </a:cubicBezTo>
                  <a:cubicBezTo>
                    <a:pt x="380" y="1394"/>
                    <a:pt x="380" y="1299"/>
                    <a:pt x="412" y="1236"/>
                  </a:cubicBezTo>
                  <a:cubicBezTo>
                    <a:pt x="454" y="1151"/>
                    <a:pt x="553" y="1095"/>
                    <a:pt x="651" y="1095"/>
                  </a:cubicBezTo>
                  <a:cubicBezTo>
                    <a:pt x="701" y="1095"/>
                    <a:pt x="750" y="1109"/>
                    <a:pt x="792" y="1141"/>
                  </a:cubicBezTo>
                  <a:lnTo>
                    <a:pt x="1615" y="1553"/>
                  </a:lnTo>
                  <a:cubicBezTo>
                    <a:pt x="1672" y="1581"/>
                    <a:pt x="1736" y="1597"/>
                    <a:pt x="1797" y="1597"/>
                  </a:cubicBezTo>
                  <a:cubicBezTo>
                    <a:pt x="1872" y="1597"/>
                    <a:pt x="1943" y="1573"/>
                    <a:pt x="1995" y="1521"/>
                  </a:cubicBezTo>
                  <a:cubicBezTo>
                    <a:pt x="2154" y="1394"/>
                    <a:pt x="2344" y="1204"/>
                    <a:pt x="2534" y="1014"/>
                  </a:cubicBezTo>
                  <a:cubicBezTo>
                    <a:pt x="2724" y="824"/>
                    <a:pt x="2914" y="634"/>
                    <a:pt x="3072" y="508"/>
                  </a:cubicBezTo>
                  <a:cubicBezTo>
                    <a:pt x="3231" y="413"/>
                    <a:pt x="3421" y="381"/>
                    <a:pt x="3579" y="381"/>
                  </a:cubicBezTo>
                  <a:close/>
                  <a:moveTo>
                    <a:pt x="3579" y="1"/>
                  </a:moveTo>
                  <a:cubicBezTo>
                    <a:pt x="3326" y="1"/>
                    <a:pt x="3104" y="64"/>
                    <a:pt x="2882" y="191"/>
                  </a:cubicBezTo>
                  <a:cubicBezTo>
                    <a:pt x="2661" y="349"/>
                    <a:pt x="2470" y="539"/>
                    <a:pt x="2249" y="761"/>
                  </a:cubicBezTo>
                  <a:cubicBezTo>
                    <a:pt x="2090" y="919"/>
                    <a:pt x="1932" y="1109"/>
                    <a:pt x="1774" y="1236"/>
                  </a:cubicBezTo>
                  <a:lnTo>
                    <a:pt x="982" y="793"/>
                  </a:lnTo>
                  <a:cubicBezTo>
                    <a:pt x="890" y="746"/>
                    <a:pt x="789" y="724"/>
                    <a:pt x="689" y="724"/>
                  </a:cubicBezTo>
                  <a:cubicBezTo>
                    <a:pt x="447" y="724"/>
                    <a:pt x="207" y="853"/>
                    <a:pt x="95" y="1078"/>
                  </a:cubicBezTo>
                  <a:cubicBezTo>
                    <a:pt x="0" y="1236"/>
                    <a:pt x="0" y="1394"/>
                    <a:pt x="32" y="1584"/>
                  </a:cubicBezTo>
                  <a:cubicBezTo>
                    <a:pt x="95" y="1743"/>
                    <a:pt x="190" y="1869"/>
                    <a:pt x="349" y="1964"/>
                  </a:cubicBezTo>
                  <a:lnTo>
                    <a:pt x="1172" y="2408"/>
                  </a:lnTo>
                  <a:cubicBezTo>
                    <a:pt x="1362" y="2503"/>
                    <a:pt x="1568" y="2550"/>
                    <a:pt x="1774" y="2550"/>
                  </a:cubicBezTo>
                  <a:cubicBezTo>
                    <a:pt x="1980" y="2550"/>
                    <a:pt x="2185" y="2503"/>
                    <a:pt x="2375" y="2408"/>
                  </a:cubicBezTo>
                  <a:lnTo>
                    <a:pt x="2375" y="4308"/>
                  </a:lnTo>
                  <a:lnTo>
                    <a:pt x="1805" y="8931"/>
                  </a:lnTo>
                  <a:cubicBezTo>
                    <a:pt x="1805" y="9090"/>
                    <a:pt x="1837" y="9280"/>
                    <a:pt x="1964" y="9438"/>
                  </a:cubicBezTo>
                  <a:cubicBezTo>
                    <a:pt x="2090" y="9565"/>
                    <a:pt x="2249" y="9660"/>
                    <a:pt x="2439" y="9692"/>
                  </a:cubicBezTo>
                  <a:cubicBezTo>
                    <a:pt x="2460" y="9693"/>
                    <a:pt x="2482" y="9694"/>
                    <a:pt x="2503" y="9694"/>
                  </a:cubicBezTo>
                  <a:cubicBezTo>
                    <a:pt x="2854" y="9694"/>
                    <a:pt x="3139" y="9448"/>
                    <a:pt x="3199" y="9090"/>
                  </a:cubicBezTo>
                  <a:lnTo>
                    <a:pt x="3611" y="5575"/>
                  </a:lnTo>
                  <a:lnTo>
                    <a:pt x="3737" y="5575"/>
                  </a:lnTo>
                  <a:lnTo>
                    <a:pt x="4086" y="9090"/>
                  </a:lnTo>
                  <a:cubicBezTo>
                    <a:pt x="4117" y="9438"/>
                    <a:pt x="4434" y="9692"/>
                    <a:pt x="4782" y="9692"/>
                  </a:cubicBezTo>
                  <a:lnTo>
                    <a:pt x="4846" y="9692"/>
                  </a:lnTo>
                  <a:cubicBezTo>
                    <a:pt x="5036" y="9660"/>
                    <a:pt x="5194" y="9565"/>
                    <a:pt x="5321" y="9438"/>
                  </a:cubicBezTo>
                  <a:cubicBezTo>
                    <a:pt x="5416" y="9280"/>
                    <a:pt x="5479" y="9121"/>
                    <a:pt x="5479" y="8931"/>
                  </a:cubicBezTo>
                  <a:lnTo>
                    <a:pt x="5004" y="4339"/>
                  </a:lnTo>
                  <a:lnTo>
                    <a:pt x="5004" y="4339"/>
                  </a:lnTo>
                  <a:cubicBezTo>
                    <a:pt x="5099" y="4371"/>
                    <a:pt x="5194" y="4403"/>
                    <a:pt x="5321" y="4403"/>
                  </a:cubicBezTo>
                  <a:cubicBezTo>
                    <a:pt x="5669" y="4403"/>
                    <a:pt x="5986" y="4149"/>
                    <a:pt x="5986" y="3769"/>
                  </a:cubicBezTo>
                  <a:lnTo>
                    <a:pt x="6049" y="2059"/>
                  </a:lnTo>
                  <a:cubicBezTo>
                    <a:pt x="6049" y="1901"/>
                    <a:pt x="5986" y="1743"/>
                    <a:pt x="5891" y="1616"/>
                  </a:cubicBezTo>
                  <a:lnTo>
                    <a:pt x="5004" y="476"/>
                  </a:lnTo>
                  <a:cubicBezTo>
                    <a:pt x="4751" y="159"/>
                    <a:pt x="4402" y="1"/>
                    <a:pt x="402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0" name="Google Shape;3530;p36"/>
            <p:cNvSpPr/>
            <p:nvPr/>
          </p:nvSpPr>
          <p:spPr>
            <a:xfrm>
              <a:off x="4799250" y="2543550"/>
              <a:ext cx="127500" cy="114050"/>
            </a:xfrm>
            <a:custGeom>
              <a:avLst/>
              <a:gdLst/>
              <a:ahLst/>
              <a:cxnLst/>
              <a:rect l="l" t="t" r="r" b="b"/>
              <a:pathLst>
                <a:path w="5100" h="4562" extrusionOk="0">
                  <a:moveTo>
                    <a:pt x="1299" y="1"/>
                  </a:moveTo>
                  <a:cubicBezTo>
                    <a:pt x="571" y="1"/>
                    <a:pt x="1" y="412"/>
                    <a:pt x="1" y="951"/>
                  </a:cubicBezTo>
                  <a:lnTo>
                    <a:pt x="1" y="2471"/>
                  </a:lnTo>
                  <a:cubicBezTo>
                    <a:pt x="1" y="3009"/>
                    <a:pt x="571" y="3421"/>
                    <a:pt x="1299" y="3421"/>
                  </a:cubicBezTo>
                  <a:lnTo>
                    <a:pt x="3864" y="3421"/>
                  </a:lnTo>
                  <a:lnTo>
                    <a:pt x="5099" y="4561"/>
                  </a:lnTo>
                  <a:lnTo>
                    <a:pt x="5068" y="2503"/>
                  </a:lnTo>
                  <a:lnTo>
                    <a:pt x="5068" y="2471"/>
                  </a:lnTo>
                  <a:lnTo>
                    <a:pt x="5068" y="951"/>
                  </a:lnTo>
                  <a:cubicBezTo>
                    <a:pt x="5068" y="412"/>
                    <a:pt x="4498" y="1"/>
                    <a:pt x="37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1" name="Google Shape;3531;p36"/>
            <p:cNvSpPr/>
            <p:nvPr/>
          </p:nvSpPr>
          <p:spPr>
            <a:xfrm>
              <a:off x="4794500" y="2538800"/>
              <a:ext cx="137000" cy="123550"/>
            </a:xfrm>
            <a:custGeom>
              <a:avLst/>
              <a:gdLst/>
              <a:ahLst/>
              <a:cxnLst/>
              <a:rect l="l" t="t" r="r" b="b"/>
              <a:pathLst>
                <a:path w="5480" h="4942" extrusionOk="0">
                  <a:moveTo>
                    <a:pt x="3959" y="381"/>
                  </a:moveTo>
                  <a:cubicBezTo>
                    <a:pt x="4561" y="381"/>
                    <a:pt x="5068" y="729"/>
                    <a:pt x="5068" y="1141"/>
                  </a:cubicBezTo>
                  <a:lnTo>
                    <a:pt x="5068" y="2661"/>
                  </a:lnTo>
                  <a:lnTo>
                    <a:pt x="5068" y="2693"/>
                  </a:lnTo>
                  <a:lnTo>
                    <a:pt x="5068" y="4308"/>
                  </a:lnTo>
                  <a:lnTo>
                    <a:pt x="4181" y="3484"/>
                  </a:lnTo>
                  <a:cubicBezTo>
                    <a:pt x="4149" y="3453"/>
                    <a:pt x="4117" y="3421"/>
                    <a:pt x="4054" y="3421"/>
                  </a:cubicBezTo>
                  <a:lnTo>
                    <a:pt x="1489" y="3421"/>
                  </a:lnTo>
                  <a:cubicBezTo>
                    <a:pt x="887" y="3421"/>
                    <a:pt x="381" y="3073"/>
                    <a:pt x="381" y="2661"/>
                  </a:cubicBezTo>
                  <a:lnTo>
                    <a:pt x="381" y="1141"/>
                  </a:lnTo>
                  <a:cubicBezTo>
                    <a:pt x="381" y="729"/>
                    <a:pt x="887" y="381"/>
                    <a:pt x="1489" y="381"/>
                  </a:cubicBezTo>
                  <a:close/>
                  <a:moveTo>
                    <a:pt x="1489" y="1"/>
                  </a:moveTo>
                  <a:cubicBezTo>
                    <a:pt x="666" y="1"/>
                    <a:pt x="0" y="507"/>
                    <a:pt x="0" y="1141"/>
                  </a:cubicBezTo>
                  <a:lnTo>
                    <a:pt x="0" y="2661"/>
                  </a:lnTo>
                  <a:cubicBezTo>
                    <a:pt x="0" y="3294"/>
                    <a:pt x="666" y="3801"/>
                    <a:pt x="1489" y="3801"/>
                  </a:cubicBezTo>
                  <a:lnTo>
                    <a:pt x="3991" y="3801"/>
                  </a:lnTo>
                  <a:lnTo>
                    <a:pt x="5163" y="4878"/>
                  </a:lnTo>
                  <a:cubicBezTo>
                    <a:pt x="5194" y="4909"/>
                    <a:pt x="5226" y="4941"/>
                    <a:pt x="5289" y="4941"/>
                  </a:cubicBezTo>
                  <a:cubicBezTo>
                    <a:pt x="5289" y="4941"/>
                    <a:pt x="5321" y="4941"/>
                    <a:pt x="5353" y="4909"/>
                  </a:cubicBezTo>
                  <a:cubicBezTo>
                    <a:pt x="5416" y="4878"/>
                    <a:pt x="5479" y="4814"/>
                    <a:pt x="5479" y="4751"/>
                  </a:cubicBezTo>
                  <a:lnTo>
                    <a:pt x="5448" y="2693"/>
                  </a:lnTo>
                  <a:lnTo>
                    <a:pt x="5448" y="2661"/>
                  </a:lnTo>
                  <a:lnTo>
                    <a:pt x="5448" y="1141"/>
                  </a:lnTo>
                  <a:cubicBezTo>
                    <a:pt x="5448" y="507"/>
                    <a:pt x="4783" y="1"/>
                    <a:pt x="395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2" name="Google Shape;3532;p36"/>
            <p:cNvSpPr/>
            <p:nvPr/>
          </p:nvSpPr>
          <p:spPr>
            <a:xfrm>
              <a:off x="4834075" y="2557800"/>
              <a:ext cx="57825" cy="57825"/>
            </a:xfrm>
            <a:custGeom>
              <a:avLst/>
              <a:gdLst/>
              <a:ahLst/>
              <a:cxnLst/>
              <a:rect l="l" t="t" r="r" b="b"/>
              <a:pathLst>
                <a:path w="2313" h="2313" extrusionOk="0">
                  <a:moveTo>
                    <a:pt x="1149" y="725"/>
                  </a:moveTo>
                  <a:cubicBezTo>
                    <a:pt x="1234" y="725"/>
                    <a:pt x="1321" y="748"/>
                    <a:pt x="1394" y="793"/>
                  </a:cubicBezTo>
                  <a:cubicBezTo>
                    <a:pt x="1648" y="951"/>
                    <a:pt x="1679" y="1299"/>
                    <a:pt x="1426" y="1521"/>
                  </a:cubicBezTo>
                  <a:cubicBezTo>
                    <a:pt x="1341" y="1572"/>
                    <a:pt x="1247" y="1604"/>
                    <a:pt x="1154" y="1604"/>
                  </a:cubicBezTo>
                  <a:cubicBezTo>
                    <a:pt x="1073" y="1604"/>
                    <a:pt x="993" y="1580"/>
                    <a:pt x="919" y="1521"/>
                  </a:cubicBezTo>
                  <a:cubicBezTo>
                    <a:pt x="666" y="1363"/>
                    <a:pt x="634" y="1014"/>
                    <a:pt x="888" y="824"/>
                  </a:cubicBezTo>
                  <a:cubicBezTo>
                    <a:pt x="956" y="756"/>
                    <a:pt x="1051" y="725"/>
                    <a:pt x="1149" y="725"/>
                  </a:cubicBezTo>
                  <a:close/>
                  <a:moveTo>
                    <a:pt x="1268" y="1"/>
                  </a:moveTo>
                  <a:lnTo>
                    <a:pt x="888" y="32"/>
                  </a:lnTo>
                  <a:cubicBezTo>
                    <a:pt x="856" y="32"/>
                    <a:pt x="856" y="64"/>
                    <a:pt x="856" y="64"/>
                  </a:cubicBezTo>
                  <a:lnTo>
                    <a:pt x="856" y="286"/>
                  </a:lnTo>
                  <a:cubicBezTo>
                    <a:pt x="856" y="318"/>
                    <a:pt x="856" y="318"/>
                    <a:pt x="824" y="318"/>
                  </a:cubicBezTo>
                  <a:cubicBezTo>
                    <a:pt x="793" y="349"/>
                    <a:pt x="729" y="381"/>
                    <a:pt x="698" y="381"/>
                  </a:cubicBezTo>
                  <a:cubicBezTo>
                    <a:pt x="698" y="397"/>
                    <a:pt x="690" y="405"/>
                    <a:pt x="678" y="405"/>
                  </a:cubicBezTo>
                  <a:cubicBezTo>
                    <a:pt x="666" y="405"/>
                    <a:pt x="650" y="397"/>
                    <a:pt x="634" y="381"/>
                  </a:cubicBezTo>
                  <a:lnTo>
                    <a:pt x="508" y="254"/>
                  </a:lnTo>
                  <a:cubicBezTo>
                    <a:pt x="492" y="238"/>
                    <a:pt x="476" y="230"/>
                    <a:pt x="464" y="230"/>
                  </a:cubicBezTo>
                  <a:cubicBezTo>
                    <a:pt x="452" y="230"/>
                    <a:pt x="444" y="238"/>
                    <a:pt x="444" y="254"/>
                  </a:cubicBezTo>
                  <a:lnTo>
                    <a:pt x="159" y="539"/>
                  </a:lnTo>
                  <a:cubicBezTo>
                    <a:pt x="159" y="571"/>
                    <a:pt x="159" y="603"/>
                    <a:pt x="191" y="603"/>
                  </a:cubicBezTo>
                  <a:lnTo>
                    <a:pt x="318" y="729"/>
                  </a:lnTo>
                  <a:cubicBezTo>
                    <a:pt x="349" y="761"/>
                    <a:pt x="349" y="761"/>
                    <a:pt x="349" y="793"/>
                  </a:cubicBezTo>
                  <a:cubicBezTo>
                    <a:pt x="318" y="856"/>
                    <a:pt x="286" y="888"/>
                    <a:pt x="286" y="951"/>
                  </a:cubicBezTo>
                  <a:cubicBezTo>
                    <a:pt x="286" y="951"/>
                    <a:pt x="254" y="983"/>
                    <a:pt x="254" y="983"/>
                  </a:cubicBezTo>
                  <a:lnTo>
                    <a:pt x="33" y="983"/>
                  </a:lnTo>
                  <a:cubicBezTo>
                    <a:pt x="1" y="983"/>
                    <a:pt x="1" y="1014"/>
                    <a:pt x="1" y="1014"/>
                  </a:cubicBezTo>
                  <a:lnTo>
                    <a:pt x="1" y="1426"/>
                  </a:lnTo>
                  <a:cubicBezTo>
                    <a:pt x="1" y="1426"/>
                    <a:pt x="33" y="1458"/>
                    <a:pt x="64" y="1458"/>
                  </a:cubicBezTo>
                  <a:lnTo>
                    <a:pt x="254" y="1458"/>
                  </a:lnTo>
                  <a:cubicBezTo>
                    <a:pt x="286" y="1458"/>
                    <a:pt x="318" y="1458"/>
                    <a:pt x="318" y="1489"/>
                  </a:cubicBezTo>
                  <a:cubicBezTo>
                    <a:pt x="318" y="1521"/>
                    <a:pt x="349" y="1553"/>
                    <a:pt x="381" y="1616"/>
                  </a:cubicBezTo>
                  <a:cubicBezTo>
                    <a:pt x="381" y="1616"/>
                    <a:pt x="381" y="1648"/>
                    <a:pt x="381" y="1648"/>
                  </a:cubicBezTo>
                  <a:lnTo>
                    <a:pt x="223" y="1806"/>
                  </a:lnTo>
                  <a:cubicBezTo>
                    <a:pt x="223" y="1838"/>
                    <a:pt x="223" y="1869"/>
                    <a:pt x="223" y="1869"/>
                  </a:cubicBezTo>
                  <a:lnTo>
                    <a:pt x="539" y="2123"/>
                  </a:lnTo>
                  <a:cubicBezTo>
                    <a:pt x="539" y="2138"/>
                    <a:pt x="547" y="2146"/>
                    <a:pt x="559" y="2146"/>
                  </a:cubicBezTo>
                  <a:cubicBezTo>
                    <a:pt x="571" y="2146"/>
                    <a:pt x="587" y="2138"/>
                    <a:pt x="603" y="2123"/>
                  </a:cubicBezTo>
                  <a:lnTo>
                    <a:pt x="729" y="1964"/>
                  </a:lnTo>
                  <a:lnTo>
                    <a:pt x="793" y="1964"/>
                  </a:lnTo>
                  <a:cubicBezTo>
                    <a:pt x="824" y="1996"/>
                    <a:pt x="888" y="1996"/>
                    <a:pt x="919" y="2028"/>
                  </a:cubicBezTo>
                  <a:cubicBezTo>
                    <a:pt x="951" y="2028"/>
                    <a:pt x="951" y="2028"/>
                    <a:pt x="951" y="2059"/>
                  </a:cubicBezTo>
                  <a:lnTo>
                    <a:pt x="983" y="2249"/>
                  </a:lnTo>
                  <a:cubicBezTo>
                    <a:pt x="983" y="2281"/>
                    <a:pt x="983" y="2313"/>
                    <a:pt x="1014" y="2313"/>
                  </a:cubicBezTo>
                  <a:lnTo>
                    <a:pt x="1331" y="2281"/>
                  </a:lnTo>
                  <a:cubicBezTo>
                    <a:pt x="1394" y="2281"/>
                    <a:pt x="1458" y="2218"/>
                    <a:pt x="1426" y="2154"/>
                  </a:cubicBezTo>
                  <a:lnTo>
                    <a:pt x="1426" y="2028"/>
                  </a:lnTo>
                  <a:cubicBezTo>
                    <a:pt x="1426" y="2028"/>
                    <a:pt x="1458" y="1996"/>
                    <a:pt x="1458" y="1996"/>
                  </a:cubicBezTo>
                  <a:cubicBezTo>
                    <a:pt x="1521" y="1964"/>
                    <a:pt x="1553" y="1964"/>
                    <a:pt x="1584" y="1933"/>
                  </a:cubicBezTo>
                  <a:lnTo>
                    <a:pt x="1648" y="1933"/>
                  </a:lnTo>
                  <a:lnTo>
                    <a:pt x="1806" y="2059"/>
                  </a:lnTo>
                  <a:cubicBezTo>
                    <a:pt x="1806" y="2075"/>
                    <a:pt x="1814" y="2083"/>
                    <a:pt x="1826" y="2083"/>
                  </a:cubicBezTo>
                  <a:cubicBezTo>
                    <a:pt x="1838" y="2083"/>
                    <a:pt x="1854" y="2075"/>
                    <a:pt x="1869" y="2059"/>
                  </a:cubicBezTo>
                  <a:lnTo>
                    <a:pt x="2123" y="1774"/>
                  </a:lnTo>
                  <a:cubicBezTo>
                    <a:pt x="2154" y="1774"/>
                    <a:pt x="2154" y="1743"/>
                    <a:pt x="2123" y="1711"/>
                  </a:cubicBezTo>
                  <a:lnTo>
                    <a:pt x="1964" y="1584"/>
                  </a:lnTo>
                  <a:cubicBezTo>
                    <a:pt x="1964" y="1553"/>
                    <a:pt x="1964" y="1553"/>
                    <a:pt x="1964" y="1521"/>
                  </a:cubicBezTo>
                  <a:cubicBezTo>
                    <a:pt x="1964" y="1489"/>
                    <a:pt x="1996" y="1426"/>
                    <a:pt x="1996" y="1394"/>
                  </a:cubicBezTo>
                  <a:cubicBezTo>
                    <a:pt x="2028" y="1363"/>
                    <a:pt x="2028" y="1363"/>
                    <a:pt x="2059" y="1363"/>
                  </a:cubicBezTo>
                  <a:lnTo>
                    <a:pt x="2249" y="1331"/>
                  </a:lnTo>
                  <a:cubicBezTo>
                    <a:pt x="2281" y="1331"/>
                    <a:pt x="2313" y="1331"/>
                    <a:pt x="2313" y="1299"/>
                  </a:cubicBezTo>
                  <a:lnTo>
                    <a:pt x="2281" y="919"/>
                  </a:lnTo>
                  <a:cubicBezTo>
                    <a:pt x="2281" y="888"/>
                    <a:pt x="2249" y="856"/>
                    <a:pt x="2218" y="856"/>
                  </a:cubicBezTo>
                  <a:lnTo>
                    <a:pt x="1996" y="856"/>
                  </a:lnTo>
                  <a:cubicBezTo>
                    <a:pt x="1964" y="793"/>
                    <a:pt x="1933" y="761"/>
                    <a:pt x="1933" y="698"/>
                  </a:cubicBezTo>
                  <a:cubicBezTo>
                    <a:pt x="1901" y="698"/>
                    <a:pt x="1901" y="666"/>
                    <a:pt x="1933" y="666"/>
                  </a:cubicBezTo>
                  <a:lnTo>
                    <a:pt x="2059" y="508"/>
                  </a:lnTo>
                  <a:cubicBezTo>
                    <a:pt x="2091" y="476"/>
                    <a:pt x="2091" y="476"/>
                    <a:pt x="2059" y="444"/>
                  </a:cubicBezTo>
                  <a:lnTo>
                    <a:pt x="1774" y="191"/>
                  </a:lnTo>
                  <a:cubicBezTo>
                    <a:pt x="1759" y="175"/>
                    <a:pt x="1743" y="167"/>
                    <a:pt x="1731" y="167"/>
                  </a:cubicBezTo>
                  <a:cubicBezTo>
                    <a:pt x="1719" y="167"/>
                    <a:pt x="1711" y="175"/>
                    <a:pt x="1711" y="191"/>
                  </a:cubicBezTo>
                  <a:lnTo>
                    <a:pt x="1553" y="349"/>
                  </a:lnTo>
                  <a:lnTo>
                    <a:pt x="1521" y="349"/>
                  </a:lnTo>
                  <a:cubicBezTo>
                    <a:pt x="1458" y="318"/>
                    <a:pt x="1426" y="318"/>
                    <a:pt x="1363" y="318"/>
                  </a:cubicBezTo>
                  <a:cubicBezTo>
                    <a:pt x="1363" y="286"/>
                    <a:pt x="1331" y="286"/>
                    <a:pt x="1331" y="254"/>
                  </a:cubicBezTo>
                  <a:lnTo>
                    <a:pt x="1331" y="64"/>
                  </a:lnTo>
                  <a:cubicBezTo>
                    <a:pt x="1331" y="32"/>
                    <a:pt x="1299" y="1"/>
                    <a:pt x="126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3" name="Google Shape;3533;p36"/>
            <p:cNvSpPr/>
            <p:nvPr/>
          </p:nvSpPr>
          <p:spPr>
            <a:xfrm>
              <a:off x="4829325" y="2553700"/>
              <a:ext cx="67325" cy="66675"/>
            </a:xfrm>
            <a:custGeom>
              <a:avLst/>
              <a:gdLst/>
              <a:ahLst/>
              <a:cxnLst/>
              <a:rect l="l" t="t" r="r" b="b"/>
              <a:pathLst>
                <a:path w="2693" h="2667" extrusionOk="0">
                  <a:moveTo>
                    <a:pt x="1360" y="1062"/>
                  </a:moveTo>
                  <a:cubicBezTo>
                    <a:pt x="1405" y="1062"/>
                    <a:pt x="1450" y="1070"/>
                    <a:pt x="1489" y="1083"/>
                  </a:cubicBezTo>
                  <a:cubicBezTo>
                    <a:pt x="1553" y="1147"/>
                    <a:pt x="1584" y="1210"/>
                    <a:pt x="1584" y="1305"/>
                  </a:cubicBezTo>
                  <a:cubicBezTo>
                    <a:pt x="1584" y="1400"/>
                    <a:pt x="1553" y="1463"/>
                    <a:pt x="1489" y="1527"/>
                  </a:cubicBezTo>
                  <a:cubicBezTo>
                    <a:pt x="1442" y="1558"/>
                    <a:pt x="1394" y="1574"/>
                    <a:pt x="1347" y="1574"/>
                  </a:cubicBezTo>
                  <a:cubicBezTo>
                    <a:pt x="1299" y="1574"/>
                    <a:pt x="1252" y="1558"/>
                    <a:pt x="1204" y="1527"/>
                  </a:cubicBezTo>
                  <a:cubicBezTo>
                    <a:pt x="1141" y="1495"/>
                    <a:pt x="1078" y="1432"/>
                    <a:pt x="1078" y="1337"/>
                  </a:cubicBezTo>
                  <a:cubicBezTo>
                    <a:pt x="1078" y="1242"/>
                    <a:pt x="1109" y="1178"/>
                    <a:pt x="1173" y="1115"/>
                  </a:cubicBezTo>
                  <a:cubicBezTo>
                    <a:pt x="1228" y="1078"/>
                    <a:pt x="1295" y="1062"/>
                    <a:pt x="1360" y="1062"/>
                  </a:cubicBezTo>
                  <a:close/>
                  <a:moveTo>
                    <a:pt x="1342" y="694"/>
                  </a:moveTo>
                  <a:cubicBezTo>
                    <a:pt x="1198" y="694"/>
                    <a:pt x="1055" y="743"/>
                    <a:pt x="951" y="830"/>
                  </a:cubicBezTo>
                  <a:cubicBezTo>
                    <a:pt x="793" y="957"/>
                    <a:pt x="698" y="1147"/>
                    <a:pt x="698" y="1368"/>
                  </a:cubicBezTo>
                  <a:cubicBezTo>
                    <a:pt x="729" y="1558"/>
                    <a:pt x="824" y="1748"/>
                    <a:pt x="1014" y="1843"/>
                  </a:cubicBezTo>
                  <a:cubicBezTo>
                    <a:pt x="1109" y="1907"/>
                    <a:pt x="1236" y="1938"/>
                    <a:pt x="1331" y="1938"/>
                  </a:cubicBezTo>
                  <a:cubicBezTo>
                    <a:pt x="1489" y="1938"/>
                    <a:pt x="1616" y="1907"/>
                    <a:pt x="1743" y="1812"/>
                  </a:cubicBezTo>
                  <a:cubicBezTo>
                    <a:pt x="1901" y="1685"/>
                    <a:pt x="1964" y="1495"/>
                    <a:pt x="1964" y="1305"/>
                  </a:cubicBezTo>
                  <a:cubicBezTo>
                    <a:pt x="1964" y="1083"/>
                    <a:pt x="1838" y="893"/>
                    <a:pt x="1679" y="798"/>
                  </a:cubicBezTo>
                  <a:cubicBezTo>
                    <a:pt x="1580" y="727"/>
                    <a:pt x="1460" y="694"/>
                    <a:pt x="1342" y="694"/>
                  </a:cubicBezTo>
                  <a:close/>
                  <a:moveTo>
                    <a:pt x="1331" y="387"/>
                  </a:moveTo>
                  <a:lnTo>
                    <a:pt x="1331" y="450"/>
                  </a:lnTo>
                  <a:cubicBezTo>
                    <a:pt x="1363" y="545"/>
                    <a:pt x="1426" y="608"/>
                    <a:pt x="1521" y="640"/>
                  </a:cubicBezTo>
                  <a:cubicBezTo>
                    <a:pt x="1553" y="672"/>
                    <a:pt x="1584" y="672"/>
                    <a:pt x="1616" y="703"/>
                  </a:cubicBezTo>
                  <a:cubicBezTo>
                    <a:pt x="1642" y="712"/>
                    <a:pt x="1669" y="716"/>
                    <a:pt x="1697" y="716"/>
                  </a:cubicBezTo>
                  <a:cubicBezTo>
                    <a:pt x="1774" y="716"/>
                    <a:pt x="1855" y="686"/>
                    <a:pt x="1901" y="640"/>
                  </a:cubicBezTo>
                  <a:lnTo>
                    <a:pt x="1933" y="577"/>
                  </a:lnTo>
                  <a:lnTo>
                    <a:pt x="2028" y="640"/>
                  </a:lnTo>
                  <a:lnTo>
                    <a:pt x="1964" y="703"/>
                  </a:lnTo>
                  <a:cubicBezTo>
                    <a:pt x="1901" y="767"/>
                    <a:pt x="1901" y="893"/>
                    <a:pt x="1933" y="957"/>
                  </a:cubicBezTo>
                  <a:cubicBezTo>
                    <a:pt x="1964" y="988"/>
                    <a:pt x="1964" y="1052"/>
                    <a:pt x="1996" y="1083"/>
                  </a:cubicBezTo>
                  <a:cubicBezTo>
                    <a:pt x="2028" y="1178"/>
                    <a:pt x="2123" y="1242"/>
                    <a:pt x="2218" y="1242"/>
                  </a:cubicBezTo>
                  <a:lnTo>
                    <a:pt x="2281" y="1210"/>
                  </a:lnTo>
                  <a:lnTo>
                    <a:pt x="2281" y="1337"/>
                  </a:lnTo>
                  <a:lnTo>
                    <a:pt x="2218" y="1337"/>
                  </a:lnTo>
                  <a:cubicBezTo>
                    <a:pt x="2123" y="1337"/>
                    <a:pt x="2028" y="1400"/>
                    <a:pt x="2028" y="1495"/>
                  </a:cubicBezTo>
                  <a:cubicBezTo>
                    <a:pt x="1996" y="1527"/>
                    <a:pt x="1996" y="1590"/>
                    <a:pt x="1964" y="1622"/>
                  </a:cubicBezTo>
                  <a:cubicBezTo>
                    <a:pt x="1933" y="1717"/>
                    <a:pt x="1964" y="1812"/>
                    <a:pt x="2028" y="1875"/>
                  </a:cubicBezTo>
                  <a:lnTo>
                    <a:pt x="2091" y="1938"/>
                  </a:lnTo>
                  <a:lnTo>
                    <a:pt x="1996" y="2002"/>
                  </a:lnTo>
                  <a:lnTo>
                    <a:pt x="1964" y="1970"/>
                  </a:lnTo>
                  <a:cubicBezTo>
                    <a:pt x="1930" y="1918"/>
                    <a:pt x="1875" y="1894"/>
                    <a:pt x="1818" y="1894"/>
                  </a:cubicBezTo>
                  <a:cubicBezTo>
                    <a:pt x="1771" y="1894"/>
                    <a:pt x="1722" y="1910"/>
                    <a:pt x="1679" y="1938"/>
                  </a:cubicBezTo>
                  <a:cubicBezTo>
                    <a:pt x="1648" y="1938"/>
                    <a:pt x="1616" y="1970"/>
                    <a:pt x="1584" y="1970"/>
                  </a:cubicBezTo>
                  <a:cubicBezTo>
                    <a:pt x="1489" y="2002"/>
                    <a:pt x="1426" y="2097"/>
                    <a:pt x="1426" y="2192"/>
                  </a:cubicBezTo>
                  <a:lnTo>
                    <a:pt x="1426" y="2255"/>
                  </a:lnTo>
                  <a:lnTo>
                    <a:pt x="1331" y="2287"/>
                  </a:lnTo>
                  <a:lnTo>
                    <a:pt x="1331" y="2223"/>
                  </a:lnTo>
                  <a:cubicBezTo>
                    <a:pt x="1331" y="2097"/>
                    <a:pt x="1268" y="2033"/>
                    <a:pt x="1173" y="2002"/>
                  </a:cubicBezTo>
                  <a:cubicBezTo>
                    <a:pt x="1109" y="2002"/>
                    <a:pt x="1078" y="1970"/>
                    <a:pt x="1046" y="1970"/>
                  </a:cubicBezTo>
                  <a:cubicBezTo>
                    <a:pt x="1014" y="1938"/>
                    <a:pt x="983" y="1938"/>
                    <a:pt x="951" y="1938"/>
                  </a:cubicBezTo>
                  <a:cubicBezTo>
                    <a:pt x="888" y="1938"/>
                    <a:pt x="824" y="1970"/>
                    <a:pt x="793" y="2033"/>
                  </a:cubicBezTo>
                  <a:lnTo>
                    <a:pt x="729" y="2065"/>
                  </a:lnTo>
                  <a:lnTo>
                    <a:pt x="666" y="2002"/>
                  </a:lnTo>
                  <a:lnTo>
                    <a:pt x="698" y="1970"/>
                  </a:lnTo>
                  <a:cubicBezTo>
                    <a:pt x="793" y="1875"/>
                    <a:pt x="793" y="1780"/>
                    <a:pt x="729" y="1685"/>
                  </a:cubicBezTo>
                  <a:cubicBezTo>
                    <a:pt x="729" y="1653"/>
                    <a:pt x="698" y="1622"/>
                    <a:pt x="698" y="1590"/>
                  </a:cubicBezTo>
                  <a:cubicBezTo>
                    <a:pt x="666" y="1495"/>
                    <a:pt x="571" y="1432"/>
                    <a:pt x="444" y="1432"/>
                  </a:cubicBezTo>
                  <a:lnTo>
                    <a:pt x="381" y="1432"/>
                  </a:lnTo>
                  <a:lnTo>
                    <a:pt x="381" y="1337"/>
                  </a:lnTo>
                  <a:lnTo>
                    <a:pt x="444" y="1337"/>
                  </a:lnTo>
                  <a:cubicBezTo>
                    <a:pt x="539" y="1305"/>
                    <a:pt x="634" y="1242"/>
                    <a:pt x="666" y="1147"/>
                  </a:cubicBezTo>
                  <a:cubicBezTo>
                    <a:pt x="666" y="1115"/>
                    <a:pt x="698" y="1083"/>
                    <a:pt x="698" y="1052"/>
                  </a:cubicBezTo>
                  <a:cubicBezTo>
                    <a:pt x="761" y="957"/>
                    <a:pt x="729" y="830"/>
                    <a:pt x="634" y="767"/>
                  </a:cubicBezTo>
                  <a:lnTo>
                    <a:pt x="603" y="735"/>
                  </a:lnTo>
                  <a:lnTo>
                    <a:pt x="666" y="640"/>
                  </a:lnTo>
                  <a:lnTo>
                    <a:pt x="729" y="703"/>
                  </a:lnTo>
                  <a:cubicBezTo>
                    <a:pt x="766" y="740"/>
                    <a:pt x="814" y="756"/>
                    <a:pt x="867" y="756"/>
                  </a:cubicBezTo>
                  <a:cubicBezTo>
                    <a:pt x="904" y="756"/>
                    <a:pt x="943" y="748"/>
                    <a:pt x="983" y="735"/>
                  </a:cubicBezTo>
                  <a:cubicBezTo>
                    <a:pt x="1014" y="703"/>
                    <a:pt x="1046" y="672"/>
                    <a:pt x="1078" y="672"/>
                  </a:cubicBezTo>
                  <a:cubicBezTo>
                    <a:pt x="1173" y="640"/>
                    <a:pt x="1236" y="545"/>
                    <a:pt x="1236" y="450"/>
                  </a:cubicBezTo>
                  <a:lnTo>
                    <a:pt x="1236" y="387"/>
                  </a:lnTo>
                  <a:close/>
                  <a:moveTo>
                    <a:pt x="1517" y="0"/>
                  </a:moveTo>
                  <a:cubicBezTo>
                    <a:pt x="1498" y="0"/>
                    <a:pt x="1479" y="2"/>
                    <a:pt x="1458" y="6"/>
                  </a:cubicBezTo>
                  <a:lnTo>
                    <a:pt x="1078" y="6"/>
                  </a:lnTo>
                  <a:cubicBezTo>
                    <a:pt x="1014" y="6"/>
                    <a:pt x="951" y="38"/>
                    <a:pt x="919" y="101"/>
                  </a:cubicBezTo>
                  <a:cubicBezTo>
                    <a:pt x="888" y="133"/>
                    <a:pt x="856" y="196"/>
                    <a:pt x="856" y="260"/>
                  </a:cubicBezTo>
                  <a:lnTo>
                    <a:pt x="856" y="323"/>
                  </a:lnTo>
                  <a:lnTo>
                    <a:pt x="824" y="292"/>
                  </a:lnTo>
                  <a:cubicBezTo>
                    <a:pt x="761" y="228"/>
                    <a:pt x="698" y="228"/>
                    <a:pt x="666" y="228"/>
                  </a:cubicBezTo>
                  <a:cubicBezTo>
                    <a:pt x="603" y="228"/>
                    <a:pt x="539" y="228"/>
                    <a:pt x="476" y="292"/>
                  </a:cubicBezTo>
                  <a:lnTo>
                    <a:pt x="223" y="577"/>
                  </a:lnTo>
                  <a:cubicBezTo>
                    <a:pt x="128" y="672"/>
                    <a:pt x="159" y="830"/>
                    <a:pt x="254" y="925"/>
                  </a:cubicBezTo>
                  <a:lnTo>
                    <a:pt x="286" y="957"/>
                  </a:lnTo>
                  <a:lnTo>
                    <a:pt x="223" y="957"/>
                  </a:lnTo>
                  <a:cubicBezTo>
                    <a:pt x="159" y="957"/>
                    <a:pt x="96" y="988"/>
                    <a:pt x="64" y="1020"/>
                  </a:cubicBezTo>
                  <a:cubicBezTo>
                    <a:pt x="33" y="1083"/>
                    <a:pt x="1" y="1147"/>
                    <a:pt x="1" y="1210"/>
                  </a:cubicBezTo>
                  <a:lnTo>
                    <a:pt x="33" y="1590"/>
                  </a:lnTo>
                  <a:cubicBezTo>
                    <a:pt x="33" y="1717"/>
                    <a:pt x="159" y="1812"/>
                    <a:pt x="254" y="1812"/>
                  </a:cubicBezTo>
                  <a:lnTo>
                    <a:pt x="349" y="1812"/>
                  </a:lnTo>
                  <a:lnTo>
                    <a:pt x="286" y="1843"/>
                  </a:lnTo>
                  <a:cubicBezTo>
                    <a:pt x="254" y="1875"/>
                    <a:pt x="223" y="1938"/>
                    <a:pt x="223" y="2002"/>
                  </a:cubicBezTo>
                  <a:cubicBezTo>
                    <a:pt x="223" y="2065"/>
                    <a:pt x="254" y="2128"/>
                    <a:pt x="318" y="2160"/>
                  </a:cubicBezTo>
                  <a:lnTo>
                    <a:pt x="603" y="2445"/>
                  </a:lnTo>
                  <a:cubicBezTo>
                    <a:pt x="645" y="2473"/>
                    <a:pt x="694" y="2489"/>
                    <a:pt x="744" y="2489"/>
                  </a:cubicBezTo>
                  <a:cubicBezTo>
                    <a:pt x="805" y="2489"/>
                    <a:pt x="867" y="2466"/>
                    <a:pt x="919" y="2413"/>
                  </a:cubicBezTo>
                  <a:lnTo>
                    <a:pt x="983" y="2382"/>
                  </a:lnTo>
                  <a:lnTo>
                    <a:pt x="983" y="2445"/>
                  </a:lnTo>
                  <a:cubicBezTo>
                    <a:pt x="983" y="2572"/>
                    <a:pt x="1078" y="2667"/>
                    <a:pt x="1204" y="2667"/>
                  </a:cubicBezTo>
                  <a:cubicBezTo>
                    <a:pt x="1204" y="2667"/>
                    <a:pt x="1204" y="2667"/>
                    <a:pt x="1204" y="2635"/>
                  </a:cubicBezTo>
                  <a:lnTo>
                    <a:pt x="1521" y="2635"/>
                  </a:lnTo>
                  <a:cubicBezTo>
                    <a:pt x="1584" y="2635"/>
                    <a:pt x="1679" y="2603"/>
                    <a:pt x="1743" y="2540"/>
                  </a:cubicBezTo>
                  <a:cubicBezTo>
                    <a:pt x="1774" y="2477"/>
                    <a:pt x="1806" y="2382"/>
                    <a:pt x="1806" y="2318"/>
                  </a:cubicBezTo>
                  <a:lnTo>
                    <a:pt x="1869" y="2350"/>
                  </a:lnTo>
                  <a:cubicBezTo>
                    <a:pt x="1917" y="2397"/>
                    <a:pt x="1972" y="2421"/>
                    <a:pt x="2028" y="2421"/>
                  </a:cubicBezTo>
                  <a:cubicBezTo>
                    <a:pt x="2083" y="2421"/>
                    <a:pt x="2139" y="2397"/>
                    <a:pt x="2186" y="2350"/>
                  </a:cubicBezTo>
                  <a:lnTo>
                    <a:pt x="2439" y="2065"/>
                  </a:lnTo>
                  <a:cubicBezTo>
                    <a:pt x="2503" y="2002"/>
                    <a:pt x="2503" y="1970"/>
                    <a:pt x="2503" y="1907"/>
                  </a:cubicBezTo>
                  <a:cubicBezTo>
                    <a:pt x="2503" y="1843"/>
                    <a:pt x="2471" y="1780"/>
                    <a:pt x="2439" y="1748"/>
                  </a:cubicBezTo>
                  <a:lnTo>
                    <a:pt x="2376" y="1685"/>
                  </a:lnTo>
                  <a:lnTo>
                    <a:pt x="2471" y="1685"/>
                  </a:lnTo>
                  <a:cubicBezTo>
                    <a:pt x="2534" y="1685"/>
                    <a:pt x="2566" y="1653"/>
                    <a:pt x="2629" y="1622"/>
                  </a:cubicBezTo>
                  <a:cubicBezTo>
                    <a:pt x="2661" y="1558"/>
                    <a:pt x="2693" y="1495"/>
                    <a:pt x="2693" y="1432"/>
                  </a:cubicBezTo>
                  <a:lnTo>
                    <a:pt x="2661" y="1052"/>
                  </a:lnTo>
                  <a:cubicBezTo>
                    <a:pt x="2661" y="988"/>
                    <a:pt x="2629" y="925"/>
                    <a:pt x="2598" y="893"/>
                  </a:cubicBezTo>
                  <a:cubicBezTo>
                    <a:pt x="2534" y="862"/>
                    <a:pt x="2471" y="830"/>
                    <a:pt x="2408" y="830"/>
                  </a:cubicBezTo>
                  <a:lnTo>
                    <a:pt x="2344" y="830"/>
                  </a:lnTo>
                  <a:lnTo>
                    <a:pt x="2408" y="798"/>
                  </a:lnTo>
                  <a:cubicBezTo>
                    <a:pt x="2439" y="767"/>
                    <a:pt x="2471" y="703"/>
                    <a:pt x="2439" y="640"/>
                  </a:cubicBezTo>
                  <a:cubicBezTo>
                    <a:pt x="2439" y="577"/>
                    <a:pt x="2439" y="513"/>
                    <a:pt x="2376" y="482"/>
                  </a:cubicBezTo>
                  <a:lnTo>
                    <a:pt x="2091" y="228"/>
                  </a:lnTo>
                  <a:cubicBezTo>
                    <a:pt x="2044" y="181"/>
                    <a:pt x="1980" y="157"/>
                    <a:pt x="1921" y="157"/>
                  </a:cubicBezTo>
                  <a:cubicBezTo>
                    <a:pt x="1861" y="157"/>
                    <a:pt x="1806" y="181"/>
                    <a:pt x="1774" y="228"/>
                  </a:cubicBezTo>
                  <a:lnTo>
                    <a:pt x="1711" y="292"/>
                  </a:lnTo>
                  <a:lnTo>
                    <a:pt x="1711" y="196"/>
                  </a:lnTo>
                  <a:cubicBezTo>
                    <a:pt x="1711" y="86"/>
                    <a:pt x="1639" y="0"/>
                    <a:pt x="151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4" name="Google Shape;3534;p36"/>
            <p:cNvSpPr/>
            <p:nvPr/>
          </p:nvSpPr>
          <p:spPr>
            <a:xfrm>
              <a:off x="4941750" y="2656675"/>
              <a:ext cx="152050" cy="251100"/>
            </a:xfrm>
            <a:custGeom>
              <a:avLst/>
              <a:gdLst/>
              <a:ahLst/>
              <a:cxnLst/>
              <a:rect l="l" t="t" r="r" b="b"/>
              <a:pathLst>
                <a:path w="6082" h="10044" extrusionOk="0">
                  <a:moveTo>
                    <a:pt x="5551" y="0"/>
                  </a:moveTo>
                  <a:cubicBezTo>
                    <a:pt x="5402" y="0"/>
                    <a:pt x="5255" y="65"/>
                    <a:pt x="5163" y="194"/>
                  </a:cubicBezTo>
                  <a:lnTo>
                    <a:pt x="4150" y="1493"/>
                  </a:lnTo>
                  <a:cubicBezTo>
                    <a:pt x="4055" y="1335"/>
                    <a:pt x="3928" y="1176"/>
                    <a:pt x="3833" y="986"/>
                  </a:cubicBezTo>
                  <a:cubicBezTo>
                    <a:pt x="3624" y="658"/>
                    <a:pt x="3274" y="413"/>
                    <a:pt x="2783" y="413"/>
                  </a:cubicBezTo>
                  <a:cubicBezTo>
                    <a:pt x="2753" y="413"/>
                    <a:pt x="2723" y="414"/>
                    <a:pt x="2693" y="416"/>
                  </a:cubicBezTo>
                  <a:lnTo>
                    <a:pt x="1394" y="416"/>
                  </a:lnTo>
                  <a:cubicBezTo>
                    <a:pt x="413" y="416"/>
                    <a:pt x="33" y="891"/>
                    <a:pt x="1" y="1461"/>
                  </a:cubicBezTo>
                  <a:cubicBezTo>
                    <a:pt x="1" y="1493"/>
                    <a:pt x="1" y="4818"/>
                    <a:pt x="1" y="4818"/>
                  </a:cubicBezTo>
                  <a:cubicBezTo>
                    <a:pt x="1" y="5071"/>
                    <a:pt x="223" y="5293"/>
                    <a:pt x="476" y="5293"/>
                  </a:cubicBezTo>
                  <a:cubicBezTo>
                    <a:pt x="666" y="5293"/>
                    <a:pt x="793" y="5230"/>
                    <a:pt x="888" y="5071"/>
                  </a:cubicBezTo>
                  <a:lnTo>
                    <a:pt x="2186" y="5800"/>
                  </a:lnTo>
                  <a:lnTo>
                    <a:pt x="2186" y="9410"/>
                  </a:lnTo>
                  <a:cubicBezTo>
                    <a:pt x="2186" y="9758"/>
                    <a:pt x="2471" y="10043"/>
                    <a:pt x="2819" y="10043"/>
                  </a:cubicBezTo>
                  <a:cubicBezTo>
                    <a:pt x="3168" y="10043"/>
                    <a:pt x="3453" y="9758"/>
                    <a:pt x="3453" y="9410"/>
                  </a:cubicBezTo>
                  <a:lnTo>
                    <a:pt x="3421" y="5103"/>
                  </a:lnTo>
                  <a:lnTo>
                    <a:pt x="3358" y="2031"/>
                  </a:lnTo>
                  <a:lnTo>
                    <a:pt x="3358" y="2031"/>
                  </a:lnTo>
                  <a:cubicBezTo>
                    <a:pt x="3485" y="2221"/>
                    <a:pt x="3611" y="2411"/>
                    <a:pt x="3738" y="2570"/>
                  </a:cubicBezTo>
                  <a:lnTo>
                    <a:pt x="3738" y="2601"/>
                  </a:lnTo>
                  <a:cubicBezTo>
                    <a:pt x="3833" y="2696"/>
                    <a:pt x="3991" y="2760"/>
                    <a:pt x="4118" y="2760"/>
                  </a:cubicBezTo>
                  <a:cubicBezTo>
                    <a:pt x="4276" y="2760"/>
                    <a:pt x="4403" y="2696"/>
                    <a:pt x="4498" y="2570"/>
                  </a:cubicBezTo>
                  <a:lnTo>
                    <a:pt x="5923" y="796"/>
                  </a:lnTo>
                  <a:cubicBezTo>
                    <a:pt x="6081" y="574"/>
                    <a:pt x="6050" y="289"/>
                    <a:pt x="5860" y="99"/>
                  </a:cubicBezTo>
                  <a:cubicBezTo>
                    <a:pt x="5767" y="33"/>
                    <a:pt x="5658" y="0"/>
                    <a:pt x="5551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5" name="Google Shape;3535;p36"/>
            <p:cNvSpPr/>
            <p:nvPr/>
          </p:nvSpPr>
          <p:spPr>
            <a:xfrm>
              <a:off x="4936225" y="2651825"/>
              <a:ext cx="162325" cy="260700"/>
            </a:xfrm>
            <a:custGeom>
              <a:avLst/>
              <a:gdLst/>
              <a:ahLst/>
              <a:cxnLst/>
              <a:rect l="l" t="t" r="r" b="b"/>
              <a:pathLst>
                <a:path w="6493" h="10428" extrusionOk="0">
                  <a:moveTo>
                    <a:pt x="5767" y="0"/>
                  </a:moveTo>
                  <a:cubicBezTo>
                    <a:pt x="5734" y="0"/>
                    <a:pt x="5702" y="3"/>
                    <a:pt x="5669" y="8"/>
                  </a:cubicBezTo>
                  <a:cubicBezTo>
                    <a:pt x="5511" y="8"/>
                    <a:pt x="5321" y="103"/>
                    <a:pt x="5226" y="262"/>
                  </a:cubicBezTo>
                  <a:lnTo>
                    <a:pt x="4371" y="1339"/>
                  </a:lnTo>
                  <a:cubicBezTo>
                    <a:pt x="4307" y="1275"/>
                    <a:pt x="4244" y="1180"/>
                    <a:pt x="4181" y="1085"/>
                  </a:cubicBezTo>
                  <a:cubicBezTo>
                    <a:pt x="3896" y="642"/>
                    <a:pt x="3484" y="388"/>
                    <a:pt x="2914" y="388"/>
                  </a:cubicBezTo>
                  <a:lnTo>
                    <a:pt x="2882" y="388"/>
                  </a:lnTo>
                  <a:lnTo>
                    <a:pt x="1584" y="420"/>
                  </a:lnTo>
                  <a:lnTo>
                    <a:pt x="1552" y="420"/>
                  </a:lnTo>
                  <a:cubicBezTo>
                    <a:pt x="602" y="420"/>
                    <a:pt x="32" y="863"/>
                    <a:pt x="32" y="1655"/>
                  </a:cubicBezTo>
                  <a:cubicBezTo>
                    <a:pt x="32" y="1655"/>
                    <a:pt x="32" y="4220"/>
                    <a:pt x="32" y="4980"/>
                  </a:cubicBezTo>
                  <a:cubicBezTo>
                    <a:pt x="0" y="5360"/>
                    <a:pt x="317" y="5677"/>
                    <a:pt x="665" y="5677"/>
                  </a:cubicBezTo>
                  <a:lnTo>
                    <a:pt x="697" y="5677"/>
                  </a:lnTo>
                  <a:cubicBezTo>
                    <a:pt x="919" y="5677"/>
                    <a:pt x="1140" y="5550"/>
                    <a:pt x="1267" y="5360"/>
                  </a:cubicBezTo>
                  <a:cubicBezTo>
                    <a:pt x="1299" y="5297"/>
                    <a:pt x="1299" y="5170"/>
                    <a:pt x="1204" y="5107"/>
                  </a:cubicBezTo>
                  <a:cubicBezTo>
                    <a:pt x="1169" y="5096"/>
                    <a:pt x="1130" y="5088"/>
                    <a:pt x="1093" y="5088"/>
                  </a:cubicBezTo>
                  <a:cubicBezTo>
                    <a:pt x="1029" y="5088"/>
                    <a:pt x="970" y="5110"/>
                    <a:pt x="950" y="5170"/>
                  </a:cubicBezTo>
                  <a:cubicBezTo>
                    <a:pt x="887" y="5265"/>
                    <a:pt x="792" y="5297"/>
                    <a:pt x="697" y="5297"/>
                  </a:cubicBezTo>
                  <a:cubicBezTo>
                    <a:pt x="602" y="5297"/>
                    <a:pt x="539" y="5265"/>
                    <a:pt x="475" y="5202"/>
                  </a:cubicBezTo>
                  <a:cubicBezTo>
                    <a:pt x="444" y="5170"/>
                    <a:pt x="412" y="5075"/>
                    <a:pt x="412" y="5012"/>
                  </a:cubicBezTo>
                  <a:cubicBezTo>
                    <a:pt x="412" y="3872"/>
                    <a:pt x="412" y="1687"/>
                    <a:pt x="412" y="1655"/>
                  </a:cubicBezTo>
                  <a:cubicBezTo>
                    <a:pt x="412" y="1085"/>
                    <a:pt x="824" y="800"/>
                    <a:pt x="1584" y="800"/>
                  </a:cubicBezTo>
                  <a:lnTo>
                    <a:pt x="2882" y="768"/>
                  </a:lnTo>
                  <a:lnTo>
                    <a:pt x="2945" y="768"/>
                  </a:lnTo>
                  <a:cubicBezTo>
                    <a:pt x="3357" y="768"/>
                    <a:pt x="3674" y="958"/>
                    <a:pt x="3896" y="1307"/>
                  </a:cubicBezTo>
                  <a:cubicBezTo>
                    <a:pt x="3991" y="1465"/>
                    <a:pt x="4086" y="1624"/>
                    <a:pt x="4212" y="1782"/>
                  </a:cubicBezTo>
                  <a:cubicBezTo>
                    <a:pt x="4244" y="1845"/>
                    <a:pt x="4276" y="1877"/>
                    <a:pt x="4339" y="1877"/>
                  </a:cubicBezTo>
                  <a:cubicBezTo>
                    <a:pt x="4402" y="1877"/>
                    <a:pt x="4466" y="1845"/>
                    <a:pt x="4497" y="1782"/>
                  </a:cubicBezTo>
                  <a:lnTo>
                    <a:pt x="5511" y="483"/>
                  </a:lnTo>
                  <a:cubicBezTo>
                    <a:pt x="5574" y="420"/>
                    <a:pt x="5637" y="388"/>
                    <a:pt x="5732" y="388"/>
                  </a:cubicBezTo>
                  <a:cubicBezTo>
                    <a:pt x="5796" y="388"/>
                    <a:pt x="5891" y="388"/>
                    <a:pt x="5954" y="452"/>
                  </a:cubicBezTo>
                  <a:cubicBezTo>
                    <a:pt x="6081" y="547"/>
                    <a:pt x="6081" y="737"/>
                    <a:pt x="5986" y="863"/>
                  </a:cubicBezTo>
                  <a:lnTo>
                    <a:pt x="4561" y="2669"/>
                  </a:lnTo>
                  <a:cubicBezTo>
                    <a:pt x="4510" y="2735"/>
                    <a:pt x="4425" y="2776"/>
                    <a:pt x="4337" y="2776"/>
                  </a:cubicBezTo>
                  <a:cubicBezTo>
                    <a:pt x="4258" y="2776"/>
                    <a:pt x="4177" y="2743"/>
                    <a:pt x="4117" y="2669"/>
                  </a:cubicBezTo>
                  <a:cubicBezTo>
                    <a:pt x="3991" y="2510"/>
                    <a:pt x="3864" y="2320"/>
                    <a:pt x="3737" y="2130"/>
                  </a:cubicBezTo>
                  <a:cubicBezTo>
                    <a:pt x="3691" y="2084"/>
                    <a:pt x="3628" y="2054"/>
                    <a:pt x="3572" y="2054"/>
                  </a:cubicBezTo>
                  <a:cubicBezTo>
                    <a:pt x="3552" y="2054"/>
                    <a:pt x="3532" y="2058"/>
                    <a:pt x="3516" y="2067"/>
                  </a:cubicBezTo>
                  <a:cubicBezTo>
                    <a:pt x="3421" y="2067"/>
                    <a:pt x="3389" y="2162"/>
                    <a:pt x="3389" y="2225"/>
                  </a:cubicBezTo>
                  <a:lnTo>
                    <a:pt x="3452" y="5297"/>
                  </a:lnTo>
                  <a:lnTo>
                    <a:pt x="3484" y="9604"/>
                  </a:lnTo>
                  <a:cubicBezTo>
                    <a:pt x="3484" y="9857"/>
                    <a:pt x="3294" y="10047"/>
                    <a:pt x="3040" y="10047"/>
                  </a:cubicBezTo>
                  <a:cubicBezTo>
                    <a:pt x="2787" y="10047"/>
                    <a:pt x="2565" y="9857"/>
                    <a:pt x="2565" y="9604"/>
                  </a:cubicBezTo>
                  <a:lnTo>
                    <a:pt x="2565" y="5994"/>
                  </a:lnTo>
                  <a:cubicBezTo>
                    <a:pt x="2565" y="5899"/>
                    <a:pt x="2502" y="5836"/>
                    <a:pt x="2407" y="5836"/>
                  </a:cubicBezTo>
                  <a:cubicBezTo>
                    <a:pt x="2280" y="5836"/>
                    <a:pt x="2217" y="5899"/>
                    <a:pt x="2217" y="5994"/>
                  </a:cubicBezTo>
                  <a:lnTo>
                    <a:pt x="2217" y="9604"/>
                  </a:lnTo>
                  <a:cubicBezTo>
                    <a:pt x="2217" y="10047"/>
                    <a:pt x="2565" y="10427"/>
                    <a:pt x="3040" y="10427"/>
                  </a:cubicBezTo>
                  <a:cubicBezTo>
                    <a:pt x="3484" y="10427"/>
                    <a:pt x="3864" y="10047"/>
                    <a:pt x="3832" y="9572"/>
                  </a:cubicBezTo>
                  <a:lnTo>
                    <a:pt x="3801" y="5265"/>
                  </a:lnTo>
                  <a:lnTo>
                    <a:pt x="3769" y="2828"/>
                  </a:lnTo>
                  <a:lnTo>
                    <a:pt x="3769" y="2828"/>
                  </a:lnTo>
                  <a:cubicBezTo>
                    <a:pt x="3770" y="2859"/>
                    <a:pt x="3801" y="2859"/>
                    <a:pt x="3801" y="2890"/>
                  </a:cubicBezTo>
                  <a:cubicBezTo>
                    <a:pt x="3927" y="3049"/>
                    <a:pt x="4117" y="3144"/>
                    <a:pt x="4339" y="3144"/>
                  </a:cubicBezTo>
                  <a:cubicBezTo>
                    <a:pt x="4529" y="3144"/>
                    <a:pt x="4719" y="3049"/>
                    <a:pt x="4846" y="2890"/>
                  </a:cubicBezTo>
                  <a:lnTo>
                    <a:pt x="6271" y="1085"/>
                  </a:lnTo>
                  <a:cubicBezTo>
                    <a:pt x="6492" y="800"/>
                    <a:pt x="6461" y="388"/>
                    <a:pt x="6176" y="167"/>
                  </a:cubicBezTo>
                  <a:cubicBezTo>
                    <a:pt x="6071" y="62"/>
                    <a:pt x="5922" y="0"/>
                    <a:pt x="576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6" name="Google Shape;3536;p36"/>
            <p:cNvSpPr/>
            <p:nvPr/>
          </p:nvSpPr>
          <p:spPr>
            <a:xfrm>
              <a:off x="4963925" y="2603725"/>
              <a:ext cx="53075" cy="53075"/>
            </a:xfrm>
            <a:custGeom>
              <a:avLst/>
              <a:gdLst/>
              <a:ahLst/>
              <a:cxnLst/>
              <a:rect l="l" t="t" r="r" b="b"/>
              <a:pathLst>
                <a:path w="2123" h="2123" extrusionOk="0">
                  <a:moveTo>
                    <a:pt x="1077" y="1"/>
                  </a:moveTo>
                  <a:cubicBezTo>
                    <a:pt x="476" y="1"/>
                    <a:pt x="1" y="476"/>
                    <a:pt x="1" y="1046"/>
                  </a:cubicBezTo>
                  <a:cubicBezTo>
                    <a:pt x="1" y="1647"/>
                    <a:pt x="476" y="2122"/>
                    <a:pt x="1077" y="2122"/>
                  </a:cubicBezTo>
                  <a:cubicBezTo>
                    <a:pt x="1647" y="2122"/>
                    <a:pt x="2123" y="1647"/>
                    <a:pt x="2123" y="1046"/>
                  </a:cubicBezTo>
                  <a:cubicBezTo>
                    <a:pt x="2123" y="476"/>
                    <a:pt x="1647" y="1"/>
                    <a:pt x="10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7" name="Google Shape;3537;p36"/>
            <p:cNvSpPr/>
            <p:nvPr/>
          </p:nvSpPr>
          <p:spPr>
            <a:xfrm>
              <a:off x="4959175" y="2598975"/>
              <a:ext cx="62575" cy="62575"/>
            </a:xfrm>
            <a:custGeom>
              <a:avLst/>
              <a:gdLst/>
              <a:ahLst/>
              <a:cxnLst/>
              <a:rect l="l" t="t" r="r" b="b"/>
              <a:pathLst>
                <a:path w="2503" h="2503" extrusionOk="0">
                  <a:moveTo>
                    <a:pt x="1267" y="381"/>
                  </a:moveTo>
                  <a:cubicBezTo>
                    <a:pt x="1742" y="381"/>
                    <a:pt x="2122" y="761"/>
                    <a:pt x="2122" y="1236"/>
                  </a:cubicBezTo>
                  <a:cubicBezTo>
                    <a:pt x="2122" y="1742"/>
                    <a:pt x="1742" y="2122"/>
                    <a:pt x="1267" y="2122"/>
                  </a:cubicBezTo>
                  <a:cubicBezTo>
                    <a:pt x="792" y="2122"/>
                    <a:pt x="381" y="1742"/>
                    <a:pt x="381" y="1236"/>
                  </a:cubicBezTo>
                  <a:cubicBezTo>
                    <a:pt x="381" y="761"/>
                    <a:pt x="792" y="381"/>
                    <a:pt x="1267" y="381"/>
                  </a:cubicBezTo>
                  <a:close/>
                  <a:moveTo>
                    <a:pt x="1267" y="1"/>
                  </a:moveTo>
                  <a:cubicBezTo>
                    <a:pt x="571" y="1"/>
                    <a:pt x="1" y="571"/>
                    <a:pt x="1" y="1267"/>
                  </a:cubicBezTo>
                  <a:cubicBezTo>
                    <a:pt x="1" y="1932"/>
                    <a:pt x="571" y="2502"/>
                    <a:pt x="1267" y="2502"/>
                  </a:cubicBezTo>
                  <a:cubicBezTo>
                    <a:pt x="1964" y="2502"/>
                    <a:pt x="2503" y="1932"/>
                    <a:pt x="2503" y="1267"/>
                  </a:cubicBezTo>
                  <a:cubicBezTo>
                    <a:pt x="2503" y="571"/>
                    <a:pt x="1932" y="1"/>
                    <a:pt x="126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8" name="Google Shape;3538;p36"/>
            <p:cNvSpPr/>
            <p:nvPr/>
          </p:nvSpPr>
          <p:spPr>
            <a:xfrm>
              <a:off x="4963925" y="2773150"/>
              <a:ext cx="32500" cy="134625"/>
            </a:xfrm>
            <a:custGeom>
              <a:avLst/>
              <a:gdLst/>
              <a:ahLst/>
              <a:cxnLst/>
              <a:rect l="l" t="t" r="r" b="b"/>
              <a:pathLst>
                <a:path w="1300" h="5385" extrusionOk="0">
                  <a:moveTo>
                    <a:pt x="1" y="1"/>
                  </a:moveTo>
                  <a:lnTo>
                    <a:pt x="1" y="4688"/>
                  </a:lnTo>
                  <a:cubicBezTo>
                    <a:pt x="1" y="5068"/>
                    <a:pt x="286" y="5384"/>
                    <a:pt x="666" y="5384"/>
                  </a:cubicBezTo>
                  <a:cubicBezTo>
                    <a:pt x="1014" y="5384"/>
                    <a:pt x="1299" y="5068"/>
                    <a:pt x="1299" y="4688"/>
                  </a:cubicBezTo>
                  <a:lnTo>
                    <a:pt x="1299" y="95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9" name="Google Shape;3539;p36"/>
            <p:cNvSpPr/>
            <p:nvPr/>
          </p:nvSpPr>
          <p:spPr>
            <a:xfrm>
              <a:off x="4959175" y="2769200"/>
              <a:ext cx="42000" cy="142525"/>
            </a:xfrm>
            <a:custGeom>
              <a:avLst/>
              <a:gdLst/>
              <a:ahLst/>
              <a:cxnLst/>
              <a:rect l="l" t="t" r="r" b="b"/>
              <a:pathLst>
                <a:path w="1680" h="5701" extrusionOk="0">
                  <a:moveTo>
                    <a:pt x="191" y="0"/>
                  </a:moveTo>
                  <a:cubicBezTo>
                    <a:pt x="96" y="0"/>
                    <a:pt x="1" y="64"/>
                    <a:pt x="1" y="159"/>
                  </a:cubicBezTo>
                  <a:lnTo>
                    <a:pt x="1" y="4846"/>
                  </a:lnTo>
                  <a:cubicBezTo>
                    <a:pt x="1" y="5321"/>
                    <a:pt x="381" y="5701"/>
                    <a:pt x="824" y="5701"/>
                  </a:cubicBezTo>
                  <a:cubicBezTo>
                    <a:pt x="1299" y="5701"/>
                    <a:pt x="1679" y="5321"/>
                    <a:pt x="1647" y="4846"/>
                  </a:cubicBezTo>
                  <a:lnTo>
                    <a:pt x="1647" y="1109"/>
                  </a:lnTo>
                  <a:cubicBezTo>
                    <a:pt x="1647" y="1014"/>
                    <a:pt x="1584" y="919"/>
                    <a:pt x="1457" y="919"/>
                  </a:cubicBezTo>
                  <a:cubicBezTo>
                    <a:pt x="1362" y="919"/>
                    <a:pt x="1299" y="1014"/>
                    <a:pt x="1299" y="1109"/>
                  </a:cubicBezTo>
                  <a:lnTo>
                    <a:pt x="1299" y="4846"/>
                  </a:lnTo>
                  <a:cubicBezTo>
                    <a:pt x="1299" y="5131"/>
                    <a:pt x="1077" y="5352"/>
                    <a:pt x="824" y="5352"/>
                  </a:cubicBezTo>
                  <a:cubicBezTo>
                    <a:pt x="571" y="5352"/>
                    <a:pt x="381" y="5099"/>
                    <a:pt x="381" y="4846"/>
                  </a:cubicBezTo>
                  <a:lnTo>
                    <a:pt x="381" y="159"/>
                  </a:lnTo>
                  <a:cubicBezTo>
                    <a:pt x="381" y="64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0" name="Google Shape;3540;p36"/>
            <p:cNvSpPr/>
            <p:nvPr/>
          </p:nvSpPr>
          <p:spPr>
            <a:xfrm>
              <a:off x="4959175" y="2705850"/>
              <a:ext cx="9525" cy="83175"/>
            </a:xfrm>
            <a:custGeom>
              <a:avLst/>
              <a:gdLst/>
              <a:ahLst/>
              <a:cxnLst/>
              <a:rect l="l" t="t" r="r" b="b"/>
              <a:pathLst>
                <a:path w="381" h="3327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3136"/>
                  </a:lnTo>
                  <a:cubicBezTo>
                    <a:pt x="1" y="3231"/>
                    <a:pt x="96" y="3326"/>
                    <a:pt x="191" y="3326"/>
                  </a:cubicBezTo>
                  <a:cubicBezTo>
                    <a:pt x="317" y="3326"/>
                    <a:pt x="381" y="3231"/>
                    <a:pt x="381" y="3136"/>
                  </a:cubicBezTo>
                  <a:lnTo>
                    <a:pt x="381" y="191"/>
                  </a:lnTo>
                  <a:cubicBezTo>
                    <a:pt x="381" y="96"/>
                    <a:pt x="317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1" name="Google Shape;3541;p36"/>
            <p:cNvSpPr/>
            <p:nvPr/>
          </p:nvSpPr>
          <p:spPr>
            <a:xfrm>
              <a:off x="4808750" y="2691600"/>
              <a:ext cx="108500" cy="101375"/>
            </a:xfrm>
            <a:custGeom>
              <a:avLst/>
              <a:gdLst/>
              <a:ahLst/>
              <a:cxnLst/>
              <a:rect l="l" t="t" r="r" b="b"/>
              <a:pathLst>
                <a:path w="4340" h="4055" extrusionOk="0">
                  <a:moveTo>
                    <a:pt x="1679" y="1"/>
                  </a:moveTo>
                  <a:cubicBezTo>
                    <a:pt x="761" y="1"/>
                    <a:pt x="1" y="761"/>
                    <a:pt x="1" y="1711"/>
                  </a:cubicBezTo>
                  <a:lnTo>
                    <a:pt x="1" y="2471"/>
                  </a:lnTo>
                  <a:lnTo>
                    <a:pt x="1" y="4054"/>
                  </a:lnTo>
                  <a:lnTo>
                    <a:pt x="4339" y="4054"/>
                  </a:lnTo>
                  <a:lnTo>
                    <a:pt x="4339" y="2471"/>
                  </a:lnTo>
                  <a:lnTo>
                    <a:pt x="4339" y="1711"/>
                  </a:lnTo>
                  <a:cubicBezTo>
                    <a:pt x="4339" y="761"/>
                    <a:pt x="3579" y="1"/>
                    <a:pt x="26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2" name="Google Shape;3542;p36"/>
            <p:cNvSpPr/>
            <p:nvPr/>
          </p:nvSpPr>
          <p:spPr>
            <a:xfrm>
              <a:off x="4804000" y="2686850"/>
              <a:ext cx="118000" cy="110875"/>
            </a:xfrm>
            <a:custGeom>
              <a:avLst/>
              <a:gdLst/>
              <a:ahLst/>
              <a:cxnLst/>
              <a:rect l="l" t="t" r="r" b="b"/>
              <a:pathLst>
                <a:path w="4720" h="4435" extrusionOk="0">
                  <a:moveTo>
                    <a:pt x="1869" y="1"/>
                  </a:moveTo>
                  <a:cubicBezTo>
                    <a:pt x="856" y="1"/>
                    <a:pt x="1" y="856"/>
                    <a:pt x="1" y="1901"/>
                  </a:cubicBezTo>
                  <a:lnTo>
                    <a:pt x="1" y="4244"/>
                  </a:lnTo>
                  <a:cubicBezTo>
                    <a:pt x="1" y="4339"/>
                    <a:pt x="96" y="4435"/>
                    <a:pt x="191" y="4435"/>
                  </a:cubicBezTo>
                  <a:cubicBezTo>
                    <a:pt x="286" y="4435"/>
                    <a:pt x="381" y="4339"/>
                    <a:pt x="381" y="4244"/>
                  </a:cubicBezTo>
                  <a:lnTo>
                    <a:pt x="381" y="1901"/>
                  </a:lnTo>
                  <a:cubicBezTo>
                    <a:pt x="381" y="1046"/>
                    <a:pt x="1046" y="381"/>
                    <a:pt x="1869" y="381"/>
                  </a:cubicBezTo>
                  <a:lnTo>
                    <a:pt x="2851" y="381"/>
                  </a:lnTo>
                  <a:cubicBezTo>
                    <a:pt x="3674" y="381"/>
                    <a:pt x="4339" y="1046"/>
                    <a:pt x="4339" y="1901"/>
                  </a:cubicBezTo>
                  <a:lnTo>
                    <a:pt x="4339" y="4244"/>
                  </a:lnTo>
                  <a:cubicBezTo>
                    <a:pt x="4339" y="4339"/>
                    <a:pt x="4434" y="4435"/>
                    <a:pt x="4529" y="4435"/>
                  </a:cubicBezTo>
                  <a:cubicBezTo>
                    <a:pt x="4624" y="4435"/>
                    <a:pt x="4719" y="4339"/>
                    <a:pt x="4719" y="4244"/>
                  </a:cubicBezTo>
                  <a:lnTo>
                    <a:pt x="4719" y="1901"/>
                  </a:lnTo>
                  <a:cubicBezTo>
                    <a:pt x="4719" y="856"/>
                    <a:pt x="3896" y="1"/>
                    <a:pt x="285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3" name="Google Shape;3543;p36"/>
            <p:cNvSpPr/>
            <p:nvPr/>
          </p:nvSpPr>
          <p:spPr>
            <a:xfrm>
              <a:off x="4819050" y="2715350"/>
              <a:ext cx="96600" cy="110075"/>
            </a:xfrm>
            <a:custGeom>
              <a:avLst/>
              <a:gdLst/>
              <a:ahLst/>
              <a:cxnLst/>
              <a:rect l="l" t="t" r="r" b="b"/>
              <a:pathLst>
                <a:path w="3864" h="4403" extrusionOk="0">
                  <a:moveTo>
                    <a:pt x="1457" y="1"/>
                  </a:moveTo>
                  <a:cubicBezTo>
                    <a:pt x="1109" y="1"/>
                    <a:pt x="792" y="381"/>
                    <a:pt x="602" y="729"/>
                  </a:cubicBezTo>
                  <a:cubicBezTo>
                    <a:pt x="222" y="1363"/>
                    <a:pt x="32" y="1933"/>
                    <a:pt x="0" y="3009"/>
                  </a:cubicBezTo>
                  <a:lnTo>
                    <a:pt x="0" y="3073"/>
                  </a:lnTo>
                  <a:cubicBezTo>
                    <a:pt x="0" y="3801"/>
                    <a:pt x="855" y="4403"/>
                    <a:pt x="1932" y="4403"/>
                  </a:cubicBezTo>
                  <a:cubicBezTo>
                    <a:pt x="3009" y="4403"/>
                    <a:pt x="3864" y="3801"/>
                    <a:pt x="3864" y="3073"/>
                  </a:cubicBezTo>
                  <a:lnTo>
                    <a:pt x="3864" y="3009"/>
                  </a:lnTo>
                  <a:cubicBezTo>
                    <a:pt x="3832" y="1901"/>
                    <a:pt x="3642" y="1331"/>
                    <a:pt x="3230" y="666"/>
                  </a:cubicBezTo>
                  <a:cubicBezTo>
                    <a:pt x="3040" y="349"/>
                    <a:pt x="2724" y="1"/>
                    <a:pt x="2407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4" name="Google Shape;3544;p36"/>
            <p:cNvSpPr/>
            <p:nvPr/>
          </p:nvSpPr>
          <p:spPr>
            <a:xfrm>
              <a:off x="4814300" y="2710600"/>
              <a:ext cx="106100" cy="119575"/>
            </a:xfrm>
            <a:custGeom>
              <a:avLst/>
              <a:gdLst/>
              <a:ahLst/>
              <a:cxnLst/>
              <a:rect l="l" t="t" r="r" b="b"/>
              <a:pathLst>
                <a:path w="4244" h="4783" extrusionOk="0">
                  <a:moveTo>
                    <a:pt x="2597" y="381"/>
                  </a:moveTo>
                  <a:cubicBezTo>
                    <a:pt x="2787" y="381"/>
                    <a:pt x="3040" y="603"/>
                    <a:pt x="3262" y="983"/>
                  </a:cubicBezTo>
                  <a:cubicBezTo>
                    <a:pt x="3674" y="1616"/>
                    <a:pt x="3832" y="2186"/>
                    <a:pt x="3864" y="3231"/>
                  </a:cubicBezTo>
                  <a:lnTo>
                    <a:pt x="3864" y="3263"/>
                  </a:lnTo>
                  <a:cubicBezTo>
                    <a:pt x="3864" y="3896"/>
                    <a:pt x="3072" y="4403"/>
                    <a:pt x="2122" y="4403"/>
                  </a:cubicBezTo>
                  <a:cubicBezTo>
                    <a:pt x="1172" y="4403"/>
                    <a:pt x="380" y="3896"/>
                    <a:pt x="380" y="3263"/>
                  </a:cubicBezTo>
                  <a:lnTo>
                    <a:pt x="380" y="3231"/>
                  </a:lnTo>
                  <a:cubicBezTo>
                    <a:pt x="412" y="2218"/>
                    <a:pt x="570" y="1679"/>
                    <a:pt x="950" y="1014"/>
                  </a:cubicBezTo>
                  <a:cubicBezTo>
                    <a:pt x="1172" y="634"/>
                    <a:pt x="1457" y="381"/>
                    <a:pt x="1647" y="381"/>
                  </a:cubicBezTo>
                  <a:close/>
                  <a:moveTo>
                    <a:pt x="1647" y="1"/>
                  </a:moveTo>
                  <a:cubicBezTo>
                    <a:pt x="1172" y="1"/>
                    <a:pt x="824" y="508"/>
                    <a:pt x="634" y="824"/>
                  </a:cubicBezTo>
                  <a:cubicBezTo>
                    <a:pt x="190" y="1521"/>
                    <a:pt x="32" y="2154"/>
                    <a:pt x="0" y="3199"/>
                  </a:cubicBezTo>
                  <a:lnTo>
                    <a:pt x="0" y="3263"/>
                  </a:lnTo>
                  <a:cubicBezTo>
                    <a:pt x="0" y="4086"/>
                    <a:pt x="950" y="4783"/>
                    <a:pt x="2122" y="4783"/>
                  </a:cubicBezTo>
                  <a:cubicBezTo>
                    <a:pt x="3294" y="4783"/>
                    <a:pt x="4244" y="4086"/>
                    <a:pt x="4244" y="3263"/>
                  </a:cubicBezTo>
                  <a:lnTo>
                    <a:pt x="4244" y="3199"/>
                  </a:lnTo>
                  <a:cubicBezTo>
                    <a:pt x="4181" y="2123"/>
                    <a:pt x="4022" y="1458"/>
                    <a:pt x="3579" y="761"/>
                  </a:cubicBezTo>
                  <a:cubicBezTo>
                    <a:pt x="3389" y="476"/>
                    <a:pt x="3040" y="1"/>
                    <a:pt x="259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5" name="Google Shape;3545;p36"/>
            <p:cNvSpPr/>
            <p:nvPr/>
          </p:nvSpPr>
          <p:spPr>
            <a:xfrm>
              <a:off x="4842000" y="2670225"/>
              <a:ext cx="52275" cy="54650"/>
            </a:xfrm>
            <a:custGeom>
              <a:avLst/>
              <a:gdLst/>
              <a:ahLst/>
              <a:cxnLst/>
              <a:rect l="l" t="t" r="r" b="b"/>
              <a:pathLst>
                <a:path w="2091" h="2186" extrusionOk="0">
                  <a:moveTo>
                    <a:pt x="1046" y="1"/>
                  </a:moveTo>
                  <a:cubicBezTo>
                    <a:pt x="476" y="1"/>
                    <a:pt x="1" y="508"/>
                    <a:pt x="1" y="1109"/>
                  </a:cubicBezTo>
                  <a:cubicBezTo>
                    <a:pt x="1" y="1711"/>
                    <a:pt x="476" y="2186"/>
                    <a:pt x="1046" y="2186"/>
                  </a:cubicBezTo>
                  <a:cubicBezTo>
                    <a:pt x="1616" y="2186"/>
                    <a:pt x="2091" y="1711"/>
                    <a:pt x="2091" y="1109"/>
                  </a:cubicBezTo>
                  <a:cubicBezTo>
                    <a:pt x="2091" y="508"/>
                    <a:pt x="1616" y="1"/>
                    <a:pt x="10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6" name="Google Shape;3546;p36"/>
            <p:cNvSpPr/>
            <p:nvPr/>
          </p:nvSpPr>
          <p:spPr>
            <a:xfrm>
              <a:off x="4837250" y="2665475"/>
              <a:ext cx="61775" cy="64150"/>
            </a:xfrm>
            <a:custGeom>
              <a:avLst/>
              <a:gdLst/>
              <a:ahLst/>
              <a:cxnLst/>
              <a:rect l="l" t="t" r="r" b="b"/>
              <a:pathLst>
                <a:path w="2471" h="2566" extrusionOk="0">
                  <a:moveTo>
                    <a:pt x="1236" y="381"/>
                  </a:moveTo>
                  <a:cubicBezTo>
                    <a:pt x="1711" y="381"/>
                    <a:pt x="2122" y="793"/>
                    <a:pt x="2122" y="1299"/>
                  </a:cubicBezTo>
                  <a:cubicBezTo>
                    <a:pt x="2122" y="1806"/>
                    <a:pt x="1711" y="2218"/>
                    <a:pt x="1236" y="2218"/>
                  </a:cubicBezTo>
                  <a:cubicBezTo>
                    <a:pt x="761" y="2218"/>
                    <a:pt x="381" y="1806"/>
                    <a:pt x="381" y="1299"/>
                  </a:cubicBezTo>
                  <a:cubicBezTo>
                    <a:pt x="381" y="793"/>
                    <a:pt x="761" y="381"/>
                    <a:pt x="1236" y="381"/>
                  </a:cubicBezTo>
                  <a:close/>
                  <a:moveTo>
                    <a:pt x="1236" y="1"/>
                  </a:moveTo>
                  <a:cubicBezTo>
                    <a:pt x="539" y="1"/>
                    <a:pt x="1" y="603"/>
                    <a:pt x="1" y="1299"/>
                  </a:cubicBezTo>
                  <a:cubicBezTo>
                    <a:pt x="1" y="1996"/>
                    <a:pt x="539" y="2566"/>
                    <a:pt x="1236" y="2566"/>
                  </a:cubicBezTo>
                  <a:cubicBezTo>
                    <a:pt x="1932" y="2566"/>
                    <a:pt x="2471" y="1996"/>
                    <a:pt x="2471" y="1299"/>
                  </a:cubicBezTo>
                  <a:cubicBezTo>
                    <a:pt x="2471" y="571"/>
                    <a:pt x="1932" y="1"/>
                    <a:pt x="123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7" name="Google Shape;3547;p36"/>
            <p:cNvSpPr/>
            <p:nvPr/>
          </p:nvSpPr>
          <p:spPr>
            <a:xfrm>
              <a:off x="4871300" y="2694775"/>
              <a:ext cx="101375" cy="76825"/>
            </a:xfrm>
            <a:custGeom>
              <a:avLst/>
              <a:gdLst/>
              <a:ahLst/>
              <a:cxnLst/>
              <a:rect l="l" t="t" r="r" b="b"/>
              <a:pathLst>
                <a:path w="4055" h="3073" extrusionOk="0">
                  <a:moveTo>
                    <a:pt x="222" y="1"/>
                  </a:moveTo>
                  <a:cubicBezTo>
                    <a:pt x="95" y="1"/>
                    <a:pt x="0" y="96"/>
                    <a:pt x="0" y="191"/>
                  </a:cubicBezTo>
                  <a:lnTo>
                    <a:pt x="0" y="2851"/>
                  </a:lnTo>
                  <a:cubicBezTo>
                    <a:pt x="0" y="2977"/>
                    <a:pt x="95" y="3072"/>
                    <a:pt x="222" y="3072"/>
                  </a:cubicBezTo>
                  <a:lnTo>
                    <a:pt x="3864" y="3072"/>
                  </a:lnTo>
                  <a:cubicBezTo>
                    <a:pt x="3959" y="3072"/>
                    <a:pt x="4054" y="2977"/>
                    <a:pt x="4054" y="2851"/>
                  </a:cubicBezTo>
                  <a:lnTo>
                    <a:pt x="4054" y="191"/>
                  </a:lnTo>
                  <a:cubicBezTo>
                    <a:pt x="4054" y="96"/>
                    <a:pt x="3959" y="1"/>
                    <a:pt x="386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8" name="Google Shape;3548;p36"/>
            <p:cNvSpPr/>
            <p:nvPr/>
          </p:nvSpPr>
          <p:spPr>
            <a:xfrm>
              <a:off x="4867350" y="2690025"/>
              <a:ext cx="110075" cy="86325"/>
            </a:xfrm>
            <a:custGeom>
              <a:avLst/>
              <a:gdLst/>
              <a:ahLst/>
              <a:cxnLst/>
              <a:rect l="l" t="t" r="r" b="b"/>
              <a:pathLst>
                <a:path w="4403" h="3453" extrusionOk="0">
                  <a:moveTo>
                    <a:pt x="4022" y="381"/>
                  </a:moveTo>
                  <a:lnTo>
                    <a:pt x="4022" y="3041"/>
                  </a:lnTo>
                  <a:cubicBezTo>
                    <a:pt x="4022" y="3072"/>
                    <a:pt x="4022" y="3072"/>
                    <a:pt x="4022" y="3072"/>
                  </a:cubicBezTo>
                  <a:lnTo>
                    <a:pt x="380" y="3072"/>
                  </a:lnTo>
                  <a:cubicBezTo>
                    <a:pt x="380" y="3072"/>
                    <a:pt x="348" y="3072"/>
                    <a:pt x="348" y="3041"/>
                  </a:cubicBezTo>
                  <a:lnTo>
                    <a:pt x="348" y="381"/>
                  </a:lnTo>
                  <a:close/>
                  <a:moveTo>
                    <a:pt x="380" y="1"/>
                  </a:moveTo>
                  <a:cubicBezTo>
                    <a:pt x="158" y="1"/>
                    <a:pt x="0" y="191"/>
                    <a:pt x="0" y="381"/>
                  </a:cubicBezTo>
                  <a:lnTo>
                    <a:pt x="0" y="3041"/>
                  </a:lnTo>
                  <a:cubicBezTo>
                    <a:pt x="0" y="3262"/>
                    <a:pt x="158" y="3452"/>
                    <a:pt x="380" y="3452"/>
                  </a:cubicBezTo>
                  <a:lnTo>
                    <a:pt x="4022" y="3452"/>
                  </a:lnTo>
                  <a:cubicBezTo>
                    <a:pt x="4244" y="3452"/>
                    <a:pt x="4402" y="3262"/>
                    <a:pt x="4402" y="3041"/>
                  </a:cubicBezTo>
                  <a:lnTo>
                    <a:pt x="4402" y="381"/>
                  </a:lnTo>
                  <a:cubicBezTo>
                    <a:pt x="4402" y="191"/>
                    <a:pt x="4244" y="1"/>
                    <a:pt x="402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9" name="Google Shape;3549;p36"/>
            <p:cNvSpPr/>
            <p:nvPr/>
          </p:nvSpPr>
          <p:spPr>
            <a:xfrm>
              <a:off x="4914050" y="2732775"/>
              <a:ext cx="16650" cy="55450"/>
            </a:xfrm>
            <a:custGeom>
              <a:avLst/>
              <a:gdLst/>
              <a:ahLst/>
              <a:cxnLst/>
              <a:rect l="l" t="t" r="r" b="b"/>
              <a:pathLst>
                <a:path w="666" h="2218" extrusionOk="0">
                  <a:moveTo>
                    <a:pt x="317" y="1"/>
                  </a:moveTo>
                  <a:cubicBezTo>
                    <a:pt x="159" y="1"/>
                    <a:pt x="1" y="191"/>
                    <a:pt x="1" y="412"/>
                  </a:cubicBezTo>
                  <a:lnTo>
                    <a:pt x="1" y="2217"/>
                  </a:lnTo>
                  <a:lnTo>
                    <a:pt x="666" y="2217"/>
                  </a:lnTo>
                  <a:lnTo>
                    <a:pt x="666" y="412"/>
                  </a:lnTo>
                  <a:cubicBezTo>
                    <a:pt x="666" y="191"/>
                    <a:pt x="507" y="1"/>
                    <a:pt x="3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0" name="Google Shape;3550;p36"/>
            <p:cNvSpPr/>
            <p:nvPr/>
          </p:nvSpPr>
          <p:spPr>
            <a:xfrm>
              <a:off x="4909300" y="2728025"/>
              <a:ext cx="26150" cy="64950"/>
            </a:xfrm>
            <a:custGeom>
              <a:avLst/>
              <a:gdLst/>
              <a:ahLst/>
              <a:cxnLst/>
              <a:rect l="l" t="t" r="r" b="b"/>
              <a:pathLst>
                <a:path w="1046" h="2598" extrusionOk="0">
                  <a:moveTo>
                    <a:pt x="507" y="1"/>
                  </a:moveTo>
                  <a:cubicBezTo>
                    <a:pt x="222" y="1"/>
                    <a:pt x="1" y="286"/>
                    <a:pt x="1" y="602"/>
                  </a:cubicBezTo>
                  <a:lnTo>
                    <a:pt x="1" y="2407"/>
                  </a:lnTo>
                  <a:cubicBezTo>
                    <a:pt x="1" y="2502"/>
                    <a:pt x="64" y="2597"/>
                    <a:pt x="191" y="2597"/>
                  </a:cubicBezTo>
                  <a:cubicBezTo>
                    <a:pt x="286" y="2597"/>
                    <a:pt x="381" y="2502"/>
                    <a:pt x="381" y="2407"/>
                  </a:cubicBezTo>
                  <a:lnTo>
                    <a:pt x="381" y="602"/>
                  </a:lnTo>
                  <a:cubicBezTo>
                    <a:pt x="381" y="476"/>
                    <a:pt x="444" y="381"/>
                    <a:pt x="507" y="381"/>
                  </a:cubicBezTo>
                  <a:cubicBezTo>
                    <a:pt x="602" y="381"/>
                    <a:pt x="666" y="476"/>
                    <a:pt x="666" y="602"/>
                  </a:cubicBezTo>
                  <a:lnTo>
                    <a:pt x="666" y="2407"/>
                  </a:lnTo>
                  <a:cubicBezTo>
                    <a:pt x="666" y="2502"/>
                    <a:pt x="761" y="2597"/>
                    <a:pt x="856" y="2597"/>
                  </a:cubicBezTo>
                  <a:cubicBezTo>
                    <a:pt x="951" y="2597"/>
                    <a:pt x="1046" y="2502"/>
                    <a:pt x="1046" y="2407"/>
                  </a:cubicBezTo>
                  <a:lnTo>
                    <a:pt x="1046" y="602"/>
                  </a:lnTo>
                  <a:cubicBezTo>
                    <a:pt x="1046" y="286"/>
                    <a:pt x="824" y="1"/>
                    <a:pt x="50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1" name="Google Shape;3551;p36"/>
            <p:cNvSpPr/>
            <p:nvPr/>
          </p:nvSpPr>
          <p:spPr>
            <a:xfrm>
              <a:off x="4792125" y="2793750"/>
              <a:ext cx="207450" cy="114025"/>
            </a:xfrm>
            <a:custGeom>
              <a:avLst/>
              <a:gdLst/>
              <a:ahLst/>
              <a:cxnLst/>
              <a:rect l="l" t="t" r="r" b="b"/>
              <a:pathLst>
                <a:path w="8298" h="4561" extrusionOk="0">
                  <a:moveTo>
                    <a:pt x="0" y="0"/>
                  </a:moveTo>
                  <a:lnTo>
                    <a:pt x="0" y="4465"/>
                  </a:lnTo>
                  <a:cubicBezTo>
                    <a:pt x="0" y="4497"/>
                    <a:pt x="32" y="4560"/>
                    <a:pt x="64" y="4560"/>
                  </a:cubicBezTo>
                  <a:lnTo>
                    <a:pt x="8234" y="4560"/>
                  </a:lnTo>
                  <a:cubicBezTo>
                    <a:pt x="8266" y="4560"/>
                    <a:pt x="8298" y="4497"/>
                    <a:pt x="8298" y="4465"/>
                  </a:cubicBezTo>
                  <a:lnTo>
                    <a:pt x="8298" y="32"/>
                  </a:lnTo>
                  <a:lnTo>
                    <a:pt x="829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2" name="Google Shape;3552;p36"/>
            <p:cNvSpPr/>
            <p:nvPr/>
          </p:nvSpPr>
          <p:spPr>
            <a:xfrm>
              <a:off x="4787375" y="2789775"/>
              <a:ext cx="216950" cy="122750"/>
            </a:xfrm>
            <a:custGeom>
              <a:avLst/>
              <a:gdLst/>
              <a:ahLst/>
              <a:cxnLst/>
              <a:rect l="l" t="t" r="r" b="b"/>
              <a:pathLst>
                <a:path w="8678" h="4910" extrusionOk="0">
                  <a:moveTo>
                    <a:pt x="8298" y="381"/>
                  </a:moveTo>
                  <a:lnTo>
                    <a:pt x="8298" y="4529"/>
                  </a:lnTo>
                  <a:lnTo>
                    <a:pt x="381" y="4529"/>
                  </a:lnTo>
                  <a:lnTo>
                    <a:pt x="381" y="381"/>
                  </a:lnTo>
                  <a:close/>
                  <a:moveTo>
                    <a:pt x="190" y="1"/>
                  </a:moveTo>
                  <a:cubicBezTo>
                    <a:pt x="64" y="1"/>
                    <a:pt x="0" y="64"/>
                    <a:pt x="0" y="191"/>
                  </a:cubicBezTo>
                  <a:lnTo>
                    <a:pt x="0" y="4624"/>
                  </a:lnTo>
                  <a:cubicBezTo>
                    <a:pt x="0" y="4783"/>
                    <a:pt x="127" y="4909"/>
                    <a:pt x="254" y="4909"/>
                  </a:cubicBezTo>
                  <a:lnTo>
                    <a:pt x="8424" y="4878"/>
                  </a:lnTo>
                  <a:cubicBezTo>
                    <a:pt x="8551" y="4878"/>
                    <a:pt x="8678" y="4751"/>
                    <a:pt x="8678" y="4624"/>
                  </a:cubicBezTo>
                  <a:lnTo>
                    <a:pt x="8678" y="191"/>
                  </a:lnTo>
                  <a:cubicBezTo>
                    <a:pt x="8678" y="64"/>
                    <a:pt x="8614" y="1"/>
                    <a:pt x="848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3" name="Google Shape;3553;p36"/>
            <p:cNvSpPr/>
            <p:nvPr/>
          </p:nvSpPr>
          <p:spPr>
            <a:xfrm>
              <a:off x="4784200" y="2784250"/>
              <a:ext cx="223300" cy="18225"/>
            </a:xfrm>
            <a:custGeom>
              <a:avLst/>
              <a:gdLst/>
              <a:ahLst/>
              <a:cxnLst/>
              <a:rect l="l" t="t" r="r" b="b"/>
              <a:pathLst>
                <a:path w="8932" h="729" extrusionOk="0">
                  <a:moveTo>
                    <a:pt x="254" y="0"/>
                  </a:moveTo>
                  <a:cubicBezTo>
                    <a:pt x="127" y="0"/>
                    <a:pt x="1" y="95"/>
                    <a:pt x="1" y="253"/>
                  </a:cubicBezTo>
                  <a:lnTo>
                    <a:pt x="1" y="443"/>
                  </a:lnTo>
                  <a:cubicBezTo>
                    <a:pt x="1" y="602"/>
                    <a:pt x="127" y="729"/>
                    <a:pt x="254" y="729"/>
                  </a:cubicBezTo>
                  <a:lnTo>
                    <a:pt x="8678" y="729"/>
                  </a:lnTo>
                  <a:cubicBezTo>
                    <a:pt x="8836" y="729"/>
                    <a:pt x="8931" y="602"/>
                    <a:pt x="8931" y="443"/>
                  </a:cubicBezTo>
                  <a:lnTo>
                    <a:pt x="8931" y="253"/>
                  </a:lnTo>
                  <a:cubicBezTo>
                    <a:pt x="8931" y="95"/>
                    <a:pt x="8836" y="0"/>
                    <a:pt x="86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4" name="Google Shape;3554;p36"/>
            <p:cNvSpPr/>
            <p:nvPr/>
          </p:nvSpPr>
          <p:spPr>
            <a:xfrm>
              <a:off x="4779450" y="2779500"/>
              <a:ext cx="232800" cy="26925"/>
            </a:xfrm>
            <a:custGeom>
              <a:avLst/>
              <a:gdLst/>
              <a:ahLst/>
              <a:cxnLst/>
              <a:rect l="l" t="t" r="r" b="b"/>
              <a:pathLst>
                <a:path w="9312" h="1077" extrusionOk="0">
                  <a:moveTo>
                    <a:pt x="8868" y="348"/>
                  </a:moveTo>
                  <a:cubicBezTo>
                    <a:pt x="8900" y="348"/>
                    <a:pt x="8931" y="412"/>
                    <a:pt x="8931" y="443"/>
                  </a:cubicBezTo>
                  <a:lnTo>
                    <a:pt x="8931" y="633"/>
                  </a:lnTo>
                  <a:cubicBezTo>
                    <a:pt x="8931" y="697"/>
                    <a:pt x="8900" y="729"/>
                    <a:pt x="8868" y="729"/>
                  </a:cubicBezTo>
                  <a:lnTo>
                    <a:pt x="444" y="729"/>
                  </a:lnTo>
                  <a:cubicBezTo>
                    <a:pt x="412" y="729"/>
                    <a:pt x="381" y="697"/>
                    <a:pt x="381" y="633"/>
                  </a:cubicBezTo>
                  <a:lnTo>
                    <a:pt x="381" y="443"/>
                  </a:lnTo>
                  <a:cubicBezTo>
                    <a:pt x="381" y="380"/>
                    <a:pt x="412" y="348"/>
                    <a:pt x="444" y="348"/>
                  </a:cubicBezTo>
                  <a:close/>
                  <a:moveTo>
                    <a:pt x="444" y="0"/>
                  </a:moveTo>
                  <a:cubicBezTo>
                    <a:pt x="191" y="0"/>
                    <a:pt x="1" y="190"/>
                    <a:pt x="1" y="443"/>
                  </a:cubicBezTo>
                  <a:lnTo>
                    <a:pt x="1" y="633"/>
                  </a:lnTo>
                  <a:cubicBezTo>
                    <a:pt x="1" y="887"/>
                    <a:pt x="191" y="1077"/>
                    <a:pt x="444" y="1077"/>
                  </a:cubicBezTo>
                  <a:lnTo>
                    <a:pt x="8868" y="1077"/>
                  </a:lnTo>
                  <a:cubicBezTo>
                    <a:pt x="9121" y="1077"/>
                    <a:pt x="9311" y="887"/>
                    <a:pt x="9311" y="633"/>
                  </a:cubicBezTo>
                  <a:lnTo>
                    <a:pt x="9311" y="443"/>
                  </a:lnTo>
                  <a:cubicBezTo>
                    <a:pt x="9311" y="190"/>
                    <a:pt x="9121" y="0"/>
                    <a:pt x="886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5" name="Google Shape;3555;p36"/>
            <p:cNvSpPr/>
            <p:nvPr/>
          </p:nvSpPr>
          <p:spPr>
            <a:xfrm>
              <a:off x="4838050" y="2766025"/>
              <a:ext cx="24575" cy="17450"/>
            </a:xfrm>
            <a:custGeom>
              <a:avLst/>
              <a:gdLst/>
              <a:ahLst/>
              <a:cxnLst/>
              <a:rect l="l" t="t" r="r" b="b"/>
              <a:pathLst>
                <a:path w="983" h="698" extrusionOk="0">
                  <a:moveTo>
                    <a:pt x="444" y="1"/>
                  </a:moveTo>
                  <a:cubicBezTo>
                    <a:pt x="190" y="1"/>
                    <a:pt x="0" y="222"/>
                    <a:pt x="0" y="444"/>
                  </a:cubicBezTo>
                  <a:lnTo>
                    <a:pt x="0" y="476"/>
                  </a:lnTo>
                  <a:cubicBezTo>
                    <a:pt x="0" y="602"/>
                    <a:pt x="95" y="697"/>
                    <a:pt x="222" y="697"/>
                  </a:cubicBezTo>
                  <a:lnTo>
                    <a:pt x="760" y="697"/>
                  </a:lnTo>
                  <a:cubicBezTo>
                    <a:pt x="887" y="697"/>
                    <a:pt x="982" y="602"/>
                    <a:pt x="982" y="476"/>
                  </a:cubicBezTo>
                  <a:lnTo>
                    <a:pt x="982" y="444"/>
                  </a:lnTo>
                  <a:cubicBezTo>
                    <a:pt x="982" y="222"/>
                    <a:pt x="760" y="1"/>
                    <a:pt x="5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6" name="Google Shape;3556;p36"/>
            <p:cNvSpPr/>
            <p:nvPr/>
          </p:nvSpPr>
          <p:spPr>
            <a:xfrm>
              <a:off x="4833300" y="2761275"/>
              <a:ext cx="34075" cy="26950"/>
            </a:xfrm>
            <a:custGeom>
              <a:avLst/>
              <a:gdLst/>
              <a:ahLst/>
              <a:cxnLst/>
              <a:rect l="l" t="t" r="r" b="b"/>
              <a:pathLst>
                <a:path w="1363" h="1078" extrusionOk="0">
                  <a:moveTo>
                    <a:pt x="729" y="381"/>
                  </a:moveTo>
                  <a:cubicBezTo>
                    <a:pt x="855" y="381"/>
                    <a:pt x="982" y="507"/>
                    <a:pt x="982" y="634"/>
                  </a:cubicBezTo>
                  <a:lnTo>
                    <a:pt x="982" y="666"/>
                  </a:lnTo>
                  <a:cubicBezTo>
                    <a:pt x="982" y="697"/>
                    <a:pt x="950" y="697"/>
                    <a:pt x="950" y="697"/>
                  </a:cubicBezTo>
                  <a:lnTo>
                    <a:pt x="412" y="697"/>
                  </a:lnTo>
                  <a:cubicBezTo>
                    <a:pt x="380" y="697"/>
                    <a:pt x="380" y="697"/>
                    <a:pt x="380" y="666"/>
                  </a:cubicBezTo>
                  <a:lnTo>
                    <a:pt x="380" y="634"/>
                  </a:lnTo>
                  <a:cubicBezTo>
                    <a:pt x="380" y="507"/>
                    <a:pt x="475" y="381"/>
                    <a:pt x="634" y="381"/>
                  </a:cubicBezTo>
                  <a:close/>
                  <a:moveTo>
                    <a:pt x="634" y="1"/>
                  </a:moveTo>
                  <a:cubicBezTo>
                    <a:pt x="285" y="1"/>
                    <a:pt x="0" y="286"/>
                    <a:pt x="0" y="634"/>
                  </a:cubicBezTo>
                  <a:lnTo>
                    <a:pt x="0" y="666"/>
                  </a:lnTo>
                  <a:cubicBezTo>
                    <a:pt x="0" y="919"/>
                    <a:pt x="190" y="1077"/>
                    <a:pt x="412" y="1077"/>
                  </a:cubicBezTo>
                  <a:lnTo>
                    <a:pt x="950" y="1077"/>
                  </a:lnTo>
                  <a:cubicBezTo>
                    <a:pt x="1172" y="1077"/>
                    <a:pt x="1362" y="919"/>
                    <a:pt x="1362" y="666"/>
                  </a:cubicBezTo>
                  <a:lnTo>
                    <a:pt x="1362" y="634"/>
                  </a:lnTo>
                  <a:cubicBezTo>
                    <a:pt x="1362" y="286"/>
                    <a:pt x="1077" y="1"/>
                    <a:pt x="72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7" name="Google Shape;3557;p36"/>
            <p:cNvSpPr/>
            <p:nvPr/>
          </p:nvSpPr>
          <p:spPr>
            <a:xfrm>
              <a:off x="4787375" y="2880050"/>
              <a:ext cx="216950" cy="9525"/>
            </a:xfrm>
            <a:custGeom>
              <a:avLst/>
              <a:gdLst/>
              <a:ahLst/>
              <a:cxnLst/>
              <a:rect l="l" t="t" r="r" b="b"/>
              <a:pathLst>
                <a:path w="8678" h="381" extrusionOk="0">
                  <a:moveTo>
                    <a:pt x="190" y="0"/>
                  </a:moveTo>
                  <a:cubicBezTo>
                    <a:pt x="64" y="0"/>
                    <a:pt x="0" y="95"/>
                    <a:pt x="0" y="190"/>
                  </a:cubicBezTo>
                  <a:cubicBezTo>
                    <a:pt x="0" y="285"/>
                    <a:pt x="64" y="380"/>
                    <a:pt x="190" y="380"/>
                  </a:cubicBezTo>
                  <a:lnTo>
                    <a:pt x="8488" y="380"/>
                  </a:lnTo>
                  <a:cubicBezTo>
                    <a:pt x="8614" y="380"/>
                    <a:pt x="8678" y="285"/>
                    <a:pt x="8678" y="190"/>
                  </a:cubicBezTo>
                  <a:cubicBezTo>
                    <a:pt x="8678" y="95"/>
                    <a:pt x="8614" y="0"/>
                    <a:pt x="848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8" name="Google Shape;3558;p36"/>
            <p:cNvSpPr/>
            <p:nvPr/>
          </p:nvSpPr>
          <p:spPr>
            <a:xfrm>
              <a:off x="4787375" y="2820650"/>
              <a:ext cx="216950" cy="9525"/>
            </a:xfrm>
            <a:custGeom>
              <a:avLst/>
              <a:gdLst/>
              <a:ahLst/>
              <a:cxnLst/>
              <a:rect l="l" t="t" r="r" b="b"/>
              <a:pathLst>
                <a:path w="8678" h="381" extrusionOk="0">
                  <a:moveTo>
                    <a:pt x="190" y="1"/>
                  </a:moveTo>
                  <a:cubicBezTo>
                    <a:pt x="64" y="1"/>
                    <a:pt x="0" y="96"/>
                    <a:pt x="0" y="191"/>
                  </a:cubicBezTo>
                  <a:cubicBezTo>
                    <a:pt x="0" y="286"/>
                    <a:pt x="64" y="381"/>
                    <a:pt x="190" y="381"/>
                  </a:cubicBezTo>
                  <a:lnTo>
                    <a:pt x="8488" y="381"/>
                  </a:lnTo>
                  <a:cubicBezTo>
                    <a:pt x="8614" y="381"/>
                    <a:pt x="8678" y="286"/>
                    <a:pt x="8678" y="191"/>
                  </a:cubicBezTo>
                  <a:cubicBezTo>
                    <a:pt x="8678" y="96"/>
                    <a:pt x="8614" y="1"/>
                    <a:pt x="848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9" name="Google Shape;3559;p36"/>
            <p:cNvSpPr/>
            <p:nvPr/>
          </p:nvSpPr>
          <p:spPr>
            <a:xfrm>
              <a:off x="5140475" y="2650450"/>
              <a:ext cx="213000" cy="270000"/>
            </a:xfrm>
            <a:custGeom>
              <a:avLst/>
              <a:gdLst/>
              <a:ahLst/>
              <a:cxnLst/>
              <a:rect l="l" t="t" r="r" b="b"/>
              <a:pathLst>
                <a:path w="8520" h="10800" extrusionOk="0">
                  <a:moveTo>
                    <a:pt x="761" y="0"/>
                  </a:moveTo>
                  <a:cubicBezTo>
                    <a:pt x="349" y="0"/>
                    <a:pt x="1" y="348"/>
                    <a:pt x="1" y="728"/>
                  </a:cubicBezTo>
                  <a:lnTo>
                    <a:pt x="1" y="10039"/>
                  </a:lnTo>
                  <a:cubicBezTo>
                    <a:pt x="1" y="10451"/>
                    <a:pt x="349" y="10799"/>
                    <a:pt x="761" y="10799"/>
                  </a:cubicBezTo>
                  <a:lnTo>
                    <a:pt x="7760" y="10799"/>
                  </a:lnTo>
                  <a:cubicBezTo>
                    <a:pt x="8171" y="10799"/>
                    <a:pt x="8520" y="10451"/>
                    <a:pt x="8520" y="10039"/>
                  </a:cubicBezTo>
                  <a:lnTo>
                    <a:pt x="8520" y="728"/>
                  </a:lnTo>
                  <a:cubicBezTo>
                    <a:pt x="8520" y="348"/>
                    <a:pt x="8171" y="0"/>
                    <a:pt x="776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0" name="Google Shape;3560;p36"/>
            <p:cNvSpPr/>
            <p:nvPr/>
          </p:nvSpPr>
          <p:spPr>
            <a:xfrm>
              <a:off x="5136525" y="2645700"/>
              <a:ext cx="221700" cy="278700"/>
            </a:xfrm>
            <a:custGeom>
              <a:avLst/>
              <a:gdLst/>
              <a:ahLst/>
              <a:cxnLst/>
              <a:rect l="l" t="t" r="r" b="b"/>
              <a:pathLst>
                <a:path w="8868" h="11148" extrusionOk="0">
                  <a:moveTo>
                    <a:pt x="7949" y="380"/>
                  </a:moveTo>
                  <a:cubicBezTo>
                    <a:pt x="8234" y="380"/>
                    <a:pt x="8488" y="633"/>
                    <a:pt x="8488" y="918"/>
                  </a:cubicBezTo>
                  <a:lnTo>
                    <a:pt x="8488" y="10229"/>
                  </a:lnTo>
                  <a:cubicBezTo>
                    <a:pt x="8488" y="10546"/>
                    <a:pt x="8234" y="10799"/>
                    <a:pt x="7949" y="10799"/>
                  </a:cubicBezTo>
                  <a:lnTo>
                    <a:pt x="919" y="10799"/>
                  </a:lnTo>
                  <a:cubicBezTo>
                    <a:pt x="602" y="10799"/>
                    <a:pt x="381" y="10546"/>
                    <a:pt x="381" y="10229"/>
                  </a:cubicBezTo>
                  <a:lnTo>
                    <a:pt x="381" y="918"/>
                  </a:lnTo>
                  <a:cubicBezTo>
                    <a:pt x="381" y="633"/>
                    <a:pt x="602" y="380"/>
                    <a:pt x="919" y="380"/>
                  </a:cubicBezTo>
                  <a:close/>
                  <a:moveTo>
                    <a:pt x="919" y="0"/>
                  </a:moveTo>
                  <a:cubicBezTo>
                    <a:pt x="412" y="0"/>
                    <a:pt x="1" y="412"/>
                    <a:pt x="1" y="918"/>
                  </a:cubicBezTo>
                  <a:lnTo>
                    <a:pt x="1" y="10229"/>
                  </a:lnTo>
                  <a:cubicBezTo>
                    <a:pt x="1" y="10736"/>
                    <a:pt x="412" y="11148"/>
                    <a:pt x="919" y="11148"/>
                  </a:cubicBezTo>
                  <a:lnTo>
                    <a:pt x="7918" y="11148"/>
                  </a:lnTo>
                  <a:cubicBezTo>
                    <a:pt x="8456" y="11148"/>
                    <a:pt x="8868" y="10736"/>
                    <a:pt x="8868" y="10229"/>
                  </a:cubicBezTo>
                  <a:lnTo>
                    <a:pt x="8868" y="918"/>
                  </a:lnTo>
                  <a:cubicBezTo>
                    <a:pt x="8868" y="412"/>
                    <a:pt x="8425" y="0"/>
                    <a:pt x="791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1" name="Google Shape;3561;p36"/>
            <p:cNvSpPr/>
            <p:nvPr/>
          </p:nvSpPr>
          <p:spPr>
            <a:xfrm>
              <a:off x="5196700" y="2615600"/>
              <a:ext cx="102150" cy="62575"/>
            </a:xfrm>
            <a:custGeom>
              <a:avLst/>
              <a:gdLst/>
              <a:ahLst/>
              <a:cxnLst/>
              <a:rect l="l" t="t" r="r" b="b"/>
              <a:pathLst>
                <a:path w="4086" h="2503" extrusionOk="0">
                  <a:moveTo>
                    <a:pt x="2059" y="1"/>
                  </a:moveTo>
                  <a:cubicBezTo>
                    <a:pt x="1647" y="1"/>
                    <a:pt x="1299" y="254"/>
                    <a:pt x="1299" y="729"/>
                  </a:cubicBezTo>
                  <a:lnTo>
                    <a:pt x="1299" y="792"/>
                  </a:lnTo>
                  <a:cubicBezTo>
                    <a:pt x="1299" y="951"/>
                    <a:pt x="1140" y="1109"/>
                    <a:pt x="982" y="1109"/>
                  </a:cubicBezTo>
                  <a:lnTo>
                    <a:pt x="412" y="1109"/>
                  </a:lnTo>
                  <a:cubicBezTo>
                    <a:pt x="285" y="1109"/>
                    <a:pt x="159" y="1204"/>
                    <a:pt x="159" y="1331"/>
                  </a:cubicBezTo>
                  <a:lnTo>
                    <a:pt x="0" y="2503"/>
                  </a:lnTo>
                  <a:lnTo>
                    <a:pt x="4086" y="2503"/>
                  </a:lnTo>
                  <a:lnTo>
                    <a:pt x="3959" y="1331"/>
                  </a:lnTo>
                  <a:cubicBezTo>
                    <a:pt x="3959" y="1204"/>
                    <a:pt x="3832" y="1109"/>
                    <a:pt x="3706" y="1109"/>
                  </a:cubicBezTo>
                  <a:lnTo>
                    <a:pt x="3136" y="1109"/>
                  </a:lnTo>
                  <a:cubicBezTo>
                    <a:pt x="2946" y="1109"/>
                    <a:pt x="2819" y="951"/>
                    <a:pt x="2819" y="761"/>
                  </a:cubicBezTo>
                  <a:cubicBezTo>
                    <a:pt x="2787" y="286"/>
                    <a:pt x="2471" y="1"/>
                    <a:pt x="2059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2" name="Google Shape;3562;p36"/>
            <p:cNvSpPr/>
            <p:nvPr/>
          </p:nvSpPr>
          <p:spPr>
            <a:xfrm>
              <a:off x="5191950" y="2610850"/>
              <a:ext cx="112450" cy="72075"/>
            </a:xfrm>
            <a:custGeom>
              <a:avLst/>
              <a:gdLst/>
              <a:ahLst/>
              <a:cxnLst/>
              <a:rect l="l" t="t" r="r" b="b"/>
              <a:pathLst>
                <a:path w="4498" h="2883" extrusionOk="0">
                  <a:moveTo>
                    <a:pt x="2249" y="381"/>
                  </a:moveTo>
                  <a:cubicBezTo>
                    <a:pt x="2597" y="381"/>
                    <a:pt x="2819" y="602"/>
                    <a:pt x="2819" y="951"/>
                  </a:cubicBezTo>
                  <a:cubicBezTo>
                    <a:pt x="2819" y="1109"/>
                    <a:pt x="2882" y="1236"/>
                    <a:pt x="2977" y="1331"/>
                  </a:cubicBezTo>
                  <a:cubicBezTo>
                    <a:pt x="3072" y="1426"/>
                    <a:pt x="3199" y="1489"/>
                    <a:pt x="3326" y="1489"/>
                  </a:cubicBezTo>
                  <a:lnTo>
                    <a:pt x="3896" y="1489"/>
                  </a:lnTo>
                  <a:cubicBezTo>
                    <a:pt x="3927" y="1489"/>
                    <a:pt x="3959" y="1489"/>
                    <a:pt x="3959" y="1521"/>
                  </a:cubicBezTo>
                  <a:lnTo>
                    <a:pt x="3959" y="1552"/>
                  </a:lnTo>
                  <a:lnTo>
                    <a:pt x="4086" y="2534"/>
                  </a:lnTo>
                  <a:lnTo>
                    <a:pt x="412" y="2534"/>
                  </a:lnTo>
                  <a:lnTo>
                    <a:pt x="539" y="1552"/>
                  </a:lnTo>
                  <a:lnTo>
                    <a:pt x="539" y="1521"/>
                  </a:lnTo>
                  <a:cubicBezTo>
                    <a:pt x="539" y="1489"/>
                    <a:pt x="570" y="1457"/>
                    <a:pt x="602" y="1457"/>
                  </a:cubicBezTo>
                  <a:lnTo>
                    <a:pt x="1172" y="1457"/>
                  </a:lnTo>
                  <a:cubicBezTo>
                    <a:pt x="1299" y="1457"/>
                    <a:pt x="1425" y="1426"/>
                    <a:pt x="1520" y="1331"/>
                  </a:cubicBezTo>
                  <a:cubicBezTo>
                    <a:pt x="1615" y="1236"/>
                    <a:pt x="1679" y="1109"/>
                    <a:pt x="1679" y="982"/>
                  </a:cubicBezTo>
                  <a:lnTo>
                    <a:pt x="1679" y="919"/>
                  </a:lnTo>
                  <a:cubicBezTo>
                    <a:pt x="1679" y="539"/>
                    <a:pt x="1964" y="381"/>
                    <a:pt x="2249" y="381"/>
                  </a:cubicBezTo>
                  <a:close/>
                  <a:moveTo>
                    <a:pt x="2249" y="1"/>
                  </a:moveTo>
                  <a:cubicBezTo>
                    <a:pt x="1679" y="32"/>
                    <a:pt x="1330" y="381"/>
                    <a:pt x="1299" y="951"/>
                  </a:cubicBezTo>
                  <a:lnTo>
                    <a:pt x="1299" y="982"/>
                  </a:lnTo>
                  <a:cubicBezTo>
                    <a:pt x="1299" y="1014"/>
                    <a:pt x="1299" y="1046"/>
                    <a:pt x="1267" y="1077"/>
                  </a:cubicBezTo>
                  <a:cubicBezTo>
                    <a:pt x="1235" y="1077"/>
                    <a:pt x="1204" y="1109"/>
                    <a:pt x="1172" y="1109"/>
                  </a:cubicBezTo>
                  <a:lnTo>
                    <a:pt x="602" y="1109"/>
                  </a:lnTo>
                  <a:cubicBezTo>
                    <a:pt x="380" y="1109"/>
                    <a:pt x="190" y="1299"/>
                    <a:pt x="190" y="1521"/>
                  </a:cubicBezTo>
                  <a:lnTo>
                    <a:pt x="32" y="2693"/>
                  </a:lnTo>
                  <a:cubicBezTo>
                    <a:pt x="0" y="2724"/>
                    <a:pt x="32" y="2788"/>
                    <a:pt x="64" y="2819"/>
                  </a:cubicBezTo>
                  <a:cubicBezTo>
                    <a:pt x="95" y="2883"/>
                    <a:pt x="159" y="2883"/>
                    <a:pt x="190" y="2883"/>
                  </a:cubicBezTo>
                  <a:lnTo>
                    <a:pt x="4307" y="2883"/>
                  </a:lnTo>
                  <a:cubicBezTo>
                    <a:pt x="4339" y="2883"/>
                    <a:pt x="4402" y="2883"/>
                    <a:pt x="4434" y="2819"/>
                  </a:cubicBezTo>
                  <a:cubicBezTo>
                    <a:pt x="4466" y="2788"/>
                    <a:pt x="4497" y="2724"/>
                    <a:pt x="4497" y="2693"/>
                  </a:cubicBezTo>
                  <a:lnTo>
                    <a:pt x="4339" y="1521"/>
                  </a:lnTo>
                  <a:cubicBezTo>
                    <a:pt x="4307" y="1299"/>
                    <a:pt x="4117" y="1109"/>
                    <a:pt x="3896" y="1109"/>
                  </a:cubicBezTo>
                  <a:lnTo>
                    <a:pt x="3326" y="1109"/>
                  </a:lnTo>
                  <a:cubicBezTo>
                    <a:pt x="3294" y="1109"/>
                    <a:pt x="3262" y="1077"/>
                    <a:pt x="3231" y="1077"/>
                  </a:cubicBezTo>
                  <a:cubicBezTo>
                    <a:pt x="3199" y="1046"/>
                    <a:pt x="3199" y="1014"/>
                    <a:pt x="3199" y="951"/>
                  </a:cubicBezTo>
                  <a:cubicBezTo>
                    <a:pt x="3167" y="381"/>
                    <a:pt x="2787" y="1"/>
                    <a:pt x="224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3" name="Google Shape;3563;p36"/>
            <p:cNvSpPr/>
            <p:nvPr/>
          </p:nvSpPr>
          <p:spPr>
            <a:xfrm>
              <a:off x="5240250" y="2625900"/>
              <a:ext cx="15850" cy="16650"/>
            </a:xfrm>
            <a:custGeom>
              <a:avLst/>
              <a:gdLst/>
              <a:ahLst/>
              <a:cxnLst/>
              <a:rect l="l" t="t" r="r" b="b"/>
              <a:pathLst>
                <a:path w="634" h="666" extrusionOk="0">
                  <a:moveTo>
                    <a:pt x="317" y="0"/>
                  </a:moveTo>
                  <a:cubicBezTo>
                    <a:pt x="127" y="0"/>
                    <a:pt x="0" y="159"/>
                    <a:pt x="0" y="349"/>
                  </a:cubicBezTo>
                  <a:cubicBezTo>
                    <a:pt x="0" y="507"/>
                    <a:pt x="127" y="665"/>
                    <a:pt x="317" y="665"/>
                  </a:cubicBezTo>
                  <a:cubicBezTo>
                    <a:pt x="507" y="665"/>
                    <a:pt x="634" y="507"/>
                    <a:pt x="634" y="349"/>
                  </a:cubicBezTo>
                  <a:cubicBezTo>
                    <a:pt x="634" y="159"/>
                    <a:pt x="507" y="0"/>
                    <a:pt x="31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4" name="Google Shape;3564;p36"/>
            <p:cNvSpPr/>
            <p:nvPr/>
          </p:nvSpPr>
          <p:spPr>
            <a:xfrm>
              <a:off x="5235500" y="2621150"/>
              <a:ext cx="25350" cy="26150"/>
            </a:xfrm>
            <a:custGeom>
              <a:avLst/>
              <a:gdLst/>
              <a:ahLst/>
              <a:cxnLst/>
              <a:rect l="l" t="t" r="r" b="b"/>
              <a:pathLst>
                <a:path w="1014" h="1046" extrusionOk="0">
                  <a:moveTo>
                    <a:pt x="507" y="380"/>
                  </a:moveTo>
                  <a:cubicBezTo>
                    <a:pt x="570" y="380"/>
                    <a:pt x="634" y="444"/>
                    <a:pt x="634" y="539"/>
                  </a:cubicBezTo>
                  <a:cubicBezTo>
                    <a:pt x="634" y="602"/>
                    <a:pt x="570" y="665"/>
                    <a:pt x="507" y="665"/>
                  </a:cubicBezTo>
                  <a:cubicBezTo>
                    <a:pt x="444" y="665"/>
                    <a:pt x="380" y="602"/>
                    <a:pt x="380" y="539"/>
                  </a:cubicBezTo>
                  <a:cubicBezTo>
                    <a:pt x="380" y="444"/>
                    <a:pt x="444" y="380"/>
                    <a:pt x="507" y="380"/>
                  </a:cubicBezTo>
                  <a:close/>
                  <a:moveTo>
                    <a:pt x="507" y="0"/>
                  </a:moveTo>
                  <a:cubicBezTo>
                    <a:pt x="222" y="0"/>
                    <a:pt x="0" y="254"/>
                    <a:pt x="0" y="539"/>
                  </a:cubicBezTo>
                  <a:cubicBezTo>
                    <a:pt x="0" y="792"/>
                    <a:pt x="222" y="1045"/>
                    <a:pt x="507" y="1045"/>
                  </a:cubicBezTo>
                  <a:cubicBezTo>
                    <a:pt x="792" y="1045"/>
                    <a:pt x="1014" y="792"/>
                    <a:pt x="1014" y="539"/>
                  </a:cubicBezTo>
                  <a:cubicBezTo>
                    <a:pt x="1014" y="254"/>
                    <a:pt x="792" y="0"/>
                    <a:pt x="50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5" name="Google Shape;3565;p36"/>
            <p:cNvSpPr/>
            <p:nvPr/>
          </p:nvSpPr>
          <p:spPr>
            <a:xfrm>
              <a:off x="5159475" y="2671025"/>
              <a:ext cx="175000" cy="229625"/>
            </a:xfrm>
            <a:custGeom>
              <a:avLst/>
              <a:gdLst/>
              <a:ahLst/>
              <a:cxnLst/>
              <a:rect l="l" t="t" r="r" b="b"/>
              <a:pathLst>
                <a:path w="7000" h="9185" extrusionOk="0">
                  <a:moveTo>
                    <a:pt x="1" y="0"/>
                  </a:moveTo>
                  <a:lnTo>
                    <a:pt x="1" y="9184"/>
                  </a:lnTo>
                  <a:lnTo>
                    <a:pt x="7000" y="9184"/>
                  </a:lnTo>
                  <a:lnTo>
                    <a:pt x="70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6" name="Google Shape;3566;p36"/>
            <p:cNvSpPr/>
            <p:nvPr/>
          </p:nvSpPr>
          <p:spPr>
            <a:xfrm>
              <a:off x="5154725" y="2666275"/>
              <a:ext cx="184500" cy="238325"/>
            </a:xfrm>
            <a:custGeom>
              <a:avLst/>
              <a:gdLst/>
              <a:ahLst/>
              <a:cxnLst/>
              <a:rect l="l" t="t" r="r" b="b"/>
              <a:pathLst>
                <a:path w="7380" h="9533" extrusionOk="0">
                  <a:moveTo>
                    <a:pt x="7000" y="349"/>
                  </a:moveTo>
                  <a:lnTo>
                    <a:pt x="7000" y="9184"/>
                  </a:lnTo>
                  <a:lnTo>
                    <a:pt x="381" y="9184"/>
                  </a:lnTo>
                  <a:lnTo>
                    <a:pt x="381" y="349"/>
                  </a:lnTo>
                  <a:close/>
                  <a:moveTo>
                    <a:pt x="191" y="0"/>
                  </a:moveTo>
                  <a:cubicBezTo>
                    <a:pt x="96" y="0"/>
                    <a:pt x="1" y="64"/>
                    <a:pt x="1" y="190"/>
                  </a:cubicBezTo>
                  <a:lnTo>
                    <a:pt x="1" y="9374"/>
                  </a:lnTo>
                  <a:cubicBezTo>
                    <a:pt x="1" y="9469"/>
                    <a:pt x="96" y="9533"/>
                    <a:pt x="191" y="9533"/>
                  </a:cubicBezTo>
                  <a:lnTo>
                    <a:pt x="7190" y="9533"/>
                  </a:lnTo>
                  <a:cubicBezTo>
                    <a:pt x="7316" y="9533"/>
                    <a:pt x="7380" y="9469"/>
                    <a:pt x="7380" y="9374"/>
                  </a:cubicBezTo>
                  <a:lnTo>
                    <a:pt x="7380" y="190"/>
                  </a:lnTo>
                  <a:cubicBezTo>
                    <a:pt x="7380" y="64"/>
                    <a:pt x="7316" y="0"/>
                    <a:pt x="7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7" name="Google Shape;3567;p36"/>
            <p:cNvSpPr/>
            <p:nvPr/>
          </p:nvSpPr>
          <p:spPr>
            <a:xfrm>
              <a:off x="5191950" y="2720100"/>
              <a:ext cx="21400" cy="9525"/>
            </a:xfrm>
            <a:custGeom>
              <a:avLst/>
              <a:gdLst/>
              <a:ahLst/>
              <a:cxnLst/>
              <a:rect l="l" t="t" r="r" b="b"/>
              <a:pathLst>
                <a:path w="856" h="381" extrusionOk="0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81"/>
                    <a:pt x="190" y="381"/>
                  </a:cubicBezTo>
                  <a:lnTo>
                    <a:pt x="665" y="381"/>
                  </a:lnTo>
                  <a:cubicBezTo>
                    <a:pt x="792" y="381"/>
                    <a:pt x="855" y="286"/>
                    <a:pt x="855" y="191"/>
                  </a:cubicBezTo>
                  <a:cubicBezTo>
                    <a:pt x="855" y="96"/>
                    <a:pt x="792" y="1"/>
                    <a:pt x="6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8" name="Google Shape;3568;p36"/>
            <p:cNvSpPr/>
            <p:nvPr/>
          </p:nvSpPr>
          <p:spPr>
            <a:xfrm>
              <a:off x="5221250" y="2720100"/>
              <a:ext cx="83150" cy="9525"/>
            </a:xfrm>
            <a:custGeom>
              <a:avLst/>
              <a:gdLst/>
              <a:ahLst/>
              <a:cxnLst/>
              <a:rect l="l" t="t" r="r" b="b"/>
              <a:pathLst>
                <a:path w="3326" h="381" extrusionOk="0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81"/>
                    <a:pt x="190" y="381"/>
                  </a:cubicBezTo>
                  <a:lnTo>
                    <a:pt x="3135" y="381"/>
                  </a:lnTo>
                  <a:cubicBezTo>
                    <a:pt x="3230" y="381"/>
                    <a:pt x="3325" y="286"/>
                    <a:pt x="3325" y="191"/>
                  </a:cubicBezTo>
                  <a:cubicBezTo>
                    <a:pt x="3325" y="96"/>
                    <a:pt x="3230" y="1"/>
                    <a:pt x="313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9" name="Google Shape;3569;p36"/>
            <p:cNvSpPr/>
            <p:nvPr/>
          </p:nvSpPr>
          <p:spPr>
            <a:xfrm>
              <a:off x="5191950" y="2751775"/>
              <a:ext cx="21400" cy="8750"/>
            </a:xfrm>
            <a:custGeom>
              <a:avLst/>
              <a:gdLst/>
              <a:ahLst/>
              <a:cxnLst/>
              <a:rect l="l" t="t" r="r" b="b"/>
              <a:pathLst>
                <a:path w="856" h="350" extrusionOk="0">
                  <a:moveTo>
                    <a:pt x="190" y="1"/>
                  </a:moveTo>
                  <a:cubicBezTo>
                    <a:pt x="95" y="1"/>
                    <a:pt x="0" y="64"/>
                    <a:pt x="0" y="191"/>
                  </a:cubicBezTo>
                  <a:cubicBezTo>
                    <a:pt x="0" y="286"/>
                    <a:pt x="95" y="349"/>
                    <a:pt x="190" y="349"/>
                  </a:cubicBezTo>
                  <a:lnTo>
                    <a:pt x="665" y="349"/>
                  </a:lnTo>
                  <a:cubicBezTo>
                    <a:pt x="792" y="349"/>
                    <a:pt x="855" y="286"/>
                    <a:pt x="855" y="191"/>
                  </a:cubicBezTo>
                  <a:cubicBezTo>
                    <a:pt x="855" y="64"/>
                    <a:pt x="792" y="1"/>
                    <a:pt x="6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0" name="Google Shape;3570;p36"/>
            <p:cNvSpPr/>
            <p:nvPr/>
          </p:nvSpPr>
          <p:spPr>
            <a:xfrm>
              <a:off x="5221250" y="2751775"/>
              <a:ext cx="83150" cy="8750"/>
            </a:xfrm>
            <a:custGeom>
              <a:avLst/>
              <a:gdLst/>
              <a:ahLst/>
              <a:cxnLst/>
              <a:rect l="l" t="t" r="r" b="b"/>
              <a:pathLst>
                <a:path w="3326" h="350" extrusionOk="0">
                  <a:moveTo>
                    <a:pt x="190" y="1"/>
                  </a:moveTo>
                  <a:cubicBezTo>
                    <a:pt x="95" y="1"/>
                    <a:pt x="0" y="64"/>
                    <a:pt x="0" y="191"/>
                  </a:cubicBezTo>
                  <a:cubicBezTo>
                    <a:pt x="0" y="286"/>
                    <a:pt x="95" y="349"/>
                    <a:pt x="190" y="349"/>
                  </a:cubicBezTo>
                  <a:lnTo>
                    <a:pt x="3135" y="349"/>
                  </a:lnTo>
                  <a:cubicBezTo>
                    <a:pt x="3230" y="349"/>
                    <a:pt x="3325" y="286"/>
                    <a:pt x="3325" y="191"/>
                  </a:cubicBezTo>
                  <a:cubicBezTo>
                    <a:pt x="3325" y="64"/>
                    <a:pt x="3230" y="1"/>
                    <a:pt x="313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1" name="Google Shape;3571;p36"/>
            <p:cNvSpPr/>
            <p:nvPr/>
          </p:nvSpPr>
          <p:spPr>
            <a:xfrm>
              <a:off x="5191950" y="2782650"/>
              <a:ext cx="21400" cy="9525"/>
            </a:xfrm>
            <a:custGeom>
              <a:avLst/>
              <a:gdLst/>
              <a:ahLst/>
              <a:cxnLst/>
              <a:rect l="l" t="t" r="r" b="b"/>
              <a:pathLst>
                <a:path w="856" h="381" extrusionOk="0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81"/>
                    <a:pt x="190" y="381"/>
                  </a:cubicBezTo>
                  <a:lnTo>
                    <a:pt x="665" y="381"/>
                  </a:lnTo>
                  <a:cubicBezTo>
                    <a:pt x="792" y="381"/>
                    <a:pt x="855" y="286"/>
                    <a:pt x="855" y="191"/>
                  </a:cubicBezTo>
                  <a:cubicBezTo>
                    <a:pt x="855" y="96"/>
                    <a:pt x="792" y="1"/>
                    <a:pt x="6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2" name="Google Shape;3572;p36"/>
            <p:cNvSpPr/>
            <p:nvPr/>
          </p:nvSpPr>
          <p:spPr>
            <a:xfrm>
              <a:off x="5221250" y="2782650"/>
              <a:ext cx="83150" cy="9525"/>
            </a:xfrm>
            <a:custGeom>
              <a:avLst/>
              <a:gdLst/>
              <a:ahLst/>
              <a:cxnLst/>
              <a:rect l="l" t="t" r="r" b="b"/>
              <a:pathLst>
                <a:path w="3326" h="381" extrusionOk="0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81"/>
                    <a:pt x="190" y="381"/>
                  </a:cubicBezTo>
                  <a:lnTo>
                    <a:pt x="3135" y="381"/>
                  </a:lnTo>
                  <a:cubicBezTo>
                    <a:pt x="3230" y="381"/>
                    <a:pt x="3325" y="286"/>
                    <a:pt x="3325" y="191"/>
                  </a:cubicBezTo>
                  <a:cubicBezTo>
                    <a:pt x="3325" y="96"/>
                    <a:pt x="3230" y="1"/>
                    <a:pt x="313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3" name="Google Shape;3573;p36"/>
            <p:cNvSpPr/>
            <p:nvPr/>
          </p:nvSpPr>
          <p:spPr>
            <a:xfrm>
              <a:off x="5191950" y="2813525"/>
              <a:ext cx="21400" cy="9525"/>
            </a:xfrm>
            <a:custGeom>
              <a:avLst/>
              <a:gdLst/>
              <a:ahLst/>
              <a:cxnLst/>
              <a:rect l="l" t="t" r="r" b="b"/>
              <a:pathLst>
                <a:path w="856" h="381" extrusionOk="0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81"/>
                    <a:pt x="190" y="381"/>
                  </a:cubicBezTo>
                  <a:lnTo>
                    <a:pt x="665" y="381"/>
                  </a:lnTo>
                  <a:cubicBezTo>
                    <a:pt x="792" y="381"/>
                    <a:pt x="855" y="286"/>
                    <a:pt x="855" y="191"/>
                  </a:cubicBezTo>
                  <a:cubicBezTo>
                    <a:pt x="855" y="96"/>
                    <a:pt x="792" y="1"/>
                    <a:pt x="6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4" name="Google Shape;3574;p36"/>
            <p:cNvSpPr/>
            <p:nvPr/>
          </p:nvSpPr>
          <p:spPr>
            <a:xfrm>
              <a:off x="5221250" y="2813525"/>
              <a:ext cx="83150" cy="9525"/>
            </a:xfrm>
            <a:custGeom>
              <a:avLst/>
              <a:gdLst/>
              <a:ahLst/>
              <a:cxnLst/>
              <a:rect l="l" t="t" r="r" b="b"/>
              <a:pathLst>
                <a:path w="3326" h="381" extrusionOk="0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81"/>
                    <a:pt x="190" y="381"/>
                  </a:cubicBezTo>
                  <a:lnTo>
                    <a:pt x="3135" y="381"/>
                  </a:lnTo>
                  <a:cubicBezTo>
                    <a:pt x="3230" y="381"/>
                    <a:pt x="3325" y="286"/>
                    <a:pt x="3325" y="191"/>
                  </a:cubicBezTo>
                  <a:cubicBezTo>
                    <a:pt x="3325" y="96"/>
                    <a:pt x="3230" y="1"/>
                    <a:pt x="313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5" name="Google Shape;3575;p36"/>
            <p:cNvSpPr/>
            <p:nvPr/>
          </p:nvSpPr>
          <p:spPr>
            <a:xfrm>
              <a:off x="5286150" y="2820650"/>
              <a:ext cx="110075" cy="110875"/>
            </a:xfrm>
            <a:custGeom>
              <a:avLst/>
              <a:gdLst/>
              <a:ahLst/>
              <a:cxnLst/>
              <a:rect l="l" t="t" r="r" b="b"/>
              <a:pathLst>
                <a:path w="4403" h="4435" extrusionOk="0">
                  <a:moveTo>
                    <a:pt x="2218" y="1"/>
                  </a:moveTo>
                  <a:cubicBezTo>
                    <a:pt x="983" y="1"/>
                    <a:pt x="1" y="983"/>
                    <a:pt x="1" y="2218"/>
                  </a:cubicBezTo>
                  <a:cubicBezTo>
                    <a:pt x="1" y="3421"/>
                    <a:pt x="983" y="4435"/>
                    <a:pt x="2218" y="4435"/>
                  </a:cubicBezTo>
                  <a:cubicBezTo>
                    <a:pt x="3421" y="4435"/>
                    <a:pt x="4403" y="3421"/>
                    <a:pt x="4403" y="2218"/>
                  </a:cubicBezTo>
                  <a:cubicBezTo>
                    <a:pt x="4403" y="983"/>
                    <a:pt x="3421" y="1"/>
                    <a:pt x="2218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6" name="Google Shape;3576;p36"/>
            <p:cNvSpPr/>
            <p:nvPr/>
          </p:nvSpPr>
          <p:spPr>
            <a:xfrm>
              <a:off x="5281400" y="2815900"/>
              <a:ext cx="119575" cy="119575"/>
            </a:xfrm>
            <a:custGeom>
              <a:avLst/>
              <a:gdLst/>
              <a:ahLst/>
              <a:cxnLst/>
              <a:rect l="l" t="t" r="r" b="b"/>
              <a:pathLst>
                <a:path w="4783" h="4783" extrusionOk="0">
                  <a:moveTo>
                    <a:pt x="2408" y="381"/>
                  </a:moveTo>
                  <a:cubicBezTo>
                    <a:pt x="3516" y="381"/>
                    <a:pt x="4403" y="1299"/>
                    <a:pt x="4403" y="2408"/>
                  </a:cubicBezTo>
                  <a:cubicBezTo>
                    <a:pt x="4403" y="3516"/>
                    <a:pt x="3516" y="4435"/>
                    <a:pt x="2408" y="4435"/>
                  </a:cubicBezTo>
                  <a:cubicBezTo>
                    <a:pt x="1268" y="4435"/>
                    <a:pt x="381" y="3516"/>
                    <a:pt x="381" y="2408"/>
                  </a:cubicBezTo>
                  <a:cubicBezTo>
                    <a:pt x="381" y="1299"/>
                    <a:pt x="1268" y="381"/>
                    <a:pt x="2408" y="381"/>
                  </a:cubicBezTo>
                  <a:close/>
                  <a:moveTo>
                    <a:pt x="2408" y="1"/>
                  </a:moveTo>
                  <a:cubicBezTo>
                    <a:pt x="1078" y="1"/>
                    <a:pt x="1" y="1078"/>
                    <a:pt x="1" y="2408"/>
                  </a:cubicBezTo>
                  <a:cubicBezTo>
                    <a:pt x="1" y="3706"/>
                    <a:pt x="1078" y="4783"/>
                    <a:pt x="2408" y="4783"/>
                  </a:cubicBezTo>
                  <a:cubicBezTo>
                    <a:pt x="3706" y="4783"/>
                    <a:pt x="4783" y="3706"/>
                    <a:pt x="4783" y="2408"/>
                  </a:cubicBezTo>
                  <a:cubicBezTo>
                    <a:pt x="4783" y="1078"/>
                    <a:pt x="3706" y="1"/>
                    <a:pt x="24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7" name="Google Shape;3577;p36"/>
            <p:cNvSpPr/>
            <p:nvPr/>
          </p:nvSpPr>
          <p:spPr>
            <a:xfrm>
              <a:off x="5318625" y="2850750"/>
              <a:ext cx="53850" cy="42575"/>
            </a:xfrm>
            <a:custGeom>
              <a:avLst/>
              <a:gdLst/>
              <a:ahLst/>
              <a:cxnLst/>
              <a:rect l="l" t="t" r="r" b="b"/>
              <a:pathLst>
                <a:path w="2154" h="1703" extrusionOk="0">
                  <a:moveTo>
                    <a:pt x="2154" y="0"/>
                  </a:moveTo>
                  <a:lnTo>
                    <a:pt x="0" y="919"/>
                  </a:lnTo>
                  <a:lnTo>
                    <a:pt x="697" y="1679"/>
                  </a:lnTo>
                  <a:cubicBezTo>
                    <a:pt x="713" y="1695"/>
                    <a:pt x="737" y="1703"/>
                    <a:pt x="760" y="1703"/>
                  </a:cubicBezTo>
                  <a:cubicBezTo>
                    <a:pt x="784" y="1703"/>
                    <a:pt x="808" y="1695"/>
                    <a:pt x="824" y="1679"/>
                  </a:cubicBezTo>
                  <a:lnTo>
                    <a:pt x="2154" y="0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8" name="Google Shape;3578;p36"/>
            <p:cNvSpPr/>
            <p:nvPr/>
          </p:nvSpPr>
          <p:spPr>
            <a:xfrm>
              <a:off x="5313075" y="2845675"/>
              <a:ext cx="64950" cy="52600"/>
            </a:xfrm>
            <a:custGeom>
              <a:avLst/>
              <a:gdLst/>
              <a:ahLst/>
              <a:cxnLst/>
              <a:rect l="l" t="t" r="r" b="b"/>
              <a:pathLst>
                <a:path w="2598" h="2104" extrusionOk="0">
                  <a:moveTo>
                    <a:pt x="2390" y="1"/>
                  </a:moveTo>
                  <a:cubicBezTo>
                    <a:pt x="2338" y="1"/>
                    <a:pt x="2284" y="24"/>
                    <a:pt x="2249" y="77"/>
                  </a:cubicBezTo>
                  <a:lnTo>
                    <a:pt x="982" y="1660"/>
                  </a:lnTo>
                  <a:lnTo>
                    <a:pt x="349" y="995"/>
                  </a:lnTo>
                  <a:cubicBezTo>
                    <a:pt x="317" y="963"/>
                    <a:pt x="270" y="948"/>
                    <a:pt x="222" y="948"/>
                  </a:cubicBezTo>
                  <a:cubicBezTo>
                    <a:pt x="175" y="948"/>
                    <a:pt x="127" y="963"/>
                    <a:pt x="96" y="995"/>
                  </a:cubicBezTo>
                  <a:cubicBezTo>
                    <a:pt x="1" y="1058"/>
                    <a:pt x="1" y="1185"/>
                    <a:pt x="64" y="1248"/>
                  </a:cubicBezTo>
                  <a:lnTo>
                    <a:pt x="761" y="2008"/>
                  </a:lnTo>
                  <a:cubicBezTo>
                    <a:pt x="824" y="2072"/>
                    <a:pt x="887" y="2103"/>
                    <a:pt x="982" y="2103"/>
                  </a:cubicBezTo>
                  <a:cubicBezTo>
                    <a:pt x="1046" y="2103"/>
                    <a:pt x="1109" y="2072"/>
                    <a:pt x="1172" y="2008"/>
                  </a:cubicBezTo>
                  <a:lnTo>
                    <a:pt x="1204" y="2008"/>
                  </a:lnTo>
                  <a:lnTo>
                    <a:pt x="2534" y="298"/>
                  </a:lnTo>
                  <a:cubicBezTo>
                    <a:pt x="2598" y="235"/>
                    <a:pt x="2598" y="108"/>
                    <a:pt x="2503" y="45"/>
                  </a:cubicBezTo>
                  <a:cubicBezTo>
                    <a:pt x="2474" y="17"/>
                    <a:pt x="2433" y="1"/>
                    <a:pt x="239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9" name="Google Shape;3579;p36"/>
            <p:cNvSpPr/>
            <p:nvPr/>
          </p:nvSpPr>
          <p:spPr>
            <a:xfrm>
              <a:off x="3425600" y="1872775"/>
              <a:ext cx="302475" cy="420625"/>
            </a:xfrm>
            <a:custGeom>
              <a:avLst/>
              <a:gdLst/>
              <a:ahLst/>
              <a:cxnLst/>
              <a:rect l="l" t="t" r="r" b="b"/>
              <a:pathLst>
                <a:path w="12099" h="16825" extrusionOk="0">
                  <a:moveTo>
                    <a:pt x="11956" y="0"/>
                  </a:moveTo>
                  <a:cubicBezTo>
                    <a:pt x="11941" y="0"/>
                    <a:pt x="11925" y="3"/>
                    <a:pt x="11908" y="8"/>
                  </a:cubicBezTo>
                  <a:cubicBezTo>
                    <a:pt x="11338" y="103"/>
                    <a:pt x="10768" y="230"/>
                    <a:pt x="10198" y="388"/>
                  </a:cubicBezTo>
                  <a:cubicBezTo>
                    <a:pt x="10103" y="420"/>
                    <a:pt x="10071" y="515"/>
                    <a:pt x="10103" y="610"/>
                  </a:cubicBezTo>
                  <a:cubicBezTo>
                    <a:pt x="10103" y="705"/>
                    <a:pt x="10198" y="737"/>
                    <a:pt x="10261" y="737"/>
                  </a:cubicBezTo>
                  <a:lnTo>
                    <a:pt x="10293" y="737"/>
                  </a:lnTo>
                  <a:cubicBezTo>
                    <a:pt x="10831" y="578"/>
                    <a:pt x="11402" y="420"/>
                    <a:pt x="11972" y="325"/>
                  </a:cubicBezTo>
                  <a:cubicBezTo>
                    <a:pt x="12035" y="325"/>
                    <a:pt x="12098" y="230"/>
                    <a:pt x="12098" y="135"/>
                  </a:cubicBezTo>
                  <a:cubicBezTo>
                    <a:pt x="12072" y="57"/>
                    <a:pt x="12025" y="0"/>
                    <a:pt x="11956" y="0"/>
                  </a:cubicBezTo>
                  <a:close/>
                  <a:moveTo>
                    <a:pt x="8665" y="995"/>
                  </a:moveTo>
                  <a:cubicBezTo>
                    <a:pt x="8639" y="995"/>
                    <a:pt x="8611" y="1003"/>
                    <a:pt x="8583" y="1022"/>
                  </a:cubicBezTo>
                  <a:cubicBezTo>
                    <a:pt x="8045" y="1243"/>
                    <a:pt x="7538" y="1528"/>
                    <a:pt x="7031" y="1813"/>
                  </a:cubicBezTo>
                  <a:cubicBezTo>
                    <a:pt x="6968" y="1877"/>
                    <a:pt x="6936" y="1972"/>
                    <a:pt x="6968" y="2035"/>
                  </a:cubicBezTo>
                  <a:cubicBezTo>
                    <a:pt x="7000" y="2098"/>
                    <a:pt x="7063" y="2130"/>
                    <a:pt x="7126" y="2130"/>
                  </a:cubicBezTo>
                  <a:cubicBezTo>
                    <a:pt x="7158" y="2130"/>
                    <a:pt x="7190" y="2130"/>
                    <a:pt x="7221" y="2098"/>
                  </a:cubicBezTo>
                  <a:cubicBezTo>
                    <a:pt x="7696" y="1813"/>
                    <a:pt x="8203" y="1560"/>
                    <a:pt x="8710" y="1307"/>
                  </a:cubicBezTo>
                  <a:cubicBezTo>
                    <a:pt x="8805" y="1275"/>
                    <a:pt x="8836" y="1180"/>
                    <a:pt x="8805" y="1085"/>
                  </a:cubicBezTo>
                  <a:cubicBezTo>
                    <a:pt x="8782" y="1040"/>
                    <a:pt x="8728" y="995"/>
                    <a:pt x="8665" y="995"/>
                  </a:cubicBezTo>
                  <a:close/>
                  <a:moveTo>
                    <a:pt x="5698" y="2761"/>
                  </a:moveTo>
                  <a:cubicBezTo>
                    <a:pt x="5664" y="2761"/>
                    <a:pt x="5630" y="2771"/>
                    <a:pt x="5606" y="2795"/>
                  </a:cubicBezTo>
                  <a:cubicBezTo>
                    <a:pt x="5131" y="3143"/>
                    <a:pt x="4719" y="3523"/>
                    <a:pt x="4308" y="3935"/>
                  </a:cubicBezTo>
                  <a:cubicBezTo>
                    <a:pt x="4213" y="3999"/>
                    <a:pt x="4213" y="4125"/>
                    <a:pt x="4308" y="4189"/>
                  </a:cubicBezTo>
                  <a:cubicBezTo>
                    <a:pt x="4339" y="4220"/>
                    <a:pt x="4371" y="4220"/>
                    <a:pt x="4403" y="4220"/>
                  </a:cubicBezTo>
                  <a:cubicBezTo>
                    <a:pt x="4466" y="4220"/>
                    <a:pt x="4498" y="4220"/>
                    <a:pt x="4529" y="4189"/>
                  </a:cubicBezTo>
                  <a:cubicBezTo>
                    <a:pt x="4941" y="3777"/>
                    <a:pt x="5353" y="3428"/>
                    <a:pt x="5796" y="3080"/>
                  </a:cubicBezTo>
                  <a:cubicBezTo>
                    <a:pt x="5891" y="3017"/>
                    <a:pt x="5891" y="2890"/>
                    <a:pt x="5828" y="2827"/>
                  </a:cubicBezTo>
                  <a:cubicBezTo>
                    <a:pt x="5808" y="2788"/>
                    <a:pt x="5752" y="2761"/>
                    <a:pt x="5698" y="2761"/>
                  </a:cubicBezTo>
                  <a:close/>
                  <a:moveTo>
                    <a:pt x="3282" y="5167"/>
                  </a:moveTo>
                  <a:cubicBezTo>
                    <a:pt x="3226" y="5167"/>
                    <a:pt x="3175" y="5194"/>
                    <a:pt x="3136" y="5234"/>
                  </a:cubicBezTo>
                  <a:cubicBezTo>
                    <a:pt x="2788" y="5677"/>
                    <a:pt x="2439" y="6152"/>
                    <a:pt x="2123" y="6659"/>
                  </a:cubicBezTo>
                  <a:cubicBezTo>
                    <a:pt x="2091" y="6754"/>
                    <a:pt x="2091" y="6849"/>
                    <a:pt x="2186" y="6880"/>
                  </a:cubicBezTo>
                  <a:cubicBezTo>
                    <a:pt x="2218" y="6912"/>
                    <a:pt x="2249" y="6912"/>
                    <a:pt x="2281" y="6912"/>
                  </a:cubicBezTo>
                  <a:cubicBezTo>
                    <a:pt x="2344" y="6912"/>
                    <a:pt x="2376" y="6880"/>
                    <a:pt x="2408" y="6849"/>
                  </a:cubicBezTo>
                  <a:cubicBezTo>
                    <a:pt x="2724" y="6374"/>
                    <a:pt x="3041" y="5899"/>
                    <a:pt x="3389" y="5455"/>
                  </a:cubicBezTo>
                  <a:cubicBezTo>
                    <a:pt x="3453" y="5360"/>
                    <a:pt x="3453" y="5265"/>
                    <a:pt x="3389" y="5202"/>
                  </a:cubicBezTo>
                  <a:cubicBezTo>
                    <a:pt x="3353" y="5178"/>
                    <a:pt x="3317" y="5167"/>
                    <a:pt x="3282" y="5167"/>
                  </a:cubicBezTo>
                  <a:close/>
                  <a:moveTo>
                    <a:pt x="1453" y="8083"/>
                  </a:moveTo>
                  <a:cubicBezTo>
                    <a:pt x="1394" y="8083"/>
                    <a:pt x="1340" y="8117"/>
                    <a:pt x="1299" y="8179"/>
                  </a:cubicBezTo>
                  <a:cubicBezTo>
                    <a:pt x="1077" y="8717"/>
                    <a:pt x="856" y="9256"/>
                    <a:pt x="666" y="9794"/>
                  </a:cubicBezTo>
                  <a:cubicBezTo>
                    <a:pt x="634" y="9889"/>
                    <a:pt x="697" y="9984"/>
                    <a:pt x="792" y="10016"/>
                  </a:cubicBezTo>
                  <a:cubicBezTo>
                    <a:pt x="792" y="10016"/>
                    <a:pt x="824" y="10047"/>
                    <a:pt x="824" y="10047"/>
                  </a:cubicBezTo>
                  <a:cubicBezTo>
                    <a:pt x="919" y="10047"/>
                    <a:pt x="982" y="9984"/>
                    <a:pt x="1014" y="9921"/>
                  </a:cubicBezTo>
                  <a:cubicBezTo>
                    <a:pt x="1172" y="9382"/>
                    <a:pt x="1394" y="8844"/>
                    <a:pt x="1616" y="8337"/>
                  </a:cubicBezTo>
                  <a:cubicBezTo>
                    <a:pt x="1647" y="8242"/>
                    <a:pt x="1616" y="8147"/>
                    <a:pt x="1552" y="8115"/>
                  </a:cubicBezTo>
                  <a:cubicBezTo>
                    <a:pt x="1519" y="8093"/>
                    <a:pt x="1485" y="8083"/>
                    <a:pt x="1453" y="8083"/>
                  </a:cubicBezTo>
                  <a:close/>
                  <a:moveTo>
                    <a:pt x="444" y="11346"/>
                  </a:moveTo>
                  <a:cubicBezTo>
                    <a:pt x="349" y="11346"/>
                    <a:pt x="254" y="11409"/>
                    <a:pt x="254" y="11504"/>
                  </a:cubicBezTo>
                  <a:cubicBezTo>
                    <a:pt x="127" y="12074"/>
                    <a:pt x="64" y="12644"/>
                    <a:pt x="32" y="13214"/>
                  </a:cubicBezTo>
                  <a:cubicBezTo>
                    <a:pt x="1" y="13309"/>
                    <a:pt x="96" y="13404"/>
                    <a:pt x="191" y="13404"/>
                  </a:cubicBezTo>
                  <a:cubicBezTo>
                    <a:pt x="286" y="13404"/>
                    <a:pt x="349" y="13341"/>
                    <a:pt x="349" y="13246"/>
                  </a:cubicBezTo>
                  <a:cubicBezTo>
                    <a:pt x="412" y="12676"/>
                    <a:pt x="476" y="12106"/>
                    <a:pt x="571" y="11567"/>
                  </a:cubicBezTo>
                  <a:cubicBezTo>
                    <a:pt x="602" y="11472"/>
                    <a:pt x="539" y="11377"/>
                    <a:pt x="444" y="11346"/>
                  </a:cubicBezTo>
                  <a:close/>
                  <a:moveTo>
                    <a:pt x="159" y="14766"/>
                  </a:moveTo>
                  <a:cubicBezTo>
                    <a:pt x="64" y="14798"/>
                    <a:pt x="1" y="14861"/>
                    <a:pt x="1" y="14956"/>
                  </a:cubicBezTo>
                  <a:cubicBezTo>
                    <a:pt x="32" y="15526"/>
                    <a:pt x="96" y="16128"/>
                    <a:pt x="191" y="16698"/>
                  </a:cubicBezTo>
                  <a:cubicBezTo>
                    <a:pt x="191" y="16761"/>
                    <a:pt x="286" y="16824"/>
                    <a:pt x="349" y="16824"/>
                  </a:cubicBezTo>
                  <a:lnTo>
                    <a:pt x="381" y="16824"/>
                  </a:lnTo>
                  <a:cubicBezTo>
                    <a:pt x="476" y="16793"/>
                    <a:pt x="539" y="16729"/>
                    <a:pt x="539" y="16634"/>
                  </a:cubicBezTo>
                  <a:cubicBezTo>
                    <a:pt x="444" y="16064"/>
                    <a:pt x="381" y="15494"/>
                    <a:pt x="349" y="14924"/>
                  </a:cubicBezTo>
                  <a:cubicBezTo>
                    <a:pt x="349" y="14829"/>
                    <a:pt x="254" y="14766"/>
                    <a:pt x="159" y="14766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0" name="Google Shape;3580;p36"/>
            <p:cNvSpPr/>
            <p:nvPr/>
          </p:nvSpPr>
          <p:spPr>
            <a:xfrm>
              <a:off x="3594250" y="2255375"/>
              <a:ext cx="553425" cy="334925"/>
            </a:xfrm>
            <a:custGeom>
              <a:avLst/>
              <a:gdLst/>
              <a:ahLst/>
              <a:cxnLst/>
              <a:rect l="l" t="t" r="r" b="b"/>
              <a:pathLst>
                <a:path w="22137" h="13397" extrusionOk="0">
                  <a:moveTo>
                    <a:pt x="21979" y="0"/>
                  </a:moveTo>
                  <a:cubicBezTo>
                    <a:pt x="21884" y="0"/>
                    <a:pt x="21789" y="64"/>
                    <a:pt x="21789" y="159"/>
                  </a:cubicBezTo>
                  <a:cubicBezTo>
                    <a:pt x="21757" y="697"/>
                    <a:pt x="21662" y="1267"/>
                    <a:pt x="21535" y="1837"/>
                  </a:cubicBezTo>
                  <a:cubicBezTo>
                    <a:pt x="21535" y="1932"/>
                    <a:pt x="21598" y="1995"/>
                    <a:pt x="21693" y="2027"/>
                  </a:cubicBezTo>
                  <a:lnTo>
                    <a:pt x="21725" y="2027"/>
                  </a:lnTo>
                  <a:cubicBezTo>
                    <a:pt x="21789" y="2027"/>
                    <a:pt x="21852" y="1964"/>
                    <a:pt x="21884" y="1900"/>
                  </a:cubicBezTo>
                  <a:cubicBezTo>
                    <a:pt x="22010" y="1330"/>
                    <a:pt x="22074" y="760"/>
                    <a:pt x="22137" y="190"/>
                  </a:cubicBezTo>
                  <a:cubicBezTo>
                    <a:pt x="22137" y="95"/>
                    <a:pt x="22074" y="0"/>
                    <a:pt x="21979" y="0"/>
                  </a:cubicBezTo>
                  <a:close/>
                  <a:moveTo>
                    <a:pt x="21262" y="3349"/>
                  </a:moveTo>
                  <a:cubicBezTo>
                    <a:pt x="21186" y="3349"/>
                    <a:pt x="21118" y="3401"/>
                    <a:pt x="21092" y="3452"/>
                  </a:cubicBezTo>
                  <a:cubicBezTo>
                    <a:pt x="20902" y="3991"/>
                    <a:pt x="20712" y="4529"/>
                    <a:pt x="20458" y="5036"/>
                  </a:cubicBezTo>
                  <a:cubicBezTo>
                    <a:pt x="20427" y="5131"/>
                    <a:pt x="20458" y="5226"/>
                    <a:pt x="20522" y="5257"/>
                  </a:cubicBezTo>
                  <a:cubicBezTo>
                    <a:pt x="20553" y="5289"/>
                    <a:pt x="20585" y="5289"/>
                    <a:pt x="20617" y="5289"/>
                  </a:cubicBezTo>
                  <a:cubicBezTo>
                    <a:pt x="20680" y="5289"/>
                    <a:pt x="20743" y="5257"/>
                    <a:pt x="20775" y="5194"/>
                  </a:cubicBezTo>
                  <a:cubicBezTo>
                    <a:pt x="21028" y="4656"/>
                    <a:pt x="21250" y="4117"/>
                    <a:pt x="21408" y="3579"/>
                  </a:cubicBezTo>
                  <a:cubicBezTo>
                    <a:pt x="21440" y="3484"/>
                    <a:pt x="21408" y="3389"/>
                    <a:pt x="21313" y="3357"/>
                  </a:cubicBezTo>
                  <a:cubicBezTo>
                    <a:pt x="21296" y="3351"/>
                    <a:pt x="21279" y="3349"/>
                    <a:pt x="21262" y="3349"/>
                  </a:cubicBezTo>
                  <a:close/>
                  <a:moveTo>
                    <a:pt x="19769" y="6442"/>
                  </a:moveTo>
                  <a:cubicBezTo>
                    <a:pt x="19713" y="6442"/>
                    <a:pt x="19655" y="6464"/>
                    <a:pt x="19635" y="6524"/>
                  </a:cubicBezTo>
                  <a:cubicBezTo>
                    <a:pt x="19318" y="6999"/>
                    <a:pt x="19002" y="7443"/>
                    <a:pt x="18622" y="7886"/>
                  </a:cubicBezTo>
                  <a:cubicBezTo>
                    <a:pt x="18558" y="7949"/>
                    <a:pt x="18590" y="8076"/>
                    <a:pt x="18653" y="8139"/>
                  </a:cubicBezTo>
                  <a:cubicBezTo>
                    <a:pt x="18685" y="8171"/>
                    <a:pt x="18717" y="8171"/>
                    <a:pt x="18780" y="8171"/>
                  </a:cubicBezTo>
                  <a:cubicBezTo>
                    <a:pt x="18812" y="8171"/>
                    <a:pt x="18875" y="8139"/>
                    <a:pt x="18907" y="8108"/>
                  </a:cubicBezTo>
                  <a:cubicBezTo>
                    <a:pt x="19255" y="7664"/>
                    <a:pt x="19603" y="7189"/>
                    <a:pt x="19920" y="6714"/>
                  </a:cubicBezTo>
                  <a:cubicBezTo>
                    <a:pt x="19983" y="6619"/>
                    <a:pt x="19952" y="6524"/>
                    <a:pt x="19857" y="6461"/>
                  </a:cubicBezTo>
                  <a:cubicBezTo>
                    <a:pt x="19834" y="6449"/>
                    <a:pt x="19802" y="6442"/>
                    <a:pt x="19769" y="6442"/>
                  </a:cubicBezTo>
                  <a:close/>
                  <a:moveTo>
                    <a:pt x="17581" y="9093"/>
                  </a:moveTo>
                  <a:cubicBezTo>
                    <a:pt x="17545" y="9093"/>
                    <a:pt x="17510" y="9110"/>
                    <a:pt x="17482" y="9153"/>
                  </a:cubicBezTo>
                  <a:cubicBezTo>
                    <a:pt x="17070" y="9533"/>
                    <a:pt x="16626" y="9913"/>
                    <a:pt x="16183" y="10229"/>
                  </a:cubicBezTo>
                  <a:cubicBezTo>
                    <a:pt x="16088" y="10293"/>
                    <a:pt x="16088" y="10419"/>
                    <a:pt x="16151" y="10483"/>
                  </a:cubicBezTo>
                  <a:cubicBezTo>
                    <a:pt x="16183" y="10514"/>
                    <a:pt x="16246" y="10546"/>
                    <a:pt x="16278" y="10546"/>
                  </a:cubicBezTo>
                  <a:cubicBezTo>
                    <a:pt x="16310" y="10546"/>
                    <a:pt x="16373" y="10546"/>
                    <a:pt x="16373" y="10514"/>
                  </a:cubicBezTo>
                  <a:cubicBezTo>
                    <a:pt x="16848" y="10166"/>
                    <a:pt x="17291" y="9786"/>
                    <a:pt x="17703" y="9374"/>
                  </a:cubicBezTo>
                  <a:cubicBezTo>
                    <a:pt x="17798" y="9311"/>
                    <a:pt x="17798" y="9216"/>
                    <a:pt x="17703" y="9153"/>
                  </a:cubicBezTo>
                  <a:cubicBezTo>
                    <a:pt x="17668" y="9118"/>
                    <a:pt x="17624" y="9093"/>
                    <a:pt x="17581" y="9093"/>
                  </a:cubicBezTo>
                  <a:close/>
                  <a:moveTo>
                    <a:pt x="214" y="10939"/>
                  </a:moveTo>
                  <a:cubicBezTo>
                    <a:pt x="157" y="10939"/>
                    <a:pt x="104" y="10961"/>
                    <a:pt x="64" y="11021"/>
                  </a:cubicBezTo>
                  <a:cubicBezTo>
                    <a:pt x="0" y="11116"/>
                    <a:pt x="32" y="11211"/>
                    <a:pt x="127" y="11243"/>
                  </a:cubicBezTo>
                  <a:cubicBezTo>
                    <a:pt x="602" y="11559"/>
                    <a:pt x="1077" y="11813"/>
                    <a:pt x="1552" y="12034"/>
                  </a:cubicBezTo>
                  <a:cubicBezTo>
                    <a:pt x="1584" y="12066"/>
                    <a:pt x="1615" y="12066"/>
                    <a:pt x="1647" y="12066"/>
                  </a:cubicBezTo>
                  <a:cubicBezTo>
                    <a:pt x="1710" y="12066"/>
                    <a:pt x="1774" y="12034"/>
                    <a:pt x="1805" y="11971"/>
                  </a:cubicBezTo>
                  <a:cubicBezTo>
                    <a:pt x="1837" y="11876"/>
                    <a:pt x="1805" y="11781"/>
                    <a:pt x="1710" y="11718"/>
                  </a:cubicBezTo>
                  <a:cubicBezTo>
                    <a:pt x="1235" y="11496"/>
                    <a:pt x="760" y="11243"/>
                    <a:pt x="317" y="10958"/>
                  </a:cubicBezTo>
                  <a:cubicBezTo>
                    <a:pt x="282" y="10946"/>
                    <a:pt x="247" y="10939"/>
                    <a:pt x="214" y="10939"/>
                  </a:cubicBezTo>
                  <a:close/>
                  <a:moveTo>
                    <a:pt x="14858" y="11146"/>
                  </a:moveTo>
                  <a:cubicBezTo>
                    <a:pt x="14825" y="11146"/>
                    <a:pt x="14792" y="11157"/>
                    <a:pt x="14758" y="11179"/>
                  </a:cubicBezTo>
                  <a:cubicBezTo>
                    <a:pt x="14283" y="11464"/>
                    <a:pt x="13776" y="11718"/>
                    <a:pt x="13238" y="11939"/>
                  </a:cubicBezTo>
                  <a:cubicBezTo>
                    <a:pt x="13175" y="11971"/>
                    <a:pt x="13111" y="12066"/>
                    <a:pt x="13175" y="12161"/>
                  </a:cubicBezTo>
                  <a:cubicBezTo>
                    <a:pt x="13175" y="12225"/>
                    <a:pt x="13238" y="12256"/>
                    <a:pt x="13333" y="12256"/>
                  </a:cubicBezTo>
                  <a:lnTo>
                    <a:pt x="13365" y="12256"/>
                  </a:lnTo>
                  <a:cubicBezTo>
                    <a:pt x="13903" y="12034"/>
                    <a:pt x="14441" y="11749"/>
                    <a:pt x="14948" y="11464"/>
                  </a:cubicBezTo>
                  <a:cubicBezTo>
                    <a:pt x="15011" y="11433"/>
                    <a:pt x="15043" y="11338"/>
                    <a:pt x="15011" y="11243"/>
                  </a:cubicBezTo>
                  <a:cubicBezTo>
                    <a:pt x="14970" y="11181"/>
                    <a:pt x="14916" y="11146"/>
                    <a:pt x="14858" y="11146"/>
                  </a:cubicBezTo>
                  <a:close/>
                  <a:moveTo>
                    <a:pt x="3244" y="12343"/>
                  </a:moveTo>
                  <a:cubicBezTo>
                    <a:pt x="3167" y="12343"/>
                    <a:pt x="3098" y="12400"/>
                    <a:pt x="3072" y="12478"/>
                  </a:cubicBezTo>
                  <a:cubicBezTo>
                    <a:pt x="3040" y="12573"/>
                    <a:pt x="3072" y="12668"/>
                    <a:pt x="3167" y="12700"/>
                  </a:cubicBezTo>
                  <a:cubicBezTo>
                    <a:pt x="3737" y="12858"/>
                    <a:pt x="4307" y="13016"/>
                    <a:pt x="4846" y="13143"/>
                  </a:cubicBezTo>
                  <a:lnTo>
                    <a:pt x="4909" y="13143"/>
                  </a:lnTo>
                  <a:cubicBezTo>
                    <a:pt x="4972" y="13143"/>
                    <a:pt x="5036" y="13080"/>
                    <a:pt x="5067" y="12985"/>
                  </a:cubicBezTo>
                  <a:cubicBezTo>
                    <a:pt x="5067" y="12890"/>
                    <a:pt x="5036" y="12826"/>
                    <a:pt x="4941" y="12795"/>
                  </a:cubicBezTo>
                  <a:cubicBezTo>
                    <a:pt x="4371" y="12668"/>
                    <a:pt x="3832" y="12541"/>
                    <a:pt x="3294" y="12351"/>
                  </a:cubicBezTo>
                  <a:cubicBezTo>
                    <a:pt x="3277" y="12346"/>
                    <a:pt x="3260" y="12343"/>
                    <a:pt x="3244" y="12343"/>
                  </a:cubicBezTo>
                  <a:close/>
                  <a:moveTo>
                    <a:pt x="11705" y="12501"/>
                  </a:moveTo>
                  <a:cubicBezTo>
                    <a:pt x="11688" y="12501"/>
                    <a:pt x="11671" y="12504"/>
                    <a:pt x="11654" y="12510"/>
                  </a:cubicBezTo>
                  <a:cubicBezTo>
                    <a:pt x="11116" y="12668"/>
                    <a:pt x="10546" y="12795"/>
                    <a:pt x="10008" y="12890"/>
                  </a:cubicBezTo>
                  <a:cubicBezTo>
                    <a:pt x="9913" y="12890"/>
                    <a:pt x="9849" y="12985"/>
                    <a:pt x="9849" y="13080"/>
                  </a:cubicBezTo>
                  <a:cubicBezTo>
                    <a:pt x="9881" y="13175"/>
                    <a:pt x="9944" y="13238"/>
                    <a:pt x="10039" y="13238"/>
                  </a:cubicBezTo>
                  <a:cubicBezTo>
                    <a:pt x="10609" y="13143"/>
                    <a:pt x="11179" y="13016"/>
                    <a:pt x="11749" y="12826"/>
                  </a:cubicBezTo>
                  <a:cubicBezTo>
                    <a:pt x="11844" y="12826"/>
                    <a:pt x="11908" y="12731"/>
                    <a:pt x="11876" y="12636"/>
                  </a:cubicBezTo>
                  <a:cubicBezTo>
                    <a:pt x="11850" y="12558"/>
                    <a:pt x="11781" y="12501"/>
                    <a:pt x="11705" y="12501"/>
                  </a:cubicBezTo>
                  <a:close/>
                  <a:moveTo>
                    <a:pt x="6619" y="13016"/>
                  </a:moveTo>
                  <a:cubicBezTo>
                    <a:pt x="6524" y="13016"/>
                    <a:pt x="6429" y="13080"/>
                    <a:pt x="6429" y="13175"/>
                  </a:cubicBezTo>
                  <a:cubicBezTo>
                    <a:pt x="6429" y="13270"/>
                    <a:pt x="6492" y="13365"/>
                    <a:pt x="6587" y="13365"/>
                  </a:cubicBezTo>
                  <a:cubicBezTo>
                    <a:pt x="6967" y="13396"/>
                    <a:pt x="7347" y="13396"/>
                    <a:pt x="7696" y="13396"/>
                  </a:cubicBezTo>
                  <a:lnTo>
                    <a:pt x="8329" y="13396"/>
                  </a:lnTo>
                  <a:cubicBezTo>
                    <a:pt x="8424" y="13396"/>
                    <a:pt x="8487" y="13301"/>
                    <a:pt x="8487" y="13206"/>
                  </a:cubicBezTo>
                  <a:cubicBezTo>
                    <a:pt x="8487" y="13111"/>
                    <a:pt x="8392" y="13048"/>
                    <a:pt x="8297" y="13048"/>
                  </a:cubicBezTo>
                  <a:cubicBezTo>
                    <a:pt x="8074" y="13061"/>
                    <a:pt x="7846" y="13069"/>
                    <a:pt x="7614" y="13069"/>
                  </a:cubicBezTo>
                  <a:cubicBezTo>
                    <a:pt x="7287" y="13069"/>
                    <a:pt x="6953" y="13053"/>
                    <a:pt x="6619" y="13016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1" name="Google Shape;3581;p36"/>
            <p:cNvSpPr/>
            <p:nvPr/>
          </p:nvSpPr>
          <p:spPr>
            <a:xfrm>
              <a:off x="3918850" y="1894050"/>
              <a:ext cx="172625" cy="143625"/>
            </a:xfrm>
            <a:custGeom>
              <a:avLst/>
              <a:gdLst/>
              <a:ahLst/>
              <a:cxnLst/>
              <a:rect l="l" t="t" r="r" b="b"/>
              <a:pathLst>
                <a:path w="6905" h="5745" extrusionOk="0">
                  <a:moveTo>
                    <a:pt x="184" y="0"/>
                  </a:moveTo>
                  <a:cubicBezTo>
                    <a:pt x="115" y="0"/>
                    <a:pt x="56" y="36"/>
                    <a:pt x="32" y="107"/>
                  </a:cubicBezTo>
                  <a:cubicBezTo>
                    <a:pt x="1" y="202"/>
                    <a:pt x="32" y="297"/>
                    <a:pt x="127" y="329"/>
                  </a:cubicBezTo>
                  <a:cubicBezTo>
                    <a:pt x="634" y="551"/>
                    <a:pt x="1172" y="804"/>
                    <a:pt x="1647" y="1057"/>
                  </a:cubicBezTo>
                  <a:cubicBezTo>
                    <a:pt x="1679" y="1089"/>
                    <a:pt x="1711" y="1089"/>
                    <a:pt x="1742" y="1089"/>
                  </a:cubicBezTo>
                  <a:cubicBezTo>
                    <a:pt x="1806" y="1089"/>
                    <a:pt x="1869" y="1057"/>
                    <a:pt x="1901" y="994"/>
                  </a:cubicBezTo>
                  <a:cubicBezTo>
                    <a:pt x="1932" y="931"/>
                    <a:pt x="1901" y="836"/>
                    <a:pt x="1837" y="772"/>
                  </a:cubicBezTo>
                  <a:cubicBezTo>
                    <a:pt x="1331" y="487"/>
                    <a:pt x="792" y="234"/>
                    <a:pt x="254" y="12"/>
                  </a:cubicBezTo>
                  <a:cubicBezTo>
                    <a:pt x="230" y="4"/>
                    <a:pt x="206" y="0"/>
                    <a:pt x="184" y="0"/>
                  </a:cubicBezTo>
                  <a:close/>
                  <a:moveTo>
                    <a:pt x="3187" y="1688"/>
                  </a:moveTo>
                  <a:cubicBezTo>
                    <a:pt x="3131" y="1688"/>
                    <a:pt x="3080" y="1715"/>
                    <a:pt x="3041" y="1754"/>
                  </a:cubicBezTo>
                  <a:cubicBezTo>
                    <a:pt x="2977" y="1849"/>
                    <a:pt x="3009" y="1944"/>
                    <a:pt x="3072" y="2007"/>
                  </a:cubicBezTo>
                  <a:cubicBezTo>
                    <a:pt x="3547" y="2324"/>
                    <a:pt x="3959" y="2704"/>
                    <a:pt x="4371" y="3084"/>
                  </a:cubicBezTo>
                  <a:cubicBezTo>
                    <a:pt x="4434" y="3116"/>
                    <a:pt x="4466" y="3116"/>
                    <a:pt x="4498" y="3116"/>
                  </a:cubicBezTo>
                  <a:cubicBezTo>
                    <a:pt x="4561" y="3116"/>
                    <a:pt x="4593" y="3116"/>
                    <a:pt x="4624" y="3084"/>
                  </a:cubicBezTo>
                  <a:cubicBezTo>
                    <a:pt x="4688" y="3021"/>
                    <a:pt x="4688" y="2894"/>
                    <a:pt x="4624" y="2831"/>
                  </a:cubicBezTo>
                  <a:cubicBezTo>
                    <a:pt x="4212" y="2451"/>
                    <a:pt x="3737" y="2071"/>
                    <a:pt x="3294" y="1722"/>
                  </a:cubicBezTo>
                  <a:cubicBezTo>
                    <a:pt x="3258" y="1698"/>
                    <a:pt x="3222" y="1688"/>
                    <a:pt x="3187" y="1688"/>
                  </a:cubicBezTo>
                  <a:close/>
                  <a:moveTo>
                    <a:pt x="5668" y="4031"/>
                  </a:moveTo>
                  <a:cubicBezTo>
                    <a:pt x="5632" y="4031"/>
                    <a:pt x="5598" y="4042"/>
                    <a:pt x="5574" y="4066"/>
                  </a:cubicBezTo>
                  <a:cubicBezTo>
                    <a:pt x="5511" y="4129"/>
                    <a:pt x="5479" y="4256"/>
                    <a:pt x="5543" y="4319"/>
                  </a:cubicBezTo>
                  <a:cubicBezTo>
                    <a:pt x="5923" y="4763"/>
                    <a:pt x="6271" y="5206"/>
                    <a:pt x="6556" y="5681"/>
                  </a:cubicBezTo>
                  <a:cubicBezTo>
                    <a:pt x="6588" y="5744"/>
                    <a:pt x="6651" y="5744"/>
                    <a:pt x="6714" y="5744"/>
                  </a:cubicBezTo>
                  <a:lnTo>
                    <a:pt x="6809" y="5744"/>
                  </a:lnTo>
                  <a:cubicBezTo>
                    <a:pt x="6873" y="5681"/>
                    <a:pt x="6904" y="5586"/>
                    <a:pt x="6841" y="5491"/>
                  </a:cubicBezTo>
                  <a:cubicBezTo>
                    <a:pt x="6524" y="5016"/>
                    <a:pt x="6176" y="4541"/>
                    <a:pt x="5828" y="4098"/>
                  </a:cubicBezTo>
                  <a:cubicBezTo>
                    <a:pt x="5788" y="4058"/>
                    <a:pt x="5725" y="4031"/>
                    <a:pt x="5668" y="403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2" name="Google Shape;3582;p36"/>
            <p:cNvSpPr/>
            <p:nvPr/>
          </p:nvSpPr>
          <p:spPr>
            <a:xfrm>
              <a:off x="3481025" y="2259325"/>
              <a:ext cx="271575" cy="17450"/>
            </a:xfrm>
            <a:custGeom>
              <a:avLst/>
              <a:gdLst/>
              <a:ahLst/>
              <a:cxnLst/>
              <a:rect l="l" t="t" r="r" b="b"/>
              <a:pathLst>
                <a:path w="10863" h="698" extrusionOk="0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lnTo>
                    <a:pt x="1" y="381"/>
                  </a:lnTo>
                  <a:cubicBezTo>
                    <a:pt x="1" y="571"/>
                    <a:pt x="159" y="697"/>
                    <a:pt x="349" y="697"/>
                  </a:cubicBezTo>
                  <a:lnTo>
                    <a:pt x="10483" y="697"/>
                  </a:lnTo>
                  <a:cubicBezTo>
                    <a:pt x="10705" y="697"/>
                    <a:pt x="10863" y="571"/>
                    <a:pt x="10863" y="381"/>
                  </a:cubicBezTo>
                  <a:lnTo>
                    <a:pt x="10863" y="349"/>
                  </a:lnTo>
                  <a:cubicBezTo>
                    <a:pt x="10863" y="159"/>
                    <a:pt x="10705" y="1"/>
                    <a:pt x="1048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3" name="Google Shape;3583;p36"/>
            <p:cNvSpPr/>
            <p:nvPr/>
          </p:nvSpPr>
          <p:spPr>
            <a:xfrm>
              <a:off x="3476275" y="2255375"/>
              <a:ext cx="281075" cy="26150"/>
            </a:xfrm>
            <a:custGeom>
              <a:avLst/>
              <a:gdLst/>
              <a:ahLst/>
              <a:cxnLst/>
              <a:rect l="l" t="t" r="r" b="b"/>
              <a:pathLst>
                <a:path w="11243" h="1046" extrusionOk="0">
                  <a:moveTo>
                    <a:pt x="10673" y="349"/>
                  </a:moveTo>
                  <a:cubicBezTo>
                    <a:pt x="10800" y="349"/>
                    <a:pt x="10895" y="412"/>
                    <a:pt x="10895" y="507"/>
                  </a:cubicBezTo>
                  <a:cubicBezTo>
                    <a:pt x="10895" y="602"/>
                    <a:pt x="10800" y="697"/>
                    <a:pt x="10673" y="697"/>
                  </a:cubicBezTo>
                  <a:lnTo>
                    <a:pt x="539" y="697"/>
                  </a:lnTo>
                  <a:cubicBezTo>
                    <a:pt x="444" y="697"/>
                    <a:pt x="349" y="602"/>
                    <a:pt x="349" y="507"/>
                  </a:cubicBezTo>
                  <a:cubicBezTo>
                    <a:pt x="349" y="412"/>
                    <a:pt x="444" y="349"/>
                    <a:pt x="539" y="349"/>
                  </a:cubicBezTo>
                  <a:close/>
                  <a:moveTo>
                    <a:pt x="571" y="0"/>
                  </a:moveTo>
                  <a:cubicBezTo>
                    <a:pt x="254" y="0"/>
                    <a:pt x="0" y="222"/>
                    <a:pt x="0" y="507"/>
                  </a:cubicBezTo>
                  <a:cubicBezTo>
                    <a:pt x="0" y="792"/>
                    <a:pt x="254" y="1045"/>
                    <a:pt x="571" y="1045"/>
                  </a:cubicBezTo>
                  <a:lnTo>
                    <a:pt x="10673" y="1045"/>
                  </a:lnTo>
                  <a:cubicBezTo>
                    <a:pt x="10990" y="1045"/>
                    <a:pt x="11243" y="792"/>
                    <a:pt x="11243" y="507"/>
                  </a:cubicBezTo>
                  <a:cubicBezTo>
                    <a:pt x="11243" y="222"/>
                    <a:pt x="10990" y="0"/>
                    <a:pt x="107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4" name="Google Shape;3584;p36"/>
            <p:cNvSpPr/>
            <p:nvPr/>
          </p:nvSpPr>
          <p:spPr>
            <a:xfrm>
              <a:off x="3486575" y="2272800"/>
              <a:ext cx="262875" cy="201100"/>
            </a:xfrm>
            <a:custGeom>
              <a:avLst/>
              <a:gdLst/>
              <a:ahLst/>
              <a:cxnLst/>
              <a:rect l="l" t="t" r="r" b="b"/>
              <a:pathLst>
                <a:path w="10515" h="8044" extrusionOk="0">
                  <a:moveTo>
                    <a:pt x="10166" y="348"/>
                  </a:moveTo>
                  <a:lnTo>
                    <a:pt x="10166" y="7537"/>
                  </a:lnTo>
                  <a:cubicBezTo>
                    <a:pt x="10166" y="7632"/>
                    <a:pt x="10103" y="7696"/>
                    <a:pt x="10039" y="7696"/>
                  </a:cubicBezTo>
                  <a:lnTo>
                    <a:pt x="570" y="7696"/>
                  </a:lnTo>
                  <a:cubicBezTo>
                    <a:pt x="444" y="7696"/>
                    <a:pt x="349" y="7601"/>
                    <a:pt x="349" y="7506"/>
                  </a:cubicBezTo>
                  <a:lnTo>
                    <a:pt x="349" y="348"/>
                  </a:lnTo>
                  <a:close/>
                  <a:moveTo>
                    <a:pt x="190" y="0"/>
                  </a:moveTo>
                  <a:cubicBezTo>
                    <a:pt x="95" y="0"/>
                    <a:pt x="0" y="63"/>
                    <a:pt x="0" y="158"/>
                  </a:cubicBezTo>
                  <a:lnTo>
                    <a:pt x="0" y="7506"/>
                  </a:lnTo>
                  <a:cubicBezTo>
                    <a:pt x="0" y="7791"/>
                    <a:pt x="254" y="8044"/>
                    <a:pt x="570" y="8044"/>
                  </a:cubicBezTo>
                  <a:lnTo>
                    <a:pt x="10039" y="8044"/>
                  </a:lnTo>
                  <a:cubicBezTo>
                    <a:pt x="10293" y="8044"/>
                    <a:pt x="10514" y="7822"/>
                    <a:pt x="10483" y="7537"/>
                  </a:cubicBezTo>
                  <a:lnTo>
                    <a:pt x="10483" y="158"/>
                  </a:lnTo>
                  <a:cubicBezTo>
                    <a:pt x="10483" y="63"/>
                    <a:pt x="10419" y="0"/>
                    <a:pt x="1032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5" name="Google Shape;3585;p36"/>
            <p:cNvSpPr/>
            <p:nvPr/>
          </p:nvSpPr>
          <p:spPr>
            <a:xfrm>
              <a:off x="3551500" y="2309200"/>
              <a:ext cx="27725" cy="28525"/>
            </a:xfrm>
            <a:custGeom>
              <a:avLst/>
              <a:gdLst/>
              <a:ahLst/>
              <a:cxnLst/>
              <a:rect l="l" t="t" r="r" b="b"/>
              <a:pathLst>
                <a:path w="1109" h="1141" extrusionOk="0">
                  <a:moveTo>
                    <a:pt x="538" y="1"/>
                  </a:moveTo>
                  <a:cubicBezTo>
                    <a:pt x="253" y="1"/>
                    <a:pt x="0" y="254"/>
                    <a:pt x="0" y="571"/>
                  </a:cubicBezTo>
                  <a:cubicBezTo>
                    <a:pt x="0" y="888"/>
                    <a:pt x="253" y="1141"/>
                    <a:pt x="538" y="1141"/>
                  </a:cubicBezTo>
                  <a:cubicBezTo>
                    <a:pt x="855" y="1141"/>
                    <a:pt x="1108" y="888"/>
                    <a:pt x="1108" y="571"/>
                  </a:cubicBezTo>
                  <a:cubicBezTo>
                    <a:pt x="1108" y="254"/>
                    <a:pt x="855" y="1"/>
                    <a:pt x="538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6" name="Google Shape;3586;p36"/>
            <p:cNvSpPr/>
            <p:nvPr/>
          </p:nvSpPr>
          <p:spPr>
            <a:xfrm>
              <a:off x="3546750" y="2304450"/>
              <a:ext cx="37225" cy="37250"/>
            </a:xfrm>
            <a:custGeom>
              <a:avLst/>
              <a:gdLst/>
              <a:ahLst/>
              <a:cxnLst/>
              <a:rect l="l" t="t" r="r" b="b"/>
              <a:pathLst>
                <a:path w="1489" h="1490" extrusionOk="0">
                  <a:moveTo>
                    <a:pt x="760" y="349"/>
                  </a:moveTo>
                  <a:cubicBezTo>
                    <a:pt x="950" y="349"/>
                    <a:pt x="1140" y="539"/>
                    <a:pt x="1140" y="761"/>
                  </a:cubicBezTo>
                  <a:cubicBezTo>
                    <a:pt x="1140" y="983"/>
                    <a:pt x="950" y="1141"/>
                    <a:pt x="760" y="1141"/>
                  </a:cubicBezTo>
                  <a:cubicBezTo>
                    <a:pt x="538" y="1141"/>
                    <a:pt x="348" y="983"/>
                    <a:pt x="348" y="761"/>
                  </a:cubicBezTo>
                  <a:cubicBezTo>
                    <a:pt x="348" y="539"/>
                    <a:pt x="538" y="349"/>
                    <a:pt x="760" y="349"/>
                  </a:cubicBezTo>
                  <a:close/>
                  <a:moveTo>
                    <a:pt x="760" y="1"/>
                  </a:moveTo>
                  <a:cubicBezTo>
                    <a:pt x="348" y="1"/>
                    <a:pt x="0" y="349"/>
                    <a:pt x="0" y="761"/>
                  </a:cubicBezTo>
                  <a:cubicBezTo>
                    <a:pt x="0" y="1173"/>
                    <a:pt x="348" y="1489"/>
                    <a:pt x="760" y="1489"/>
                  </a:cubicBezTo>
                  <a:cubicBezTo>
                    <a:pt x="1140" y="1489"/>
                    <a:pt x="1488" y="1173"/>
                    <a:pt x="1488" y="761"/>
                  </a:cubicBezTo>
                  <a:cubicBezTo>
                    <a:pt x="1488" y="349"/>
                    <a:pt x="1140" y="1"/>
                    <a:pt x="76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7" name="Google Shape;3587;p36"/>
            <p:cNvSpPr/>
            <p:nvPr/>
          </p:nvSpPr>
          <p:spPr>
            <a:xfrm>
              <a:off x="3544375" y="2408975"/>
              <a:ext cx="32475" cy="32475"/>
            </a:xfrm>
            <a:custGeom>
              <a:avLst/>
              <a:gdLst/>
              <a:ahLst/>
              <a:cxnLst/>
              <a:rect l="l" t="t" r="r" b="b"/>
              <a:pathLst>
                <a:path w="1299" h="1299" extrusionOk="0">
                  <a:moveTo>
                    <a:pt x="665" y="0"/>
                  </a:moveTo>
                  <a:cubicBezTo>
                    <a:pt x="285" y="0"/>
                    <a:pt x="0" y="285"/>
                    <a:pt x="0" y="665"/>
                  </a:cubicBezTo>
                  <a:cubicBezTo>
                    <a:pt x="0" y="1013"/>
                    <a:pt x="285" y="1299"/>
                    <a:pt x="665" y="1299"/>
                  </a:cubicBezTo>
                  <a:cubicBezTo>
                    <a:pt x="1013" y="1299"/>
                    <a:pt x="1298" y="1013"/>
                    <a:pt x="1298" y="665"/>
                  </a:cubicBezTo>
                  <a:cubicBezTo>
                    <a:pt x="1298" y="285"/>
                    <a:pt x="1013" y="0"/>
                    <a:pt x="665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8" name="Google Shape;3588;p36"/>
            <p:cNvSpPr/>
            <p:nvPr/>
          </p:nvSpPr>
          <p:spPr>
            <a:xfrm>
              <a:off x="3540400" y="2405000"/>
              <a:ext cx="41200" cy="40400"/>
            </a:xfrm>
            <a:custGeom>
              <a:avLst/>
              <a:gdLst/>
              <a:ahLst/>
              <a:cxnLst/>
              <a:rect l="l" t="t" r="r" b="b"/>
              <a:pathLst>
                <a:path w="1648" h="1616" extrusionOk="0">
                  <a:moveTo>
                    <a:pt x="824" y="349"/>
                  </a:moveTo>
                  <a:cubicBezTo>
                    <a:pt x="1077" y="349"/>
                    <a:pt x="1299" y="539"/>
                    <a:pt x="1299" y="792"/>
                  </a:cubicBezTo>
                  <a:cubicBezTo>
                    <a:pt x="1299" y="1077"/>
                    <a:pt x="1077" y="1267"/>
                    <a:pt x="824" y="1267"/>
                  </a:cubicBezTo>
                  <a:cubicBezTo>
                    <a:pt x="571" y="1267"/>
                    <a:pt x="349" y="1077"/>
                    <a:pt x="349" y="792"/>
                  </a:cubicBezTo>
                  <a:cubicBezTo>
                    <a:pt x="349" y="539"/>
                    <a:pt x="571" y="349"/>
                    <a:pt x="824" y="349"/>
                  </a:cubicBezTo>
                  <a:close/>
                  <a:moveTo>
                    <a:pt x="824" y="1"/>
                  </a:moveTo>
                  <a:cubicBezTo>
                    <a:pt x="381" y="1"/>
                    <a:pt x="1" y="349"/>
                    <a:pt x="1" y="824"/>
                  </a:cubicBezTo>
                  <a:cubicBezTo>
                    <a:pt x="1" y="1267"/>
                    <a:pt x="381" y="1616"/>
                    <a:pt x="824" y="1616"/>
                  </a:cubicBezTo>
                  <a:cubicBezTo>
                    <a:pt x="1267" y="1616"/>
                    <a:pt x="1647" y="1267"/>
                    <a:pt x="1647" y="824"/>
                  </a:cubicBezTo>
                  <a:cubicBezTo>
                    <a:pt x="1647" y="381"/>
                    <a:pt x="1267" y="1"/>
                    <a:pt x="82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9" name="Google Shape;3589;p36"/>
            <p:cNvSpPr/>
            <p:nvPr/>
          </p:nvSpPr>
          <p:spPr>
            <a:xfrm>
              <a:off x="3637000" y="2309200"/>
              <a:ext cx="27725" cy="28525"/>
            </a:xfrm>
            <a:custGeom>
              <a:avLst/>
              <a:gdLst/>
              <a:ahLst/>
              <a:cxnLst/>
              <a:rect l="l" t="t" r="r" b="b"/>
              <a:pathLst>
                <a:path w="1109" h="1141" extrusionOk="0">
                  <a:moveTo>
                    <a:pt x="539" y="1"/>
                  </a:moveTo>
                  <a:cubicBezTo>
                    <a:pt x="254" y="1"/>
                    <a:pt x="0" y="254"/>
                    <a:pt x="0" y="571"/>
                  </a:cubicBezTo>
                  <a:cubicBezTo>
                    <a:pt x="0" y="888"/>
                    <a:pt x="254" y="1141"/>
                    <a:pt x="539" y="1141"/>
                  </a:cubicBezTo>
                  <a:cubicBezTo>
                    <a:pt x="855" y="1141"/>
                    <a:pt x="1109" y="888"/>
                    <a:pt x="1109" y="571"/>
                  </a:cubicBezTo>
                  <a:cubicBezTo>
                    <a:pt x="1109" y="254"/>
                    <a:pt x="855" y="1"/>
                    <a:pt x="539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0" name="Google Shape;3590;p36"/>
            <p:cNvSpPr/>
            <p:nvPr/>
          </p:nvSpPr>
          <p:spPr>
            <a:xfrm>
              <a:off x="3632250" y="2304450"/>
              <a:ext cx="37225" cy="37250"/>
            </a:xfrm>
            <a:custGeom>
              <a:avLst/>
              <a:gdLst/>
              <a:ahLst/>
              <a:cxnLst/>
              <a:rect l="l" t="t" r="r" b="b"/>
              <a:pathLst>
                <a:path w="1489" h="1490" extrusionOk="0">
                  <a:moveTo>
                    <a:pt x="760" y="349"/>
                  </a:moveTo>
                  <a:cubicBezTo>
                    <a:pt x="950" y="349"/>
                    <a:pt x="1140" y="539"/>
                    <a:pt x="1140" y="761"/>
                  </a:cubicBezTo>
                  <a:cubicBezTo>
                    <a:pt x="1140" y="983"/>
                    <a:pt x="950" y="1141"/>
                    <a:pt x="760" y="1141"/>
                  </a:cubicBezTo>
                  <a:cubicBezTo>
                    <a:pt x="539" y="1141"/>
                    <a:pt x="349" y="983"/>
                    <a:pt x="349" y="761"/>
                  </a:cubicBezTo>
                  <a:cubicBezTo>
                    <a:pt x="349" y="539"/>
                    <a:pt x="539" y="349"/>
                    <a:pt x="760" y="349"/>
                  </a:cubicBezTo>
                  <a:close/>
                  <a:moveTo>
                    <a:pt x="760" y="1"/>
                  </a:moveTo>
                  <a:cubicBezTo>
                    <a:pt x="349" y="1"/>
                    <a:pt x="0" y="349"/>
                    <a:pt x="0" y="761"/>
                  </a:cubicBezTo>
                  <a:cubicBezTo>
                    <a:pt x="0" y="1173"/>
                    <a:pt x="349" y="1489"/>
                    <a:pt x="760" y="1489"/>
                  </a:cubicBezTo>
                  <a:cubicBezTo>
                    <a:pt x="1140" y="1489"/>
                    <a:pt x="1489" y="1173"/>
                    <a:pt x="1489" y="761"/>
                  </a:cubicBezTo>
                  <a:cubicBezTo>
                    <a:pt x="1489" y="349"/>
                    <a:pt x="1140" y="1"/>
                    <a:pt x="76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1" name="Google Shape;3591;p36"/>
            <p:cNvSpPr/>
            <p:nvPr/>
          </p:nvSpPr>
          <p:spPr>
            <a:xfrm>
              <a:off x="3590275" y="2350375"/>
              <a:ext cx="18250" cy="26150"/>
            </a:xfrm>
            <a:custGeom>
              <a:avLst/>
              <a:gdLst/>
              <a:ahLst/>
              <a:cxnLst/>
              <a:rect l="l" t="t" r="r" b="b"/>
              <a:pathLst>
                <a:path w="730" h="1046" extrusionOk="0">
                  <a:moveTo>
                    <a:pt x="1" y="1"/>
                  </a:moveTo>
                  <a:lnTo>
                    <a:pt x="729" y="104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2" name="Google Shape;3592;p36"/>
            <p:cNvSpPr/>
            <p:nvPr/>
          </p:nvSpPr>
          <p:spPr>
            <a:xfrm>
              <a:off x="3585525" y="2346100"/>
              <a:ext cx="28525" cy="34375"/>
            </a:xfrm>
            <a:custGeom>
              <a:avLst/>
              <a:gdLst/>
              <a:ahLst/>
              <a:cxnLst/>
              <a:rect l="l" t="t" r="r" b="b"/>
              <a:pathLst>
                <a:path w="1141" h="1375" extrusionOk="0">
                  <a:moveTo>
                    <a:pt x="205" y="1"/>
                  </a:moveTo>
                  <a:cubicBezTo>
                    <a:pt x="166" y="1"/>
                    <a:pt x="124" y="16"/>
                    <a:pt x="96" y="45"/>
                  </a:cubicBezTo>
                  <a:cubicBezTo>
                    <a:pt x="1" y="108"/>
                    <a:pt x="1" y="203"/>
                    <a:pt x="32" y="267"/>
                  </a:cubicBezTo>
                  <a:lnTo>
                    <a:pt x="793" y="1312"/>
                  </a:lnTo>
                  <a:cubicBezTo>
                    <a:pt x="824" y="1343"/>
                    <a:pt x="888" y="1375"/>
                    <a:pt x="919" y="1375"/>
                  </a:cubicBezTo>
                  <a:cubicBezTo>
                    <a:pt x="983" y="1375"/>
                    <a:pt x="1014" y="1375"/>
                    <a:pt x="1046" y="1343"/>
                  </a:cubicBezTo>
                  <a:cubicBezTo>
                    <a:pt x="1109" y="1280"/>
                    <a:pt x="1141" y="1185"/>
                    <a:pt x="1078" y="1090"/>
                  </a:cubicBezTo>
                  <a:lnTo>
                    <a:pt x="318" y="77"/>
                  </a:lnTo>
                  <a:cubicBezTo>
                    <a:pt x="300" y="24"/>
                    <a:pt x="254" y="1"/>
                    <a:pt x="2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3" name="Google Shape;3593;p36"/>
            <p:cNvSpPr/>
            <p:nvPr/>
          </p:nvSpPr>
          <p:spPr>
            <a:xfrm>
              <a:off x="3590275" y="2350375"/>
              <a:ext cx="18250" cy="26150"/>
            </a:xfrm>
            <a:custGeom>
              <a:avLst/>
              <a:gdLst/>
              <a:ahLst/>
              <a:cxnLst/>
              <a:rect l="l" t="t" r="r" b="b"/>
              <a:pathLst>
                <a:path w="730" h="1046" extrusionOk="0">
                  <a:moveTo>
                    <a:pt x="729" y="1"/>
                  </a:moveTo>
                  <a:lnTo>
                    <a:pt x="1" y="104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4" name="Google Shape;3594;p36"/>
            <p:cNvSpPr/>
            <p:nvPr/>
          </p:nvSpPr>
          <p:spPr>
            <a:xfrm>
              <a:off x="3585525" y="2346350"/>
              <a:ext cx="28525" cy="34125"/>
            </a:xfrm>
            <a:custGeom>
              <a:avLst/>
              <a:gdLst/>
              <a:ahLst/>
              <a:cxnLst/>
              <a:rect l="l" t="t" r="r" b="b"/>
              <a:pathLst>
                <a:path w="1141" h="1365" extrusionOk="0">
                  <a:moveTo>
                    <a:pt x="939" y="0"/>
                  </a:moveTo>
                  <a:cubicBezTo>
                    <a:pt x="883" y="0"/>
                    <a:pt x="832" y="27"/>
                    <a:pt x="793" y="67"/>
                  </a:cubicBezTo>
                  <a:lnTo>
                    <a:pt x="32" y="1080"/>
                  </a:lnTo>
                  <a:cubicBezTo>
                    <a:pt x="1" y="1175"/>
                    <a:pt x="1" y="1270"/>
                    <a:pt x="96" y="1333"/>
                  </a:cubicBezTo>
                  <a:cubicBezTo>
                    <a:pt x="128" y="1365"/>
                    <a:pt x="159" y="1365"/>
                    <a:pt x="191" y="1365"/>
                  </a:cubicBezTo>
                  <a:cubicBezTo>
                    <a:pt x="254" y="1365"/>
                    <a:pt x="286" y="1333"/>
                    <a:pt x="318" y="1302"/>
                  </a:cubicBezTo>
                  <a:lnTo>
                    <a:pt x="1078" y="257"/>
                  </a:lnTo>
                  <a:cubicBezTo>
                    <a:pt x="1141" y="193"/>
                    <a:pt x="1109" y="67"/>
                    <a:pt x="1046" y="35"/>
                  </a:cubicBezTo>
                  <a:cubicBezTo>
                    <a:pt x="1010" y="11"/>
                    <a:pt x="973" y="0"/>
                    <a:pt x="93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5" name="Google Shape;3595;p36"/>
            <p:cNvSpPr/>
            <p:nvPr/>
          </p:nvSpPr>
          <p:spPr>
            <a:xfrm>
              <a:off x="3673425" y="2355125"/>
              <a:ext cx="19025" cy="25350"/>
            </a:xfrm>
            <a:custGeom>
              <a:avLst/>
              <a:gdLst/>
              <a:ahLst/>
              <a:cxnLst/>
              <a:rect l="l" t="t" r="r" b="b"/>
              <a:pathLst>
                <a:path w="761" h="1014" extrusionOk="0">
                  <a:moveTo>
                    <a:pt x="0" y="1"/>
                  </a:moveTo>
                  <a:lnTo>
                    <a:pt x="760" y="10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6" name="Google Shape;3596;p36"/>
            <p:cNvSpPr/>
            <p:nvPr/>
          </p:nvSpPr>
          <p:spPr>
            <a:xfrm>
              <a:off x="3668675" y="2350700"/>
              <a:ext cx="28525" cy="34550"/>
            </a:xfrm>
            <a:custGeom>
              <a:avLst/>
              <a:gdLst/>
              <a:ahLst/>
              <a:cxnLst/>
              <a:rect l="l" t="t" r="r" b="b"/>
              <a:pathLst>
                <a:path w="1141" h="1382" extrusionOk="0">
                  <a:moveTo>
                    <a:pt x="198" y="0"/>
                  </a:moveTo>
                  <a:cubicBezTo>
                    <a:pt x="165" y="0"/>
                    <a:pt x="130" y="8"/>
                    <a:pt x="95" y="19"/>
                  </a:cubicBezTo>
                  <a:cubicBezTo>
                    <a:pt x="32" y="83"/>
                    <a:pt x="0" y="209"/>
                    <a:pt x="63" y="273"/>
                  </a:cubicBezTo>
                  <a:lnTo>
                    <a:pt x="792" y="1318"/>
                  </a:lnTo>
                  <a:cubicBezTo>
                    <a:pt x="855" y="1349"/>
                    <a:pt x="887" y="1381"/>
                    <a:pt x="950" y="1381"/>
                  </a:cubicBezTo>
                  <a:cubicBezTo>
                    <a:pt x="982" y="1381"/>
                    <a:pt x="1013" y="1381"/>
                    <a:pt x="1045" y="1349"/>
                  </a:cubicBezTo>
                  <a:cubicBezTo>
                    <a:pt x="1140" y="1286"/>
                    <a:pt x="1140" y="1159"/>
                    <a:pt x="1077" y="1096"/>
                  </a:cubicBezTo>
                  <a:lnTo>
                    <a:pt x="348" y="83"/>
                  </a:lnTo>
                  <a:cubicBezTo>
                    <a:pt x="308" y="22"/>
                    <a:pt x="255" y="0"/>
                    <a:pt x="19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7" name="Google Shape;3597;p36"/>
            <p:cNvSpPr/>
            <p:nvPr/>
          </p:nvSpPr>
          <p:spPr>
            <a:xfrm>
              <a:off x="3673425" y="2355125"/>
              <a:ext cx="19025" cy="25350"/>
            </a:xfrm>
            <a:custGeom>
              <a:avLst/>
              <a:gdLst/>
              <a:ahLst/>
              <a:cxnLst/>
              <a:rect l="l" t="t" r="r" b="b"/>
              <a:pathLst>
                <a:path w="761" h="1014" extrusionOk="0">
                  <a:moveTo>
                    <a:pt x="760" y="1"/>
                  </a:moveTo>
                  <a:lnTo>
                    <a:pt x="0" y="10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8" name="Google Shape;3598;p36"/>
            <p:cNvSpPr/>
            <p:nvPr/>
          </p:nvSpPr>
          <p:spPr>
            <a:xfrm>
              <a:off x="3668675" y="2350700"/>
              <a:ext cx="28525" cy="34550"/>
            </a:xfrm>
            <a:custGeom>
              <a:avLst/>
              <a:gdLst/>
              <a:ahLst/>
              <a:cxnLst/>
              <a:rect l="l" t="t" r="r" b="b"/>
              <a:pathLst>
                <a:path w="1141" h="1382" extrusionOk="0">
                  <a:moveTo>
                    <a:pt x="956" y="0"/>
                  </a:moveTo>
                  <a:cubicBezTo>
                    <a:pt x="898" y="0"/>
                    <a:pt x="832" y="22"/>
                    <a:pt x="792" y="83"/>
                  </a:cubicBezTo>
                  <a:lnTo>
                    <a:pt x="63" y="1096"/>
                  </a:lnTo>
                  <a:cubicBezTo>
                    <a:pt x="0" y="1191"/>
                    <a:pt x="32" y="1286"/>
                    <a:pt x="95" y="1349"/>
                  </a:cubicBezTo>
                  <a:cubicBezTo>
                    <a:pt x="127" y="1349"/>
                    <a:pt x="158" y="1381"/>
                    <a:pt x="190" y="1381"/>
                  </a:cubicBezTo>
                  <a:cubicBezTo>
                    <a:pt x="253" y="1381"/>
                    <a:pt x="317" y="1349"/>
                    <a:pt x="348" y="1318"/>
                  </a:cubicBezTo>
                  <a:lnTo>
                    <a:pt x="1077" y="273"/>
                  </a:lnTo>
                  <a:cubicBezTo>
                    <a:pt x="1140" y="209"/>
                    <a:pt x="1108" y="83"/>
                    <a:pt x="1045" y="19"/>
                  </a:cubicBezTo>
                  <a:cubicBezTo>
                    <a:pt x="1022" y="8"/>
                    <a:pt x="990" y="0"/>
                    <a:pt x="95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9" name="Google Shape;3599;p36"/>
            <p:cNvSpPr/>
            <p:nvPr/>
          </p:nvSpPr>
          <p:spPr>
            <a:xfrm>
              <a:off x="3591075" y="2379375"/>
              <a:ext cx="57825" cy="48625"/>
            </a:xfrm>
            <a:custGeom>
              <a:avLst/>
              <a:gdLst/>
              <a:ahLst/>
              <a:cxnLst/>
              <a:rect l="l" t="t" r="r" b="b"/>
              <a:pathLst>
                <a:path w="2313" h="1945" extrusionOk="0">
                  <a:moveTo>
                    <a:pt x="2115" y="0"/>
                  </a:moveTo>
                  <a:cubicBezTo>
                    <a:pt x="2045" y="0"/>
                    <a:pt x="1980" y="36"/>
                    <a:pt x="1932" y="107"/>
                  </a:cubicBezTo>
                  <a:cubicBezTo>
                    <a:pt x="1426" y="1342"/>
                    <a:pt x="159" y="1596"/>
                    <a:pt x="159" y="1596"/>
                  </a:cubicBezTo>
                  <a:cubicBezTo>
                    <a:pt x="64" y="1627"/>
                    <a:pt x="1" y="1722"/>
                    <a:pt x="32" y="1817"/>
                  </a:cubicBezTo>
                  <a:cubicBezTo>
                    <a:pt x="32" y="1881"/>
                    <a:pt x="127" y="1944"/>
                    <a:pt x="191" y="1944"/>
                  </a:cubicBezTo>
                  <a:lnTo>
                    <a:pt x="222" y="1944"/>
                  </a:lnTo>
                  <a:cubicBezTo>
                    <a:pt x="286" y="1944"/>
                    <a:pt x="1647" y="1627"/>
                    <a:pt x="2249" y="234"/>
                  </a:cubicBezTo>
                  <a:cubicBezTo>
                    <a:pt x="2312" y="171"/>
                    <a:pt x="2249" y="44"/>
                    <a:pt x="2186" y="12"/>
                  </a:cubicBezTo>
                  <a:cubicBezTo>
                    <a:pt x="2162" y="4"/>
                    <a:pt x="2138" y="0"/>
                    <a:pt x="211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0" name="Google Shape;3600;p36"/>
            <p:cNvSpPr/>
            <p:nvPr/>
          </p:nvSpPr>
          <p:spPr>
            <a:xfrm>
              <a:off x="3614825" y="2376500"/>
              <a:ext cx="42775" cy="30125"/>
            </a:xfrm>
            <a:custGeom>
              <a:avLst/>
              <a:gdLst/>
              <a:ahLst/>
              <a:cxnLst/>
              <a:rect l="l" t="t" r="r" b="b"/>
              <a:pathLst>
                <a:path w="1711" h="1205" extrusionOk="0">
                  <a:moveTo>
                    <a:pt x="1141" y="1"/>
                  </a:moveTo>
                  <a:lnTo>
                    <a:pt x="127" y="412"/>
                  </a:lnTo>
                  <a:cubicBezTo>
                    <a:pt x="32" y="444"/>
                    <a:pt x="1" y="539"/>
                    <a:pt x="32" y="634"/>
                  </a:cubicBezTo>
                  <a:cubicBezTo>
                    <a:pt x="58" y="686"/>
                    <a:pt x="126" y="737"/>
                    <a:pt x="202" y="737"/>
                  </a:cubicBezTo>
                  <a:cubicBezTo>
                    <a:pt x="219" y="737"/>
                    <a:pt x="237" y="735"/>
                    <a:pt x="254" y="729"/>
                  </a:cubicBezTo>
                  <a:lnTo>
                    <a:pt x="1109" y="381"/>
                  </a:lnTo>
                  <a:lnTo>
                    <a:pt x="1362" y="1077"/>
                  </a:lnTo>
                  <a:cubicBezTo>
                    <a:pt x="1394" y="1172"/>
                    <a:pt x="1457" y="1204"/>
                    <a:pt x="1521" y="1204"/>
                  </a:cubicBezTo>
                  <a:lnTo>
                    <a:pt x="1584" y="1204"/>
                  </a:lnTo>
                  <a:cubicBezTo>
                    <a:pt x="1647" y="1172"/>
                    <a:pt x="1711" y="1077"/>
                    <a:pt x="1679" y="982"/>
                  </a:cubicBezTo>
                  <a:lnTo>
                    <a:pt x="1362" y="96"/>
                  </a:lnTo>
                  <a:cubicBezTo>
                    <a:pt x="1362" y="64"/>
                    <a:pt x="1331" y="32"/>
                    <a:pt x="126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1" name="Google Shape;3601;p36"/>
            <p:cNvSpPr/>
            <p:nvPr/>
          </p:nvSpPr>
          <p:spPr>
            <a:xfrm>
              <a:off x="3677375" y="2398675"/>
              <a:ext cx="182900" cy="107700"/>
            </a:xfrm>
            <a:custGeom>
              <a:avLst/>
              <a:gdLst/>
              <a:ahLst/>
              <a:cxnLst/>
              <a:rect l="l" t="t" r="r" b="b"/>
              <a:pathLst>
                <a:path w="7316" h="4308" extrusionOk="0">
                  <a:moveTo>
                    <a:pt x="1932" y="0"/>
                  </a:moveTo>
                  <a:cubicBezTo>
                    <a:pt x="792" y="634"/>
                    <a:pt x="0" y="1837"/>
                    <a:pt x="0" y="3231"/>
                  </a:cubicBezTo>
                  <a:lnTo>
                    <a:pt x="0" y="4307"/>
                  </a:lnTo>
                  <a:lnTo>
                    <a:pt x="7316" y="4307"/>
                  </a:lnTo>
                  <a:lnTo>
                    <a:pt x="7316" y="3231"/>
                  </a:lnTo>
                  <a:cubicBezTo>
                    <a:pt x="7316" y="1837"/>
                    <a:pt x="6524" y="634"/>
                    <a:pt x="538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2" name="Google Shape;3602;p36"/>
            <p:cNvSpPr/>
            <p:nvPr/>
          </p:nvSpPr>
          <p:spPr>
            <a:xfrm>
              <a:off x="3673425" y="2394725"/>
              <a:ext cx="190825" cy="111650"/>
            </a:xfrm>
            <a:custGeom>
              <a:avLst/>
              <a:gdLst/>
              <a:ahLst/>
              <a:cxnLst/>
              <a:rect l="l" t="t" r="r" b="b"/>
              <a:pathLst>
                <a:path w="7633" h="4466" extrusionOk="0">
                  <a:moveTo>
                    <a:pt x="2059" y="0"/>
                  </a:moveTo>
                  <a:cubicBezTo>
                    <a:pt x="2059" y="0"/>
                    <a:pt x="2027" y="0"/>
                    <a:pt x="1995" y="32"/>
                  </a:cubicBezTo>
                  <a:cubicBezTo>
                    <a:pt x="760" y="697"/>
                    <a:pt x="0" y="1964"/>
                    <a:pt x="0" y="3389"/>
                  </a:cubicBezTo>
                  <a:lnTo>
                    <a:pt x="0" y="4434"/>
                  </a:lnTo>
                  <a:lnTo>
                    <a:pt x="348" y="4434"/>
                  </a:lnTo>
                  <a:lnTo>
                    <a:pt x="348" y="3389"/>
                  </a:lnTo>
                  <a:cubicBezTo>
                    <a:pt x="348" y="2122"/>
                    <a:pt x="1014" y="950"/>
                    <a:pt x="2122" y="348"/>
                  </a:cubicBezTo>
                  <a:lnTo>
                    <a:pt x="5511" y="348"/>
                  </a:lnTo>
                  <a:cubicBezTo>
                    <a:pt x="6619" y="950"/>
                    <a:pt x="7284" y="2122"/>
                    <a:pt x="7284" y="3389"/>
                  </a:cubicBezTo>
                  <a:lnTo>
                    <a:pt x="7284" y="4465"/>
                  </a:lnTo>
                  <a:lnTo>
                    <a:pt x="7632" y="4465"/>
                  </a:lnTo>
                  <a:lnTo>
                    <a:pt x="7632" y="3389"/>
                  </a:lnTo>
                  <a:cubicBezTo>
                    <a:pt x="7632" y="1964"/>
                    <a:pt x="6872" y="697"/>
                    <a:pt x="5637" y="32"/>
                  </a:cubicBezTo>
                  <a:cubicBezTo>
                    <a:pt x="5606" y="0"/>
                    <a:pt x="5574" y="0"/>
                    <a:pt x="554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3" name="Google Shape;3603;p36"/>
            <p:cNvSpPr/>
            <p:nvPr/>
          </p:nvSpPr>
          <p:spPr>
            <a:xfrm>
              <a:off x="3712200" y="2397875"/>
              <a:ext cx="114825" cy="42000"/>
            </a:xfrm>
            <a:custGeom>
              <a:avLst/>
              <a:gdLst/>
              <a:ahLst/>
              <a:cxnLst/>
              <a:rect l="l" t="t" r="r" b="b"/>
              <a:pathLst>
                <a:path w="4593" h="1680" extrusionOk="0">
                  <a:moveTo>
                    <a:pt x="444" y="1"/>
                  </a:moveTo>
                  <a:lnTo>
                    <a:pt x="1" y="1679"/>
                  </a:lnTo>
                  <a:lnTo>
                    <a:pt x="1553" y="1172"/>
                  </a:lnTo>
                  <a:lnTo>
                    <a:pt x="3041" y="1172"/>
                  </a:lnTo>
                  <a:lnTo>
                    <a:pt x="4593" y="1679"/>
                  </a:lnTo>
                  <a:lnTo>
                    <a:pt x="4118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4" name="Google Shape;3604;p36"/>
            <p:cNvSpPr/>
            <p:nvPr/>
          </p:nvSpPr>
          <p:spPr>
            <a:xfrm>
              <a:off x="3707450" y="2396300"/>
              <a:ext cx="124325" cy="47850"/>
            </a:xfrm>
            <a:custGeom>
              <a:avLst/>
              <a:gdLst/>
              <a:ahLst/>
              <a:cxnLst/>
              <a:rect l="l" t="t" r="r" b="b"/>
              <a:pathLst>
                <a:path w="4973" h="1914" extrusionOk="0">
                  <a:moveTo>
                    <a:pt x="444" y="0"/>
                  </a:moveTo>
                  <a:lnTo>
                    <a:pt x="33" y="1710"/>
                  </a:lnTo>
                  <a:cubicBezTo>
                    <a:pt x="1" y="1774"/>
                    <a:pt x="33" y="1837"/>
                    <a:pt x="64" y="1869"/>
                  </a:cubicBezTo>
                  <a:cubicBezTo>
                    <a:pt x="109" y="1891"/>
                    <a:pt x="154" y="1914"/>
                    <a:pt x="199" y="1914"/>
                  </a:cubicBezTo>
                  <a:cubicBezTo>
                    <a:pt x="217" y="1914"/>
                    <a:pt x="236" y="1910"/>
                    <a:pt x="254" y="1901"/>
                  </a:cubicBezTo>
                  <a:lnTo>
                    <a:pt x="1774" y="1394"/>
                  </a:lnTo>
                  <a:lnTo>
                    <a:pt x="3199" y="1394"/>
                  </a:lnTo>
                  <a:lnTo>
                    <a:pt x="4751" y="1901"/>
                  </a:lnTo>
                  <a:lnTo>
                    <a:pt x="4783" y="1901"/>
                  </a:lnTo>
                  <a:cubicBezTo>
                    <a:pt x="4846" y="1901"/>
                    <a:pt x="4878" y="1901"/>
                    <a:pt x="4910" y="1869"/>
                  </a:cubicBezTo>
                  <a:cubicBezTo>
                    <a:pt x="4941" y="1837"/>
                    <a:pt x="4973" y="1742"/>
                    <a:pt x="4941" y="1710"/>
                  </a:cubicBezTo>
                  <a:lnTo>
                    <a:pt x="4466" y="0"/>
                  </a:lnTo>
                  <a:lnTo>
                    <a:pt x="4118" y="95"/>
                  </a:lnTo>
                  <a:lnTo>
                    <a:pt x="4530" y="1489"/>
                  </a:lnTo>
                  <a:lnTo>
                    <a:pt x="3294" y="1077"/>
                  </a:lnTo>
                  <a:lnTo>
                    <a:pt x="1711" y="1077"/>
                  </a:lnTo>
                  <a:lnTo>
                    <a:pt x="444" y="1489"/>
                  </a:lnTo>
                  <a:lnTo>
                    <a:pt x="793" y="95"/>
                  </a:lnTo>
                  <a:lnTo>
                    <a:pt x="444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5" name="Google Shape;3605;p36"/>
            <p:cNvSpPr/>
            <p:nvPr/>
          </p:nvSpPr>
          <p:spPr>
            <a:xfrm>
              <a:off x="3753375" y="2426375"/>
              <a:ext cx="29325" cy="19825"/>
            </a:xfrm>
            <a:custGeom>
              <a:avLst/>
              <a:gdLst/>
              <a:ahLst/>
              <a:cxnLst/>
              <a:rect l="l" t="t" r="r" b="b"/>
              <a:pathLst>
                <a:path w="1173" h="793" extrusionOk="0">
                  <a:moveTo>
                    <a:pt x="1" y="1"/>
                  </a:moveTo>
                  <a:lnTo>
                    <a:pt x="1" y="507"/>
                  </a:lnTo>
                  <a:cubicBezTo>
                    <a:pt x="1" y="666"/>
                    <a:pt x="127" y="793"/>
                    <a:pt x="286" y="793"/>
                  </a:cubicBezTo>
                  <a:lnTo>
                    <a:pt x="887" y="793"/>
                  </a:lnTo>
                  <a:cubicBezTo>
                    <a:pt x="1046" y="793"/>
                    <a:pt x="1172" y="666"/>
                    <a:pt x="1172" y="507"/>
                  </a:cubicBezTo>
                  <a:lnTo>
                    <a:pt x="1172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6" name="Google Shape;3606;p36"/>
            <p:cNvSpPr/>
            <p:nvPr/>
          </p:nvSpPr>
          <p:spPr>
            <a:xfrm>
              <a:off x="3748625" y="2426375"/>
              <a:ext cx="38825" cy="23775"/>
            </a:xfrm>
            <a:custGeom>
              <a:avLst/>
              <a:gdLst/>
              <a:ahLst/>
              <a:cxnLst/>
              <a:rect l="l" t="t" r="r" b="b"/>
              <a:pathLst>
                <a:path w="1553" h="951" extrusionOk="0">
                  <a:moveTo>
                    <a:pt x="1" y="1"/>
                  </a:moveTo>
                  <a:lnTo>
                    <a:pt x="1" y="507"/>
                  </a:lnTo>
                  <a:cubicBezTo>
                    <a:pt x="1" y="761"/>
                    <a:pt x="222" y="951"/>
                    <a:pt x="476" y="951"/>
                  </a:cubicBezTo>
                  <a:lnTo>
                    <a:pt x="1077" y="951"/>
                  </a:lnTo>
                  <a:cubicBezTo>
                    <a:pt x="1331" y="951"/>
                    <a:pt x="1552" y="761"/>
                    <a:pt x="1552" y="507"/>
                  </a:cubicBezTo>
                  <a:lnTo>
                    <a:pt x="1552" y="1"/>
                  </a:lnTo>
                  <a:lnTo>
                    <a:pt x="1204" y="1"/>
                  </a:lnTo>
                  <a:lnTo>
                    <a:pt x="1204" y="507"/>
                  </a:lnTo>
                  <a:cubicBezTo>
                    <a:pt x="1204" y="571"/>
                    <a:pt x="1141" y="634"/>
                    <a:pt x="1077" y="634"/>
                  </a:cubicBezTo>
                  <a:lnTo>
                    <a:pt x="476" y="634"/>
                  </a:lnTo>
                  <a:cubicBezTo>
                    <a:pt x="412" y="634"/>
                    <a:pt x="349" y="571"/>
                    <a:pt x="349" y="507"/>
                  </a:cubicBezTo>
                  <a:lnTo>
                    <a:pt x="349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7" name="Google Shape;3607;p36"/>
            <p:cNvSpPr/>
            <p:nvPr/>
          </p:nvSpPr>
          <p:spPr>
            <a:xfrm>
              <a:off x="3753375" y="2446175"/>
              <a:ext cx="31700" cy="80175"/>
            </a:xfrm>
            <a:custGeom>
              <a:avLst/>
              <a:gdLst/>
              <a:ahLst/>
              <a:cxnLst/>
              <a:rect l="l" t="t" r="r" b="b"/>
              <a:pathLst>
                <a:path w="1268" h="3207" extrusionOk="0">
                  <a:moveTo>
                    <a:pt x="286" y="1"/>
                  </a:moveTo>
                  <a:lnTo>
                    <a:pt x="1" y="2566"/>
                  </a:lnTo>
                  <a:cubicBezTo>
                    <a:pt x="1" y="2661"/>
                    <a:pt x="32" y="2756"/>
                    <a:pt x="96" y="2819"/>
                  </a:cubicBezTo>
                  <a:lnTo>
                    <a:pt x="412" y="3136"/>
                  </a:lnTo>
                  <a:cubicBezTo>
                    <a:pt x="476" y="3183"/>
                    <a:pt x="539" y="3207"/>
                    <a:pt x="602" y="3207"/>
                  </a:cubicBezTo>
                  <a:cubicBezTo>
                    <a:pt x="666" y="3207"/>
                    <a:pt x="729" y="3183"/>
                    <a:pt x="792" y="3136"/>
                  </a:cubicBezTo>
                  <a:lnTo>
                    <a:pt x="1141" y="2819"/>
                  </a:lnTo>
                  <a:cubicBezTo>
                    <a:pt x="1204" y="2756"/>
                    <a:pt x="1267" y="2661"/>
                    <a:pt x="1236" y="2566"/>
                  </a:cubicBezTo>
                  <a:lnTo>
                    <a:pt x="951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8" name="Google Shape;3608;p36"/>
            <p:cNvSpPr/>
            <p:nvPr/>
          </p:nvSpPr>
          <p:spPr>
            <a:xfrm>
              <a:off x="3748625" y="2445375"/>
              <a:ext cx="40400" cy="84750"/>
            </a:xfrm>
            <a:custGeom>
              <a:avLst/>
              <a:gdLst/>
              <a:ahLst/>
              <a:cxnLst/>
              <a:rect l="l" t="t" r="r" b="b"/>
              <a:pathLst>
                <a:path w="1616" h="3390" extrusionOk="0">
                  <a:moveTo>
                    <a:pt x="317" y="1"/>
                  </a:moveTo>
                  <a:lnTo>
                    <a:pt x="32" y="2566"/>
                  </a:lnTo>
                  <a:cubicBezTo>
                    <a:pt x="1" y="2724"/>
                    <a:pt x="64" y="2883"/>
                    <a:pt x="191" y="2978"/>
                  </a:cubicBezTo>
                  <a:lnTo>
                    <a:pt x="507" y="3294"/>
                  </a:lnTo>
                  <a:cubicBezTo>
                    <a:pt x="602" y="3358"/>
                    <a:pt x="697" y="3389"/>
                    <a:pt x="792" y="3389"/>
                  </a:cubicBezTo>
                  <a:cubicBezTo>
                    <a:pt x="887" y="3389"/>
                    <a:pt x="982" y="3358"/>
                    <a:pt x="1077" y="3294"/>
                  </a:cubicBezTo>
                  <a:lnTo>
                    <a:pt x="1426" y="2978"/>
                  </a:lnTo>
                  <a:cubicBezTo>
                    <a:pt x="1552" y="2883"/>
                    <a:pt x="1616" y="2724"/>
                    <a:pt x="1584" y="2566"/>
                  </a:cubicBezTo>
                  <a:lnTo>
                    <a:pt x="1299" y="1"/>
                  </a:lnTo>
                  <a:lnTo>
                    <a:pt x="951" y="64"/>
                  </a:lnTo>
                  <a:lnTo>
                    <a:pt x="1267" y="2598"/>
                  </a:lnTo>
                  <a:cubicBezTo>
                    <a:pt x="1267" y="2629"/>
                    <a:pt x="1236" y="2693"/>
                    <a:pt x="1204" y="2693"/>
                  </a:cubicBezTo>
                  <a:cubicBezTo>
                    <a:pt x="1204" y="2693"/>
                    <a:pt x="1204" y="2724"/>
                    <a:pt x="1204" y="2724"/>
                  </a:cubicBezTo>
                  <a:lnTo>
                    <a:pt x="856" y="3041"/>
                  </a:lnTo>
                  <a:cubicBezTo>
                    <a:pt x="840" y="3057"/>
                    <a:pt x="816" y="3065"/>
                    <a:pt x="792" y="3065"/>
                  </a:cubicBezTo>
                  <a:cubicBezTo>
                    <a:pt x="769" y="3065"/>
                    <a:pt x="745" y="3057"/>
                    <a:pt x="729" y="3041"/>
                  </a:cubicBezTo>
                  <a:lnTo>
                    <a:pt x="412" y="2724"/>
                  </a:lnTo>
                  <a:cubicBezTo>
                    <a:pt x="412" y="2724"/>
                    <a:pt x="412" y="2693"/>
                    <a:pt x="412" y="2693"/>
                  </a:cubicBezTo>
                  <a:cubicBezTo>
                    <a:pt x="381" y="2693"/>
                    <a:pt x="349" y="2629"/>
                    <a:pt x="349" y="2598"/>
                  </a:cubicBezTo>
                  <a:lnTo>
                    <a:pt x="666" y="33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9" name="Google Shape;3609;p36"/>
            <p:cNvSpPr/>
            <p:nvPr/>
          </p:nvSpPr>
          <p:spPr>
            <a:xfrm>
              <a:off x="3709050" y="2295750"/>
              <a:ext cx="117975" cy="133025"/>
            </a:xfrm>
            <a:custGeom>
              <a:avLst/>
              <a:gdLst/>
              <a:ahLst/>
              <a:cxnLst/>
              <a:rect l="l" t="t" r="r" b="b"/>
              <a:pathLst>
                <a:path w="4719" h="5321" extrusionOk="0">
                  <a:moveTo>
                    <a:pt x="2344" y="0"/>
                  </a:moveTo>
                  <a:cubicBezTo>
                    <a:pt x="1045" y="0"/>
                    <a:pt x="0" y="1046"/>
                    <a:pt x="0" y="2376"/>
                  </a:cubicBezTo>
                  <a:cubicBezTo>
                    <a:pt x="0" y="3674"/>
                    <a:pt x="1045" y="5321"/>
                    <a:pt x="2344" y="5321"/>
                  </a:cubicBezTo>
                  <a:cubicBezTo>
                    <a:pt x="3674" y="5321"/>
                    <a:pt x="4719" y="3674"/>
                    <a:pt x="4719" y="2376"/>
                  </a:cubicBezTo>
                  <a:cubicBezTo>
                    <a:pt x="4719" y="1077"/>
                    <a:pt x="3674" y="0"/>
                    <a:pt x="234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0" name="Google Shape;3610;p36"/>
            <p:cNvSpPr/>
            <p:nvPr/>
          </p:nvSpPr>
          <p:spPr>
            <a:xfrm>
              <a:off x="3704300" y="2291800"/>
              <a:ext cx="127475" cy="140950"/>
            </a:xfrm>
            <a:custGeom>
              <a:avLst/>
              <a:gdLst/>
              <a:ahLst/>
              <a:cxnLst/>
              <a:rect l="l" t="t" r="r" b="b"/>
              <a:pathLst>
                <a:path w="5099" h="5638" extrusionOk="0">
                  <a:moveTo>
                    <a:pt x="2534" y="348"/>
                  </a:moveTo>
                  <a:cubicBezTo>
                    <a:pt x="3769" y="348"/>
                    <a:pt x="4751" y="1330"/>
                    <a:pt x="4751" y="2534"/>
                  </a:cubicBezTo>
                  <a:cubicBezTo>
                    <a:pt x="4751" y="3769"/>
                    <a:pt x="3737" y="5320"/>
                    <a:pt x="2534" y="5320"/>
                  </a:cubicBezTo>
                  <a:cubicBezTo>
                    <a:pt x="1362" y="5320"/>
                    <a:pt x="349" y="3769"/>
                    <a:pt x="349" y="2534"/>
                  </a:cubicBezTo>
                  <a:cubicBezTo>
                    <a:pt x="349" y="1330"/>
                    <a:pt x="1330" y="348"/>
                    <a:pt x="2534" y="348"/>
                  </a:cubicBezTo>
                  <a:close/>
                  <a:moveTo>
                    <a:pt x="2534" y="0"/>
                  </a:moveTo>
                  <a:cubicBezTo>
                    <a:pt x="1140" y="0"/>
                    <a:pt x="0" y="1140"/>
                    <a:pt x="0" y="2534"/>
                  </a:cubicBezTo>
                  <a:cubicBezTo>
                    <a:pt x="0" y="3959"/>
                    <a:pt x="1140" y="5637"/>
                    <a:pt x="2534" y="5637"/>
                  </a:cubicBezTo>
                  <a:cubicBezTo>
                    <a:pt x="3959" y="5637"/>
                    <a:pt x="5099" y="3927"/>
                    <a:pt x="5099" y="2534"/>
                  </a:cubicBezTo>
                  <a:cubicBezTo>
                    <a:pt x="5099" y="1140"/>
                    <a:pt x="3959" y="0"/>
                    <a:pt x="253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1" name="Google Shape;3611;p36"/>
            <p:cNvSpPr/>
            <p:nvPr/>
          </p:nvSpPr>
          <p:spPr>
            <a:xfrm>
              <a:off x="3975075" y="2114000"/>
              <a:ext cx="166275" cy="104975"/>
            </a:xfrm>
            <a:custGeom>
              <a:avLst/>
              <a:gdLst/>
              <a:ahLst/>
              <a:cxnLst/>
              <a:rect l="l" t="t" r="r" b="b"/>
              <a:pathLst>
                <a:path w="6651" h="4199" extrusionOk="0">
                  <a:moveTo>
                    <a:pt x="5025" y="1"/>
                  </a:moveTo>
                  <a:cubicBezTo>
                    <a:pt x="4541" y="1"/>
                    <a:pt x="4006" y="66"/>
                    <a:pt x="3515" y="272"/>
                  </a:cubicBezTo>
                  <a:cubicBezTo>
                    <a:pt x="3325" y="367"/>
                    <a:pt x="3104" y="462"/>
                    <a:pt x="2945" y="588"/>
                  </a:cubicBezTo>
                  <a:cubicBezTo>
                    <a:pt x="1298" y="1665"/>
                    <a:pt x="0" y="2203"/>
                    <a:pt x="0" y="2203"/>
                  </a:cubicBezTo>
                  <a:lnTo>
                    <a:pt x="760" y="3502"/>
                  </a:lnTo>
                  <a:cubicBezTo>
                    <a:pt x="760" y="3502"/>
                    <a:pt x="1140" y="4072"/>
                    <a:pt x="1678" y="4104"/>
                  </a:cubicBezTo>
                  <a:cubicBezTo>
                    <a:pt x="1692" y="4104"/>
                    <a:pt x="1705" y="4105"/>
                    <a:pt x="1717" y="4105"/>
                  </a:cubicBezTo>
                  <a:cubicBezTo>
                    <a:pt x="2250" y="4105"/>
                    <a:pt x="2280" y="3470"/>
                    <a:pt x="2280" y="3470"/>
                  </a:cubicBezTo>
                  <a:cubicBezTo>
                    <a:pt x="2280" y="3470"/>
                    <a:pt x="2470" y="4167"/>
                    <a:pt x="3199" y="4199"/>
                  </a:cubicBezTo>
                  <a:lnTo>
                    <a:pt x="3072" y="3502"/>
                  </a:lnTo>
                  <a:lnTo>
                    <a:pt x="3072" y="3502"/>
                  </a:lnTo>
                  <a:cubicBezTo>
                    <a:pt x="3072" y="3502"/>
                    <a:pt x="3439" y="3912"/>
                    <a:pt x="3853" y="3912"/>
                  </a:cubicBezTo>
                  <a:cubicBezTo>
                    <a:pt x="3940" y="3912"/>
                    <a:pt x="4029" y="3894"/>
                    <a:pt x="4117" y="3850"/>
                  </a:cubicBezTo>
                  <a:lnTo>
                    <a:pt x="3832" y="3122"/>
                  </a:lnTo>
                  <a:lnTo>
                    <a:pt x="3832" y="3122"/>
                  </a:lnTo>
                  <a:cubicBezTo>
                    <a:pt x="3832" y="3122"/>
                    <a:pt x="4318" y="3487"/>
                    <a:pt x="4772" y="3487"/>
                  </a:cubicBezTo>
                  <a:cubicBezTo>
                    <a:pt x="4886" y="3487"/>
                    <a:pt x="4997" y="3464"/>
                    <a:pt x="5099" y="3407"/>
                  </a:cubicBezTo>
                  <a:lnTo>
                    <a:pt x="4529" y="2710"/>
                  </a:lnTo>
                  <a:lnTo>
                    <a:pt x="4529" y="2710"/>
                  </a:lnTo>
                  <a:cubicBezTo>
                    <a:pt x="4529" y="2710"/>
                    <a:pt x="4957" y="2861"/>
                    <a:pt x="5352" y="2861"/>
                  </a:cubicBezTo>
                  <a:cubicBezTo>
                    <a:pt x="5610" y="2861"/>
                    <a:pt x="5854" y="2796"/>
                    <a:pt x="5954" y="2583"/>
                  </a:cubicBezTo>
                  <a:lnTo>
                    <a:pt x="4750" y="2013"/>
                  </a:lnTo>
                  <a:lnTo>
                    <a:pt x="4750" y="2013"/>
                  </a:lnTo>
                  <a:cubicBezTo>
                    <a:pt x="4750" y="2013"/>
                    <a:pt x="4787" y="2015"/>
                    <a:pt x="4849" y="2015"/>
                  </a:cubicBezTo>
                  <a:cubicBezTo>
                    <a:pt x="5174" y="2015"/>
                    <a:pt x="6201" y="1970"/>
                    <a:pt x="6334" y="1412"/>
                  </a:cubicBezTo>
                  <a:lnTo>
                    <a:pt x="4687" y="1190"/>
                  </a:lnTo>
                  <a:cubicBezTo>
                    <a:pt x="4687" y="1190"/>
                    <a:pt x="6651" y="968"/>
                    <a:pt x="6587" y="208"/>
                  </a:cubicBezTo>
                  <a:cubicBezTo>
                    <a:pt x="6587" y="208"/>
                    <a:pt x="5887" y="1"/>
                    <a:pt x="502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2" name="Google Shape;3612;p36"/>
            <p:cNvSpPr/>
            <p:nvPr/>
          </p:nvSpPr>
          <p:spPr>
            <a:xfrm>
              <a:off x="3970300" y="2110050"/>
              <a:ext cx="174225" cy="112875"/>
            </a:xfrm>
            <a:custGeom>
              <a:avLst/>
              <a:gdLst/>
              <a:ahLst/>
              <a:cxnLst/>
              <a:rect l="l" t="t" r="r" b="b"/>
              <a:pathLst>
                <a:path w="6969" h="4515" extrusionOk="0">
                  <a:moveTo>
                    <a:pt x="5207" y="334"/>
                  </a:moveTo>
                  <a:cubicBezTo>
                    <a:pt x="5811" y="334"/>
                    <a:pt x="6337" y="439"/>
                    <a:pt x="6588" y="493"/>
                  </a:cubicBezTo>
                  <a:cubicBezTo>
                    <a:pt x="6556" y="525"/>
                    <a:pt x="6556" y="556"/>
                    <a:pt x="6525" y="556"/>
                  </a:cubicBezTo>
                  <a:cubicBezTo>
                    <a:pt x="6240" y="936"/>
                    <a:pt x="5226" y="1126"/>
                    <a:pt x="4846" y="1158"/>
                  </a:cubicBezTo>
                  <a:cubicBezTo>
                    <a:pt x="4783" y="1158"/>
                    <a:pt x="4688" y="1253"/>
                    <a:pt x="4688" y="1316"/>
                  </a:cubicBezTo>
                  <a:cubicBezTo>
                    <a:pt x="4688" y="1411"/>
                    <a:pt x="4751" y="1475"/>
                    <a:pt x="4846" y="1506"/>
                  </a:cubicBezTo>
                  <a:lnTo>
                    <a:pt x="6240" y="1696"/>
                  </a:lnTo>
                  <a:cubicBezTo>
                    <a:pt x="6010" y="1926"/>
                    <a:pt x="5492" y="1991"/>
                    <a:pt x="5150" y="1991"/>
                  </a:cubicBezTo>
                  <a:cubicBezTo>
                    <a:pt x="5068" y="1991"/>
                    <a:pt x="4997" y="1988"/>
                    <a:pt x="4941" y="1981"/>
                  </a:cubicBezTo>
                  <a:cubicBezTo>
                    <a:pt x="4878" y="1981"/>
                    <a:pt x="4783" y="2045"/>
                    <a:pt x="4783" y="2140"/>
                  </a:cubicBezTo>
                  <a:cubicBezTo>
                    <a:pt x="4751" y="2203"/>
                    <a:pt x="4783" y="2298"/>
                    <a:pt x="4878" y="2330"/>
                  </a:cubicBezTo>
                  <a:lnTo>
                    <a:pt x="5860" y="2773"/>
                  </a:lnTo>
                  <a:cubicBezTo>
                    <a:pt x="5774" y="2811"/>
                    <a:pt x="5668" y="2826"/>
                    <a:pt x="5554" y="2826"/>
                  </a:cubicBezTo>
                  <a:cubicBezTo>
                    <a:pt x="5290" y="2826"/>
                    <a:pt x="4982" y="2745"/>
                    <a:pt x="4783" y="2678"/>
                  </a:cubicBezTo>
                  <a:cubicBezTo>
                    <a:pt x="4720" y="2678"/>
                    <a:pt x="4625" y="2678"/>
                    <a:pt x="4593" y="2741"/>
                  </a:cubicBezTo>
                  <a:cubicBezTo>
                    <a:pt x="4530" y="2805"/>
                    <a:pt x="4561" y="2900"/>
                    <a:pt x="4593" y="2963"/>
                  </a:cubicBezTo>
                  <a:lnTo>
                    <a:pt x="5005" y="3470"/>
                  </a:lnTo>
                  <a:cubicBezTo>
                    <a:pt x="4986" y="3472"/>
                    <a:pt x="4968" y="3473"/>
                    <a:pt x="4949" y="3473"/>
                  </a:cubicBezTo>
                  <a:cubicBezTo>
                    <a:pt x="4641" y="3473"/>
                    <a:pt x="4267" y="3243"/>
                    <a:pt x="4118" y="3153"/>
                  </a:cubicBezTo>
                  <a:cubicBezTo>
                    <a:pt x="4102" y="3121"/>
                    <a:pt x="4070" y="3106"/>
                    <a:pt x="4035" y="3106"/>
                  </a:cubicBezTo>
                  <a:cubicBezTo>
                    <a:pt x="3999" y="3106"/>
                    <a:pt x="3960" y="3121"/>
                    <a:pt x="3928" y="3153"/>
                  </a:cubicBezTo>
                  <a:cubicBezTo>
                    <a:pt x="3865" y="3185"/>
                    <a:pt x="3833" y="3280"/>
                    <a:pt x="3865" y="3343"/>
                  </a:cubicBezTo>
                  <a:lnTo>
                    <a:pt x="4055" y="3913"/>
                  </a:lnTo>
                  <a:cubicBezTo>
                    <a:pt x="3738" y="3913"/>
                    <a:pt x="3390" y="3565"/>
                    <a:pt x="3390" y="3565"/>
                  </a:cubicBezTo>
                  <a:cubicBezTo>
                    <a:pt x="3366" y="3518"/>
                    <a:pt x="3309" y="3489"/>
                    <a:pt x="3255" y="3489"/>
                  </a:cubicBezTo>
                  <a:cubicBezTo>
                    <a:pt x="3236" y="3489"/>
                    <a:pt x="3217" y="3493"/>
                    <a:pt x="3200" y="3501"/>
                  </a:cubicBezTo>
                  <a:cubicBezTo>
                    <a:pt x="3136" y="3533"/>
                    <a:pt x="3105" y="3628"/>
                    <a:pt x="3105" y="3691"/>
                  </a:cubicBezTo>
                  <a:lnTo>
                    <a:pt x="3200" y="4135"/>
                  </a:lnTo>
                  <a:cubicBezTo>
                    <a:pt x="2788" y="4040"/>
                    <a:pt x="2630" y="3596"/>
                    <a:pt x="2630" y="3596"/>
                  </a:cubicBezTo>
                  <a:cubicBezTo>
                    <a:pt x="2598" y="3501"/>
                    <a:pt x="2535" y="3470"/>
                    <a:pt x="2471" y="3470"/>
                  </a:cubicBezTo>
                  <a:cubicBezTo>
                    <a:pt x="2471" y="3470"/>
                    <a:pt x="2440" y="3470"/>
                    <a:pt x="2440" y="3438"/>
                  </a:cubicBezTo>
                  <a:cubicBezTo>
                    <a:pt x="2345" y="3470"/>
                    <a:pt x="2281" y="3533"/>
                    <a:pt x="2281" y="3628"/>
                  </a:cubicBezTo>
                  <a:cubicBezTo>
                    <a:pt x="2281" y="3628"/>
                    <a:pt x="2249" y="4103"/>
                    <a:pt x="1901" y="4103"/>
                  </a:cubicBezTo>
                  <a:cubicBezTo>
                    <a:pt x="1426" y="4072"/>
                    <a:pt x="1109" y="3565"/>
                    <a:pt x="1109" y="3565"/>
                  </a:cubicBezTo>
                  <a:lnTo>
                    <a:pt x="413" y="2425"/>
                  </a:lnTo>
                  <a:cubicBezTo>
                    <a:pt x="856" y="2235"/>
                    <a:pt x="1933" y="1728"/>
                    <a:pt x="3231" y="873"/>
                  </a:cubicBezTo>
                  <a:cubicBezTo>
                    <a:pt x="3358" y="778"/>
                    <a:pt x="3580" y="683"/>
                    <a:pt x="3770" y="588"/>
                  </a:cubicBezTo>
                  <a:cubicBezTo>
                    <a:pt x="4236" y="396"/>
                    <a:pt x="4745" y="334"/>
                    <a:pt x="5207" y="334"/>
                  </a:cubicBezTo>
                  <a:close/>
                  <a:moveTo>
                    <a:pt x="5273" y="0"/>
                  </a:moveTo>
                  <a:cubicBezTo>
                    <a:pt x="4756" y="0"/>
                    <a:pt x="4176" y="73"/>
                    <a:pt x="3643" y="303"/>
                  </a:cubicBezTo>
                  <a:cubicBezTo>
                    <a:pt x="3421" y="398"/>
                    <a:pt x="3200" y="493"/>
                    <a:pt x="3041" y="588"/>
                  </a:cubicBezTo>
                  <a:cubicBezTo>
                    <a:pt x="1426" y="1665"/>
                    <a:pt x="128" y="2203"/>
                    <a:pt x="128" y="2203"/>
                  </a:cubicBezTo>
                  <a:cubicBezTo>
                    <a:pt x="64" y="2235"/>
                    <a:pt x="33" y="2266"/>
                    <a:pt x="1" y="2298"/>
                  </a:cubicBezTo>
                  <a:cubicBezTo>
                    <a:pt x="1" y="2361"/>
                    <a:pt x="1" y="2393"/>
                    <a:pt x="33" y="2456"/>
                  </a:cubicBezTo>
                  <a:lnTo>
                    <a:pt x="824" y="3755"/>
                  </a:lnTo>
                  <a:cubicBezTo>
                    <a:pt x="824" y="3787"/>
                    <a:pt x="1236" y="4420"/>
                    <a:pt x="1869" y="4452"/>
                  </a:cubicBezTo>
                  <a:cubicBezTo>
                    <a:pt x="2186" y="4452"/>
                    <a:pt x="2408" y="4293"/>
                    <a:pt x="2503" y="4072"/>
                  </a:cubicBezTo>
                  <a:cubicBezTo>
                    <a:pt x="2693" y="4293"/>
                    <a:pt x="2978" y="4515"/>
                    <a:pt x="3390" y="4515"/>
                  </a:cubicBezTo>
                  <a:cubicBezTo>
                    <a:pt x="3453" y="4515"/>
                    <a:pt x="3485" y="4483"/>
                    <a:pt x="3548" y="4452"/>
                  </a:cubicBezTo>
                  <a:cubicBezTo>
                    <a:pt x="3580" y="4420"/>
                    <a:pt x="3580" y="4388"/>
                    <a:pt x="3580" y="4325"/>
                  </a:cubicBezTo>
                  <a:lnTo>
                    <a:pt x="3516" y="4103"/>
                  </a:lnTo>
                  <a:lnTo>
                    <a:pt x="3516" y="4103"/>
                  </a:lnTo>
                  <a:cubicBezTo>
                    <a:pt x="3685" y="4188"/>
                    <a:pt x="3868" y="4258"/>
                    <a:pt x="4065" y="4258"/>
                  </a:cubicBezTo>
                  <a:cubicBezTo>
                    <a:pt x="4164" y="4258"/>
                    <a:pt x="4266" y="4240"/>
                    <a:pt x="4371" y="4198"/>
                  </a:cubicBezTo>
                  <a:cubicBezTo>
                    <a:pt x="4466" y="4167"/>
                    <a:pt x="4498" y="4072"/>
                    <a:pt x="4466" y="3977"/>
                  </a:cubicBezTo>
                  <a:lnTo>
                    <a:pt x="4340" y="3691"/>
                  </a:lnTo>
                  <a:lnTo>
                    <a:pt x="4340" y="3691"/>
                  </a:lnTo>
                  <a:cubicBezTo>
                    <a:pt x="4527" y="3767"/>
                    <a:pt x="4749" y="3831"/>
                    <a:pt x="4964" y="3831"/>
                  </a:cubicBezTo>
                  <a:cubicBezTo>
                    <a:pt x="5111" y="3831"/>
                    <a:pt x="5256" y="3800"/>
                    <a:pt x="5385" y="3723"/>
                  </a:cubicBezTo>
                  <a:cubicBezTo>
                    <a:pt x="5448" y="3691"/>
                    <a:pt x="5480" y="3660"/>
                    <a:pt x="5480" y="3596"/>
                  </a:cubicBezTo>
                  <a:cubicBezTo>
                    <a:pt x="5480" y="3565"/>
                    <a:pt x="5480" y="3501"/>
                    <a:pt x="5448" y="3470"/>
                  </a:cubicBezTo>
                  <a:lnTo>
                    <a:pt x="5195" y="3153"/>
                  </a:lnTo>
                  <a:lnTo>
                    <a:pt x="5195" y="3153"/>
                  </a:lnTo>
                  <a:cubicBezTo>
                    <a:pt x="5314" y="3181"/>
                    <a:pt x="5442" y="3198"/>
                    <a:pt x="5568" y="3198"/>
                  </a:cubicBezTo>
                  <a:cubicBezTo>
                    <a:pt x="5874" y="3198"/>
                    <a:pt x="6168" y="3097"/>
                    <a:pt x="6303" y="2805"/>
                  </a:cubicBezTo>
                  <a:cubicBezTo>
                    <a:pt x="6335" y="2741"/>
                    <a:pt x="6303" y="2646"/>
                    <a:pt x="6208" y="2583"/>
                  </a:cubicBezTo>
                  <a:lnTo>
                    <a:pt x="5638" y="2330"/>
                  </a:lnTo>
                  <a:cubicBezTo>
                    <a:pt x="6081" y="2235"/>
                    <a:pt x="6588" y="2076"/>
                    <a:pt x="6683" y="1601"/>
                  </a:cubicBezTo>
                  <a:cubicBezTo>
                    <a:pt x="6683" y="1570"/>
                    <a:pt x="6683" y="1506"/>
                    <a:pt x="6651" y="1475"/>
                  </a:cubicBezTo>
                  <a:cubicBezTo>
                    <a:pt x="6620" y="1443"/>
                    <a:pt x="6588" y="1411"/>
                    <a:pt x="6556" y="1411"/>
                  </a:cubicBezTo>
                  <a:lnTo>
                    <a:pt x="5891" y="1316"/>
                  </a:lnTo>
                  <a:cubicBezTo>
                    <a:pt x="6240" y="1190"/>
                    <a:pt x="6620" y="1031"/>
                    <a:pt x="6810" y="810"/>
                  </a:cubicBezTo>
                  <a:cubicBezTo>
                    <a:pt x="6905" y="651"/>
                    <a:pt x="6968" y="525"/>
                    <a:pt x="6937" y="366"/>
                  </a:cubicBezTo>
                  <a:cubicBezTo>
                    <a:pt x="6937" y="303"/>
                    <a:pt x="6873" y="240"/>
                    <a:pt x="6810" y="208"/>
                  </a:cubicBezTo>
                  <a:cubicBezTo>
                    <a:pt x="6771" y="188"/>
                    <a:pt x="6105" y="0"/>
                    <a:pt x="527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3" name="Google Shape;3613;p36"/>
            <p:cNvSpPr/>
            <p:nvPr/>
          </p:nvSpPr>
          <p:spPr>
            <a:xfrm>
              <a:off x="3802475" y="2114000"/>
              <a:ext cx="167075" cy="104975"/>
            </a:xfrm>
            <a:custGeom>
              <a:avLst/>
              <a:gdLst/>
              <a:ahLst/>
              <a:cxnLst/>
              <a:rect l="l" t="t" r="r" b="b"/>
              <a:pathLst>
                <a:path w="6683" h="4199" extrusionOk="0">
                  <a:moveTo>
                    <a:pt x="1635" y="1"/>
                  </a:moveTo>
                  <a:cubicBezTo>
                    <a:pt x="783" y="1"/>
                    <a:pt x="95" y="208"/>
                    <a:pt x="95" y="208"/>
                  </a:cubicBezTo>
                  <a:cubicBezTo>
                    <a:pt x="0" y="968"/>
                    <a:pt x="1964" y="1190"/>
                    <a:pt x="1964" y="1190"/>
                  </a:cubicBezTo>
                  <a:lnTo>
                    <a:pt x="349" y="1412"/>
                  </a:lnTo>
                  <a:cubicBezTo>
                    <a:pt x="455" y="1970"/>
                    <a:pt x="1478" y="2015"/>
                    <a:pt x="1802" y="2015"/>
                  </a:cubicBezTo>
                  <a:cubicBezTo>
                    <a:pt x="1864" y="2015"/>
                    <a:pt x="1900" y="2013"/>
                    <a:pt x="1900" y="2013"/>
                  </a:cubicBezTo>
                  <a:lnTo>
                    <a:pt x="1900" y="2013"/>
                  </a:lnTo>
                  <a:lnTo>
                    <a:pt x="729" y="2583"/>
                  </a:lnTo>
                  <a:cubicBezTo>
                    <a:pt x="816" y="2796"/>
                    <a:pt x="1052" y="2861"/>
                    <a:pt x="1306" y="2861"/>
                  </a:cubicBezTo>
                  <a:cubicBezTo>
                    <a:pt x="1694" y="2861"/>
                    <a:pt x="2122" y="2710"/>
                    <a:pt x="2122" y="2710"/>
                  </a:cubicBezTo>
                  <a:lnTo>
                    <a:pt x="2122" y="2710"/>
                  </a:lnTo>
                  <a:lnTo>
                    <a:pt x="1552" y="3407"/>
                  </a:lnTo>
                  <a:cubicBezTo>
                    <a:pt x="1653" y="3464"/>
                    <a:pt x="1765" y="3487"/>
                    <a:pt x="1878" y="3487"/>
                  </a:cubicBezTo>
                  <a:cubicBezTo>
                    <a:pt x="2332" y="3487"/>
                    <a:pt x="2819" y="3122"/>
                    <a:pt x="2819" y="3122"/>
                  </a:cubicBezTo>
                  <a:lnTo>
                    <a:pt x="2819" y="3122"/>
                  </a:lnTo>
                  <a:lnTo>
                    <a:pt x="2565" y="3850"/>
                  </a:lnTo>
                  <a:cubicBezTo>
                    <a:pt x="2653" y="3894"/>
                    <a:pt x="2742" y="3912"/>
                    <a:pt x="2827" y="3912"/>
                  </a:cubicBezTo>
                  <a:cubicBezTo>
                    <a:pt x="3233" y="3912"/>
                    <a:pt x="3579" y="3502"/>
                    <a:pt x="3579" y="3502"/>
                  </a:cubicBezTo>
                  <a:lnTo>
                    <a:pt x="3579" y="3502"/>
                  </a:lnTo>
                  <a:lnTo>
                    <a:pt x="3452" y="4199"/>
                  </a:lnTo>
                  <a:cubicBezTo>
                    <a:pt x="4180" y="4167"/>
                    <a:pt x="4402" y="3470"/>
                    <a:pt x="4402" y="3470"/>
                  </a:cubicBezTo>
                  <a:cubicBezTo>
                    <a:pt x="4402" y="3470"/>
                    <a:pt x="4432" y="4105"/>
                    <a:pt x="4935" y="4105"/>
                  </a:cubicBezTo>
                  <a:cubicBezTo>
                    <a:pt x="4947" y="4105"/>
                    <a:pt x="4960" y="4104"/>
                    <a:pt x="4972" y="4104"/>
                  </a:cubicBezTo>
                  <a:cubicBezTo>
                    <a:pt x="5542" y="4072"/>
                    <a:pt x="5891" y="3502"/>
                    <a:pt x="5891" y="3502"/>
                  </a:cubicBezTo>
                  <a:lnTo>
                    <a:pt x="6682" y="2203"/>
                  </a:lnTo>
                  <a:cubicBezTo>
                    <a:pt x="6682" y="2203"/>
                    <a:pt x="5384" y="1665"/>
                    <a:pt x="3705" y="588"/>
                  </a:cubicBezTo>
                  <a:cubicBezTo>
                    <a:pt x="3547" y="462"/>
                    <a:pt x="3325" y="367"/>
                    <a:pt x="3135" y="272"/>
                  </a:cubicBezTo>
                  <a:cubicBezTo>
                    <a:pt x="2645" y="66"/>
                    <a:pt x="2114" y="1"/>
                    <a:pt x="163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4" name="Google Shape;3614;p36"/>
            <p:cNvSpPr/>
            <p:nvPr/>
          </p:nvSpPr>
          <p:spPr>
            <a:xfrm>
              <a:off x="3800100" y="2109500"/>
              <a:ext cx="174200" cy="113425"/>
            </a:xfrm>
            <a:custGeom>
              <a:avLst/>
              <a:gdLst/>
              <a:ahLst/>
              <a:cxnLst/>
              <a:rect l="l" t="t" r="r" b="b"/>
              <a:pathLst>
                <a:path w="6968" h="4537" extrusionOk="0">
                  <a:moveTo>
                    <a:pt x="1684" y="362"/>
                  </a:moveTo>
                  <a:cubicBezTo>
                    <a:pt x="2156" y="362"/>
                    <a:pt x="2684" y="429"/>
                    <a:pt x="3167" y="642"/>
                  </a:cubicBezTo>
                  <a:cubicBezTo>
                    <a:pt x="3389" y="705"/>
                    <a:pt x="3579" y="832"/>
                    <a:pt x="3705" y="927"/>
                  </a:cubicBezTo>
                  <a:cubicBezTo>
                    <a:pt x="5004" y="1750"/>
                    <a:pt x="6112" y="2288"/>
                    <a:pt x="6524" y="2478"/>
                  </a:cubicBezTo>
                  <a:lnTo>
                    <a:pt x="5827" y="3587"/>
                  </a:lnTo>
                  <a:cubicBezTo>
                    <a:pt x="5827" y="3587"/>
                    <a:pt x="5511" y="4094"/>
                    <a:pt x="5067" y="4125"/>
                  </a:cubicBezTo>
                  <a:cubicBezTo>
                    <a:pt x="5054" y="4126"/>
                    <a:pt x="5041" y="4127"/>
                    <a:pt x="5029" y="4127"/>
                  </a:cubicBezTo>
                  <a:cubicBezTo>
                    <a:pt x="4685" y="4127"/>
                    <a:pt x="4655" y="3711"/>
                    <a:pt x="4655" y="3650"/>
                  </a:cubicBezTo>
                  <a:cubicBezTo>
                    <a:pt x="4655" y="3555"/>
                    <a:pt x="4592" y="3492"/>
                    <a:pt x="4497" y="3492"/>
                  </a:cubicBezTo>
                  <a:cubicBezTo>
                    <a:pt x="4434" y="3492"/>
                    <a:pt x="4339" y="3523"/>
                    <a:pt x="4307" y="3618"/>
                  </a:cubicBezTo>
                  <a:cubicBezTo>
                    <a:pt x="4307" y="3618"/>
                    <a:pt x="4180" y="4062"/>
                    <a:pt x="3769" y="4157"/>
                  </a:cubicBezTo>
                  <a:lnTo>
                    <a:pt x="3832" y="3713"/>
                  </a:lnTo>
                  <a:cubicBezTo>
                    <a:pt x="3864" y="3650"/>
                    <a:pt x="3832" y="3587"/>
                    <a:pt x="3769" y="3555"/>
                  </a:cubicBezTo>
                  <a:cubicBezTo>
                    <a:pt x="3737" y="3523"/>
                    <a:pt x="3705" y="3523"/>
                    <a:pt x="3674" y="3523"/>
                  </a:cubicBezTo>
                  <a:cubicBezTo>
                    <a:pt x="3642" y="3523"/>
                    <a:pt x="3579" y="3555"/>
                    <a:pt x="3547" y="3587"/>
                  </a:cubicBezTo>
                  <a:cubicBezTo>
                    <a:pt x="3547" y="3587"/>
                    <a:pt x="3255" y="3937"/>
                    <a:pt x="2924" y="3937"/>
                  </a:cubicBezTo>
                  <a:cubicBezTo>
                    <a:pt x="2910" y="3937"/>
                    <a:pt x="2896" y="3936"/>
                    <a:pt x="2882" y="3935"/>
                  </a:cubicBezTo>
                  <a:lnTo>
                    <a:pt x="3072" y="3397"/>
                  </a:lnTo>
                  <a:cubicBezTo>
                    <a:pt x="3104" y="3302"/>
                    <a:pt x="3072" y="3238"/>
                    <a:pt x="3040" y="3175"/>
                  </a:cubicBezTo>
                  <a:cubicBezTo>
                    <a:pt x="3009" y="3159"/>
                    <a:pt x="2969" y="3151"/>
                    <a:pt x="2930" y="3151"/>
                  </a:cubicBezTo>
                  <a:cubicBezTo>
                    <a:pt x="2890" y="3151"/>
                    <a:pt x="2850" y="3159"/>
                    <a:pt x="2819" y="3175"/>
                  </a:cubicBezTo>
                  <a:cubicBezTo>
                    <a:pt x="2671" y="3294"/>
                    <a:pt x="2329" y="3495"/>
                    <a:pt x="2001" y="3495"/>
                  </a:cubicBezTo>
                  <a:cubicBezTo>
                    <a:pt x="1978" y="3495"/>
                    <a:pt x="1955" y="3494"/>
                    <a:pt x="1932" y="3492"/>
                  </a:cubicBezTo>
                  <a:lnTo>
                    <a:pt x="2344" y="2985"/>
                  </a:lnTo>
                  <a:cubicBezTo>
                    <a:pt x="2407" y="2922"/>
                    <a:pt x="2407" y="2858"/>
                    <a:pt x="2375" y="2795"/>
                  </a:cubicBezTo>
                  <a:cubicBezTo>
                    <a:pt x="2329" y="2749"/>
                    <a:pt x="2283" y="2719"/>
                    <a:pt x="2224" y="2719"/>
                  </a:cubicBezTo>
                  <a:cubicBezTo>
                    <a:pt x="2202" y="2719"/>
                    <a:pt x="2179" y="2723"/>
                    <a:pt x="2154" y="2732"/>
                  </a:cubicBezTo>
                  <a:cubicBezTo>
                    <a:pt x="1977" y="2798"/>
                    <a:pt x="1660" y="2880"/>
                    <a:pt x="1399" y="2880"/>
                  </a:cubicBezTo>
                  <a:cubicBezTo>
                    <a:pt x="1287" y="2880"/>
                    <a:pt x="1185" y="2865"/>
                    <a:pt x="1109" y="2827"/>
                  </a:cubicBezTo>
                  <a:lnTo>
                    <a:pt x="2090" y="2352"/>
                  </a:lnTo>
                  <a:cubicBezTo>
                    <a:pt x="2154" y="2320"/>
                    <a:pt x="2185" y="2225"/>
                    <a:pt x="2185" y="2162"/>
                  </a:cubicBezTo>
                  <a:cubicBezTo>
                    <a:pt x="2154" y="2067"/>
                    <a:pt x="2090" y="2035"/>
                    <a:pt x="1995" y="2035"/>
                  </a:cubicBezTo>
                  <a:cubicBezTo>
                    <a:pt x="1710" y="2035"/>
                    <a:pt x="982" y="2003"/>
                    <a:pt x="697" y="1750"/>
                  </a:cubicBezTo>
                  <a:lnTo>
                    <a:pt x="2090" y="1528"/>
                  </a:lnTo>
                  <a:cubicBezTo>
                    <a:pt x="2185" y="1528"/>
                    <a:pt x="2249" y="1465"/>
                    <a:pt x="2249" y="1370"/>
                  </a:cubicBezTo>
                  <a:cubicBezTo>
                    <a:pt x="2249" y="1275"/>
                    <a:pt x="2185" y="1212"/>
                    <a:pt x="2090" y="1180"/>
                  </a:cubicBezTo>
                  <a:cubicBezTo>
                    <a:pt x="1710" y="1148"/>
                    <a:pt x="697" y="958"/>
                    <a:pt x="412" y="610"/>
                  </a:cubicBezTo>
                  <a:cubicBezTo>
                    <a:pt x="412" y="578"/>
                    <a:pt x="380" y="547"/>
                    <a:pt x="380" y="515"/>
                  </a:cubicBezTo>
                  <a:cubicBezTo>
                    <a:pt x="607" y="463"/>
                    <a:pt x="1104" y="362"/>
                    <a:pt x="1684" y="362"/>
                  </a:cubicBezTo>
                  <a:close/>
                  <a:moveTo>
                    <a:pt x="1739" y="0"/>
                  </a:moveTo>
                  <a:cubicBezTo>
                    <a:pt x="879" y="0"/>
                    <a:pt x="187" y="210"/>
                    <a:pt x="127" y="230"/>
                  </a:cubicBezTo>
                  <a:cubicBezTo>
                    <a:pt x="63" y="230"/>
                    <a:pt x="32" y="293"/>
                    <a:pt x="32" y="357"/>
                  </a:cubicBezTo>
                  <a:cubicBezTo>
                    <a:pt x="0" y="515"/>
                    <a:pt x="32" y="673"/>
                    <a:pt x="158" y="800"/>
                  </a:cubicBezTo>
                  <a:cubicBezTo>
                    <a:pt x="349" y="1053"/>
                    <a:pt x="697" y="1212"/>
                    <a:pt x="1077" y="1307"/>
                  </a:cubicBezTo>
                  <a:lnTo>
                    <a:pt x="412" y="1402"/>
                  </a:lnTo>
                  <a:cubicBezTo>
                    <a:pt x="380" y="1433"/>
                    <a:pt x="317" y="1433"/>
                    <a:pt x="317" y="1497"/>
                  </a:cubicBezTo>
                  <a:cubicBezTo>
                    <a:pt x="285" y="1528"/>
                    <a:pt x="253" y="1560"/>
                    <a:pt x="285" y="1623"/>
                  </a:cubicBezTo>
                  <a:cubicBezTo>
                    <a:pt x="380" y="2067"/>
                    <a:pt x="887" y="2257"/>
                    <a:pt x="1330" y="2320"/>
                  </a:cubicBezTo>
                  <a:lnTo>
                    <a:pt x="729" y="2605"/>
                  </a:lnTo>
                  <a:cubicBezTo>
                    <a:pt x="665" y="2637"/>
                    <a:pt x="602" y="2732"/>
                    <a:pt x="665" y="2827"/>
                  </a:cubicBezTo>
                  <a:cubicBezTo>
                    <a:pt x="802" y="3122"/>
                    <a:pt x="1102" y="3206"/>
                    <a:pt x="1412" y="3206"/>
                  </a:cubicBezTo>
                  <a:cubicBezTo>
                    <a:pt x="1534" y="3206"/>
                    <a:pt x="1658" y="3193"/>
                    <a:pt x="1774" y="3175"/>
                  </a:cubicBezTo>
                  <a:lnTo>
                    <a:pt x="1774" y="3175"/>
                  </a:lnTo>
                  <a:lnTo>
                    <a:pt x="1520" y="3460"/>
                  </a:lnTo>
                  <a:cubicBezTo>
                    <a:pt x="1489" y="3523"/>
                    <a:pt x="1489" y="3555"/>
                    <a:pt x="1489" y="3618"/>
                  </a:cubicBezTo>
                  <a:cubicBezTo>
                    <a:pt x="1489" y="3650"/>
                    <a:pt x="1520" y="3713"/>
                    <a:pt x="1584" y="3713"/>
                  </a:cubicBezTo>
                  <a:cubicBezTo>
                    <a:pt x="1709" y="3802"/>
                    <a:pt x="1850" y="3835"/>
                    <a:pt x="1992" y="3835"/>
                  </a:cubicBezTo>
                  <a:cubicBezTo>
                    <a:pt x="2207" y="3835"/>
                    <a:pt x="2425" y="3758"/>
                    <a:pt x="2597" y="3682"/>
                  </a:cubicBezTo>
                  <a:lnTo>
                    <a:pt x="2597" y="3682"/>
                  </a:lnTo>
                  <a:lnTo>
                    <a:pt x="2502" y="3967"/>
                  </a:lnTo>
                  <a:cubicBezTo>
                    <a:pt x="2470" y="4062"/>
                    <a:pt x="2502" y="4157"/>
                    <a:pt x="2597" y="4189"/>
                  </a:cubicBezTo>
                  <a:cubicBezTo>
                    <a:pt x="2700" y="4246"/>
                    <a:pt x="2807" y="4270"/>
                    <a:pt x="2913" y="4270"/>
                  </a:cubicBezTo>
                  <a:cubicBezTo>
                    <a:pt x="3099" y="4270"/>
                    <a:pt x="3279" y="4195"/>
                    <a:pt x="3420" y="4094"/>
                  </a:cubicBezTo>
                  <a:lnTo>
                    <a:pt x="3420" y="4094"/>
                  </a:lnTo>
                  <a:lnTo>
                    <a:pt x="3389" y="4315"/>
                  </a:lnTo>
                  <a:cubicBezTo>
                    <a:pt x="3389" y="4379"/>
                    <a:pt x="3389" y="4442"/>
                    <a:pt x="3420" y="4474"/>
                  </a:cubicBezTo>
                  <a:cubicBezTo>
                    <a:pt x="3452" y="4505"/>
                    <a:pt x="3515" y="4537"/>
                    <a:pt x="3547" y="4537"/>
                  </a:cubicBezTo>
                  <a:cubicBezTo>
                    <a:pt x="3959" y="4537"/>
                    <a:pt x="4275" y="4315"/>
                    <a:pt x="4434" y="4094"/>
                  </a:cubicBezTo>
                  <a:cubicBezTo>
                    <a:pt x="4551" y="4269"/>
                    <a:pt x="4723" y="4445"/>
                    <a:pt x="5024" y="4445"/>
                  </a:cubicBezTo>
                  <a:cubicBezTo>
                    <a:pt x="5048" y="4445"/>
                    <a:pt x="5073" y="4444"/>
                    <a:pt x="5099" y="4442"/>
                  </a:cubicBezTo>
                  <a:cubicBezTo>
                    <a:pt x="5732" y="4442"/>
                    <a:pt x="6112" y="3777"/>
                    <a:pt x="6144" y="3745"/>
                  </a:cubicBezTo>
                  <a:lnTo>
                    <a:pt x="6936" y="2447"/>
                  </a:lnTo>
                  <a:cubicBezTo>
                    <a:pt x="6967" y="2415"/>
                    <a:pt x="6967" y="2352"/>
                    <a:pt x="6936" y="2320"/>
                  </a:cubicBezTo>
                  <a:cubicBezTo>
                    <a:pt x="6936" y="2257"/>
                    <a:pt x="6904" y="2225"/>
                    <a:pt x="6841" y="2193"/>
                  </a:cubicBezTo>
                  <a:cubicBezTo>
                    <a:pt x="6841" y="2193"/>
                    <a:pt x="5542" y="1687"/>
                    <a:pt x="3927" y="610"/>
                  </a:cubicBezTo>
                  <a:cubicBezTo>
                    <a:pt x="3769" y="515"/>
                    <a:pt x="3547" y="388"/>
                    <a:pt x="3325" y="293"/>
                  </a:cubicBezTo>
                  <a:cubicBezTo>
                    <a:pt x="2800" y="72"/>
                    <a:pt x="2241" y="0"/>
                    <a:pt x="173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5" name="Google Shape;3615;p36"/>
            <p:cNvSpPr/>
            <p:nvPr/>
          </p:nvSpPr>
          <p:spPr>
            <a:xfrm>
              <a:off x="3932300" y="2059025"/>
              <a:ext cx="74450" cy="74450"/>
            </a:xfrm>
            <a:custGeom>
              <a:avLst/>
              <a:gdLst/>
              <a:ahLst/>
              <a:cxnLst/>
              <a:rect l="l" t="t" r="r" b="b"/>
              <a:pathLst>
                <a:path w="2978" h="2978" extrusionOk="0">
                  <a:moveTo>
                    <a:pt x="1489" y="317"/>
                  </a:moveTo>
                  <a:cubicBezTo>
                    <a:pt x="2123" y="317"/>
                    <a:pt x="2629" y="855"/>
                    <a:pt x="2629" y="1489"/>
                  </a:cubicBezTo>
                  <a:cubicBezTo>
                    <a:pt x="2629" y="2122"/>
                    <a:pt x="2123" y="2629"/>
                    <a:pt x="1489" y="2629"/>
                  </a:cubicBezTo>
                  <a:cubicBezTo>
                    <a:pt x="856" y="2629"/>
                    <a:pt x="318" y="2122"/>
                    <a:pt x="318" y="1489"/>
                  </a:cubicBezTo>
                  <a:cubicBezTo>
                    <a:pt x="318" y="855"/>
                    <a:pt x="856" y="317"/>
                    <a:pt x="1489" y="317"/>
                  </a:cubicBezTo>
                  <a:close/>
                  <a:moveTo>
                    <a:pt x="1489" y="0"/>
                  </a:moveTo>
                  <a:cubicBezTo>
                    <a:pt x="666" y="0"/>
                    <a:pt x="1" y="665"/>
                    <a:pt x="1" y="1489"/>
                  </a:cubicBezTo>
                  <a:cubicBezTo>
                    <a:pt x="1" y="2312"/>
                    <a:pt x="666" y="2977"/>
                    <a:pt x="1489" y="2977"/>
                  </a:cubicBezTo>
                  <a:cubicBezTo>
                    <a:pt x="2313" y="2977"/>
                    <a:pt x="2978" y="2312"/>
                    <a:pt x="2978" y="1489"/>
                  </a:cubicBezTo>
                  <a:cubicBezTo>
                    <a:pt x="2978" y="665"/>
                    <a:pt x="2313" y="0"/>
                    <a:pt x="148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6" name="Google Shape;3616;p36"/>
            <p:cNvSpPr/>
            <p:nvPr/>
          </p:nvSpPr>
          <p:spPr>
            <a:xfrm>
              <a:off x="3903025" y="2140575"/>
              <a:ext cx="136975" cy="281875"/>
            </a:xfrm>
            <a:custGeom>
              <a:avLst/>
              <a:gdLst/>
              <a:ahLst/>
              <a:cxnLst/>
              <a:rect l="l" t="t" r="r" b="b"/>
              <a:pathLst>
                <a:path w="5479" h="11275" extrusionOk="0">
                  <a:moveTo>
                    <a:pt x="1647" y="0"/>
                  </a:moveTo>
                  <a:cubicBezTo>
                    <a:pt x="697" y="0"/>
                    <a:pt x="0" y="729"/>
                    <a:pt x="0" y="1552"/>
                  </a:cubicBezTo>
                  <a:lnTo>
                    <a:pt x="32" y="5321"/>
                  </a:lnTo>
                  <a:cubicBezTo>
                    <a:pt x="32" y="5637"/>
                    <a:pt x="285" y="5891"/>
                    <a:pt x="634" y="5891"/>
                  </a:cubicBezTo>
                  <a:cubicBezTo>
                    <a:pt x="950" y="5891"/>
                    <a:pt x="1172" y="5796"/>
                    <a:pt x="1267" y="5606"/>
                  </a:cubicBezTo>
                  <a:lnTo>
                    <a:pt x="1330" y="10514"/>
                  </a:lnTo>
                  <a:cubicBezTo>
                    <a:pt x="1330" y="10926"/>
                    <a:pt x="1679" y="11274"/>
                    <a:pt x="2090" y="11274"/>
                  </a:cubicBezTo>
                  <a:cubicBezTo>
                    <a:pt x="2502" y="11274"/>
                    <a:pt x="2819" y="10926"/>
                    <a:pt x="2819" y="10514"/>
                  </a:cubicBezTo>
                  <a:cubicBezTo>
                    <a:pt x="2819" y="10926"/>
                    <a:pt x="3167" y="11274"/>
                    <a:pt x="3579" y="11274"/>
                  </a:cubicBezTo>
                  <a:cubicBezTo>
                    <a:pt x="3990" y="11274"/>
                    <a:pt x="4339" y="10926"/>
                    <a:pt x="4339" y="10514"/>
                  </a:cubicBezTo>
                  <a:lnTo>
                    <a:pt x="4339" y="5732"/>
                  </a:lnTo>
                  <a:cubicBezTo>
                    <a:pt x="4434" y="5859"/>
                    <a:pt x="4624" y="5922"/>
                    <a:pt x="4814" y="5922"/>
                  </a:cubicBezTo>
                  <a:cubicBezTo>
                    <a:pt x="5194" y="5922"/>
                    <a:pt x="5479" y="5669"/>
                    <a:pt x="5479" y="5352"/>
                  </a:cubicBezTo>
                  <a:lnTo>
                    <a:pt x="5447" y="1425"/>
                  </a:lnTo>
                  <a:cubicBezTo>
                    <a:pt x="5416" y="729"/>
                    <a:pt x="4719" y="0"/>
                    <a:pt x="367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7" name="Google Shape;3617;p36"/>
            <p:cNvSpPr/>
            <p:nvPr/>
          </p:nvSpPr>
          <p:spPr>
            <a:xfrm>
              <a:off x="3899050" y="2135825"/>
              <a:ext cx="145700" cy="290575"/>
            </a:xfrm>
            <a:custGeom>
              <a:avLst/>
              <a:gdLst/>
              <a:ahLst/>
              <a:cxnLst/>
              <a:rect l="l" t="t" r="r" b="b"/>
              <a:pathLst>
                <a:path w="5828" h="11623" extrusionOk="0">
                  <a:moveTo>
                    <a:pt x="3864" y="349"/>
                  </a:moveTo>
                  <a:cubicBezTo>
                    <a:pt x="4783" y="349"/>
                    <a:pt x="5416" y="1014"/>
                    <a:pt x="5448" y="1615"/>
                  </a:cubicBezTo>
                  <a:lnTo>
                    <a:pt x="5448" y="5542"/>
                  </a:lnTo>
                  <a:cubicBezTo>
                    <a:pt x="5448" y="5669"/>
                    <a:pt x="5416" y="5732"/>
                    <a:pt x="5353" y="5796"/>
                  </a:cubicBezTo>
                  <a:cubicBezTo>
                    <a:pt x="5258" y="5891"/>
                    <a:pt x="5131" y="5954"/>
                    <a:pt x="4973" y="5954"/>
                  </a:cubicBezTo>
                  <a:cubicBezTo>
                    <a:pt x="4814" y="5954"/>
                    <a:pt x="4688" y="5891"/>
                    <a:pt x="4593" y="5796"/>
                  </a:cubicBezTo>
                  <a:cubicBezTo>
                    <a:pt x="4570" y="5773"/>
                    <a:pt x="4516" y="5751"/>
                    <a:pt x="4464" y="5751"/>
                  </a:cubicBezTo>
                  <a:cubicBezTo>
                    <a:pt x="4443" y="5751"/>
                    <a:pt x="4421" y="5755"/>
                    <a:pt x="4403" y="5764"/>
                  </a:cubicBezTo>
                  <a:cubicBezTo>
                    <a:pt x="4339" y="5796"/>
                    <a:pt x="4308" y="5859"/>
                    <a:pt x="4308" y="5922"/>
                  </a:cubicBezTo>
                  <a:lnTo>
                    <a:pt x="4308" y="10704"/>
                  </a:lnTo>
                  <a:cubicBezTo>
                    <a:pt x="4308" y="11021"/>
                    <a:pt x="4054" y="11274"/>
                    <a:pt x="3738" y="11274"/>
                  </a:cubicBezTo>
                  <a:cubicBezTo>
                    <a:pt x="3421" y="11274"/>
                    <a:pt x="3168" y="11053"/>
                    <a:pt x="3168" y="10736"/>
                  </a:cubicBezTo>
                  <a:cubicBezTo>
                    <a:pt x="3168" y="10736"/>
                    <a:pt x="3168" y="10704"/>
                    <a:pt x="3136" y="10704"/>
                  </a:cubicBezTo>
                  <a:cubicBezTo>
                    <a:pt x="3136" y="10609"/>
                    <a:pt x="3073" y="10546"/>
                    <a:pt x="2978" y="10546"/>
                  </a:cubicBezTo>
                  <a:cubicBezTo>
                    <a:pt x="2883" y="10546"/>
                    <a:pt x="2819" y="10609"/>
                    <a:pt x="2819" y="10704"/>
                  </a:cubicBezTo>
                  <a:lnTo>
                    <a:pt x="2819" y="10736"/>
                  </a:lnTo>
                  <a:cubicBezTo>
                    <a:pt x="2788" y="11053"/>
                    <a:pt x="2534" y="11274"/>
                    <a:pt x="2249" y="11274"/>
                  </a:cubicBezTo>
                  <a:cubicBezTo>
                    <a:pt x="1933" y="11274"/>
                    <a:pt x="1648" y="11021"/>
                    <a:pt x="1648" y="10704"/>
                  </a:cubicBezTo>
                  <a:lnTo>
                    <a:pt x="1584" y="5796"/>
                  </a:lnTo>
                  <a:cubicBezTo>
                    <a:pt x="1584" y="5732"/>
                    <a:pt x="1553" y="5669"/>
                    <a:pt x="1489" y="5637"/>
                  </a:cubicBezTo>
                  <a:cubicBezTo>
                    <a:pt x="1394" y="5637"/>
                    <a:pt x="1331" y="5637"/>
                    <a:pt x="1299" y="5701"/>
                  </a:cubicBezTo>
                  <a:cubicBezTo>
                    <a:pt x="1204" y="5859"/>
                    <a:pt x="1014" y="5922"/>
                    <a:pt x="793" y="5922"/>
                  </a:cubicBezTo>
                  <a:cubicBezTo>
                    <a:pt x="539" y="5922"/>
                    <a:pt x="381" y="5764"/>
                    <a:pt x="381" y="5511"/>
                  </a:cubicBezTo>
                  <a:lnTo>
                    <a:pt x="317" y="1742"/>
                  </a:lnTo>
                  <a:cubicBezTo>
                    <a:pt x="317" y="982"/>
                    <a:pt x="983" y="380"/>
                    <a:pt x="1806" y="349"/>
                  </a:cubicBezTo>
                  <a:close/>
                  <a:moveTo>
                    <a:pt x="1838" y="0"/>
                  </a:moveTo>
                  <a:cubicBezTo>
                    <a:pt x="793" y="32"/>
                    <a:pt x="1" y="792"/>
                    <a:pt x="1" y="1774"/>
                  </a:cubicBezTo>
                  <a:lnTo>
                    <a:pt x="32" y="5511"/>
                  </a:lnTo>
                  <a:cubicBezTo>
                    <a:pt x="32" y="5954"/>
                    <a:pt x="349" y="6271"/>
                    <a:pt x="793" y="6271"/>
                  </a:cubicBezTo>
                  <a:cubicBezTo>
                    <a:pt x="983" y="6271"/>
                    <a:pt x="1141" y="6239"/>
                    <a:pt x="1268" y="6176"/>
                  </a:cubicBezTo>
                  <a:lnTo>
                    <a:pt x="1331" y="10704"/>
                  </a:lnTo>
                  <a:cubicBezTo>
                    <a:pt x="1331" y="11211"/>
                    <a:pt x="1743" y="11623"/>
                    <a:pt x="2249" y="11623"/>
                  </a:cubicBezTo>
                  <a:cubicBezTo>
                    <a:pt x="2566" y="11623"/>
                    <a:pt x="2819" y="11464"/>
                    <a:pt x="2978" y="11243"/>
                  </a:cubicBezTo>
                  <a:cubicBezTo>
                    <a:pt x="3168" y="11464"/>
                    <a:pt x="3421" y="11623"/>
                    <a:pt x="3738" y="11623"/>
                  </a:cubicBezTo>
                  <a:cubicBezTo>
                    <a:pt x="4244" y="11623"/>
                    <a:pt x="4656" y="11211"/>
                    <a:pt x="4656" y="10704"/>
                  </a:cubicBezTo>
                  <a:lnTo>
                    <a:pt x="4656" y="6239"/>
                  </a:lnTo>
                  <a:cubicBezTo>
                    <a:pt x="4751" y="6271"/>
                    <a:pt x="4878" y="6302"/>
                    <a:pt x="5004" y="6302"/>
                  </a:cubicBezTo>
                  <a:cubicBezTo>
                    <a:pt x="5226" y="6271"/>
                    <a:pt x="5448" y="6207"/>
                    <a:pt x="5606" y="6049"/>
                  </a:cubicBezTo>
                  <a:cubicBezTo>
                    <a:pt x="5733" y="5891"/>
                    <a:pt x="5828" y="5732"/>
                    <a:pt x="5828" y="5542"/>
                  </a:cubicBezTo>
                  <a:lnTo>
                    <a:pt x="5796" y="1615"/>
                  </a:lnTo>
                  <a:cubicBezTo>
                    <a:pt x="5765" y="855"/>
                    <a:pt x="5004" y="32"/>
                    <a:pt x="3864" y="32"/>
                  </a:cubicBezTo>
                  <a:lnTo>
                    <a:pt x="3833" y="32"/>
                  </a:lnTo>
                  <a:lnTo>
                    <a:pt x="1869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8" name="Google Shape;3618;p36"/>
            <p:cNvSpPr/>
            <p:nvPr/>
          </p:nvSpPr>
          <p:spPr>
            <a:xfrm>
              <a:off x="3934675" y="2187275"/>
              <a:ext cx="25" cy="94250"/>
            </a:xfrm>
            <a:custGeom>
              <a:avLst/>
              <a:gdLst/>
              <a:ahLst/>
              <a:cxnLst/>
              <a:rect l="l" t="t" r="r" b="b"/>
              <a:pathLst>
                <a:path w="1" h="3770" extrusionOk="0">
                  <a:moveTo>
                    <a:pt x="1" y="1"/>
                  </a:moveTo>
                  <a:lnTo>
                    <a:pt x="1" y="376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9" name="Google Shape;3619;p36"/>
            <p:cNvSpPr/>
            <p:nvPr/>
          </p:nvSpPr>
          <p:spPr>
            <a:xfrm>
              <a:off x="3930725" y="2182525"/>
              <a:ext cx="8725" cy="102950"/>
            </a:xfrm>
            <a:custGeom>
              <a:avLst/>
              <a:gdLst/>
              <a:ahLst/>
              <a:cxnLst/>
              <a:rect l="l" t="t" r="r" b="b"/>
              <a:pathLst>
                <a:path w="349" h="4118" extrusionOk="0"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lnTo>
                    <a:pt x="1" y="3928"/>
                  </a:lnTo>
                  <a:cubicBezTo>
                    <a:pt x="1" y="4023"/>
                    <a:pt x="64" y="4118"/>
                    <a:pt x="159" y="4118"/>
                  </a:cubicBezTo>
                  <a:cubicBezTo>
                    <a:pt x="254" y="4118"/>
                    <a:pt x="349" y="4054"/>
                    <a:pt x="349" y="3928"/>
                  </a:cubicBezTo>
                  <a:lnTo>
                    <a:pt x="349" y="191"/>
                  </a:lnTo>
                  <a:cubicBezTo>
                    <a:pt x="349" y="96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0" name="Google Shape;3620;p36"/>
            <p:cNvSpPr/>
            <p:nvPr/>
          </p:nvSpPr>
          <p:spPr>
            <a:xfrm>
              <a:off x="4006725" y="2183325"/>
              <a:ext cx="8750" cy="105325"/>
            </a:xfrm>
            <a:custGeom>
              <a:avLst/>
              <a:gdLst/>
              <a:ahLst/>
              <a:cxnLst/>
              <a:rect l="l" t="t" r="r" b="b"/>
              <a:pathLst>
                <a:path w="350" h="4213" extrusionOk="0">
                  <a:moveTo>
                    <a:pt x="191" y="0"/>
                  </a:moveTo>
                  <a:cubicBezTo>
                    <a:pt x="96" y="0"/>
                    <a:pt x="1" y="64"/>
                    <a:pt x="1" y="159"/>
                  </a:cubicBezTo>
                  <a:lnTo>
                    <a:pt x="1" y="4022"/>
                  </a:lnTo>
                  <a:cubicBezTo>
                    <a:pt x="1" y="4117"/>
                    <a:pt x="96" y="4212"/>
                    <a:pt x="191" y="4212"/>
                  </a:cubicBezTo>
                  <a:cubicBezTo>
                    <a:pt x="286" y="4212"/>
                    <a:pt x="349" y="4117"/>
                    <a:pt x="349" y="4022"/>
                  </a:cubicBezTo>
                  <a:lnTo>
                    <a:pt x="349" y="159"/>
                  </a:lnTo>
                  <a:cubicBezTo>
                    <a:pt x="349" y="64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1" name="Google Shape;3621;p36"/>
            <p:cNvSpPr/>
            <p:nvPr/>
          </p:nvSpPr>
          <p:spPr>
            <a:xfrm>
              <a:off x="3969525" y="2275175"/>
              <a:ext cx="8725" cy="133025"/>
            </a:xfrm>
            <a:custGeom>
              <a:avLst/>
              <a:gdLst/>
              <a:ahLst/>
              <a:cxnLst/>
              <a:rect l="l" t="t" r="r" b="b"/>
              <a:pathLst>
                <a:path w="349" h="5321" extrusionOk="0">
                  <a:moveTo>
                    <a:pt x="159" y="0"/>
                  </a:moveTo>
                  <a:cubicBezTo>
                    <a:pt x="64" y="0"/>
                    <a:pt x="0" y="95"/>
                    <a:pt x="0" y="190"/>
                  </a:cubicBezTo>
                  <a:lnTo>
                    <a:pt x="0" y="5162"/>
                  </a:lnTo>
                  <a:cubicBezTo>
                    <a:pt x="0" y="5257"/>
                    <a:pt x="64" y="5320"/>
                    <a:pt x="159" y="5320"/>
                  </a:cubicBezTo>
                  <a:cubicBezTo>
                    <a:pt x="254" y="5320"/>
                    <a:pt x="349" y="5257"/>
                    <a:pt x="349" y="5162"/>
                  </a:cubicBezTo>
                  <a:lnTo>
                    <a:pt x="349" y="190"/>
                  </a:lnTo>
                  <a:cubicBezTo>
                    <a:pt x="349" y="95"/>
                    <a:pt x="254" y="0"/>
                    <a:pt x="15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2" name="Google Shape;3622;p36"/>
            <p:cNvSpPr/>
            <p:nvPr/>
          </p:nvSpPr>
          <p:spPr>
            <a:xfrm>
              <a:off x="3987725" y="2287050"/>
              <a:ext cx="77625" cy="59400"/>
            </a:xfrm>
            <a:custGeom>
              <a:avLst/>
              <a:gdLst/>
              <a:ahLst/>
              <a:cxnLst/>
              <a:rect l="l" t="t" r="r" b="b"/>
              <a:pathLst>
                <a:path w="3105" h="2376" extrusionOk="0">
                  <a:moveTo>
                    <a:pt x="96" y="0"/>
                  </a:moveTo>
                  <a:cubicBezTo>
                    <a:pt x="64" y="0"/>
                    <a:pt x="1" y="32"/>
                    <a:pt x="1" y="95"/>
                  </a:cubicBezTo>
                  <a:lnTo>
                    <a:pt x="1" y="2280"/>
                  </a:lnTo>
                  <a:cubicBezTo>
                    <a:pt x="1" y="2312"/>
                    <a:pt x="64" y="2375"/>
                    <a:pt x="96" y="2375"/>
                  </a:cubicBezTo>
                  <a:lnTo>
                    <a:pt x="3009" y="2375"/>
                  </a:lnTo>
                  <a:cubicBezTo>
                    <a:pt x="3041" y="2375"/>
                    <a:pt x="3073" y="2312"/>
                    <a:pt x="3104" y="2280"/>
                  </a:cubicBezTo>
                  <a:lnTo>
                    <a:pt x="3104" y="95"/>
                  </a:lnTo>
                  <a:cubicBezTo>
                    <a:pt x="3104" y="32"/>
                    <a:pt x="3041" y="0"/>
                    <a:pt x="3009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3" name="Google Shape;3623;p36"/>
            <p:cNvSpPr/>
            <p:nvPr/>
          </p:nvSpPr>
          <p:spPr>
            <a:xfrm>
              <a:off x="3983775" y="2283075"/>
              <a:ext cx="85525" cy="67325"/>
            </a:xfrm>
            <a:custGeom>
              <a:avLst/>
              <a:gdLst/>
              <a:ahLst/>
              <a:cxnLst/>
              <a:rect l="l" t="t" r="r" b="b"/>
              <a:pathLst>
                <a:path w="3421" h="2693" extrusionOk="0">
                  <a:moveTo>
                    <a:pt x="3072" y="317"/>
                  </a:moveTo>
                  <a:lnTo>
                    <a:pt x="3072" y="2344"/>
                  </a:lnTo>
                  <a:lnTo>
                    <a:pt x="349" y="2344"/>
                  </a:lnTo>
                  <a:lnTo>
                    <a:pt x="349" y="317"/>
                  </a:lnTo>
                  <a:close/>
                  <a:moveTo>
                    <a:pt x="254" y="1"/>
                  </a:moveTo>
                  <a:cubicBezTo>
                    <a:pt x="127" y="1"/>
                    <a:pt x="0" y="96"/>
                    <a:pt x="0" y="254"/>
                  </a:cubicBezTo>
                  <a:lnTo>
                    <a:pt x="0" y="2439"/>
                  </a:lnTo>
                  <a:cubicBezTo>
                    <a:pt x="0" y="2566"/>
                    <a:pt x="127" y="2693"/>
                    <a:pt x="254" y="2693"/>
                  </a:cubicBezTo>
                  <a:lnTo>
                    <a:pt x="3167" y="2693"/>
                  </a:lnTo>
                  <a:cubicBezTo>
                    <a:pt x="3294" y="2693"/>
                    <a:pt x="3421" y="2566"/>
                    <a:pt x="3421" y="2439"/>
                  </a:cubicBezTo>
                  <a:lnTo>
                    <a:pt x="3421" y="254"/>
                  </a:lnTo>
                  <a:cubicBezTo>
                    <a:pt x="3421" y="96"/>
                    <a:pt x="3294" y="1"/>
                    <a:pt x="316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4" name="Google Shape;3624;p36"/>
            <p:cNvSpPr/>
            <p:nvPr/>
          </p:nvSpPr>
          <p:spPr>
            <a:xfrm>
              <a:off x="3982975" y="2293075"/>
              <a:ext cx="87125" cy="47025"/>
            </a:xfrm>
            <a:custGeom>
              <a:avLst/>
              <a:gdLst/>
              <a:ahLst/>
              <a:cxnLst/>
              <a:rect l="l" t="t" r="r" b="b"/>
              <a:pathLst>
                <a:path w="3485" h="1881" extrusionOk="0">
                  <a:moveTo>
                    <a:pt x="229" y="1"/>
                  </a:moveTo>
                  <a:cubicBezTo>
                    <a:pt x="207" y="1"/>
                    <a:pt x="183" y="5"/>
                    <a:pt x="159" y="12"/>
                  </a:cubicBezTo>
                  <a:cubicBezTo>
                    <a:pt x="64" y="44"/>
                    <a:pt x="1" y="139"/>
                    <a:pt x="32" y="234"/>
                  </a:cubicBezTo>
                  <a:lnTo>
                    <a:pt x="349" y="1121"/>
                  </a:lnTo>
                  <a:lnTo>
                    <a:pt x="412" y="1311"/>
                  </a:lnTo>
                  <a:cubicBezTo>
                    <a:pt x="539" y="1659"/>
                    <a:pt x="792" y="1881"/>
                    <a:pt x="1109" y="1881"/>
                  </a:cubicBezTo>
                  <a:lnTo>
                    <a:pt x="2376" y="1881"/>
                  </a:lnTo>
                  <a:cubicBezTo>
                    <a:pt x="2693" y="1881"/>
                    <a:pt x="2946" y="1659"/>
                    <a:pt x="3073" y="1311"/>
                  </a:cubicBezTo>
                  <a:lnTo>
                    <a:pt x="3453" y="234"/>
                  </a:lnTo>
                  <a:cubicBezTo>
                    <a:pt x="3484" y="139"/>
                    <a:pt x="3421" y="44"/>
                    <a:pt x="3326" y="12"/>
                  </a:cubicBezTo>
                  <a:cubicBezTo>
                    <a:pt x="3310" y="5"/>
                    <a:pt x="3290" y="1"/>
                    <a:pt x="3269" y="1"/>
                  </a:cubicBezTo>
                  <a:cubicBezTo>
                    <a:pt x="3205" y="1"/>
                    <a:pt x="3128" y="36"/>
                    <a:pt x="3104" y="107"/>
                  </a:cubicBezTo>
                  <a:lnTo>
                    <a:pt x="2788" y="994"/>
                  </a:lnTo>
                  <a:lnTo>
                    <a:pt x="2724" y="1184"/>
                  </a:lnTo>
                  <a:cubicBezTo>
                    <a:pt x="2661" y="1406"/>
                    <a:pt x="2534" y="1533"/>
                    <a:pt x="2376" y="1533"/>
                  </a:cubicBezTo>
                  <a:lnTo>
                    <a:pt x="1109" y="1533"/>
                  </a:lnTo>
                  <a:cubicBezTo>
                    <a:pt x="951" y="1533"/>
                    <a:pt x="824" y="1406"/>
                    <a:pt x="761" y="1216"/>
                  </a:cubicBezTo>
                  <a:lnTo>
                    <a:pt x="381" y="107"/>
                  </a:lnTo>
                  <a:cubicBezTo>
                    <a:pt x="357" y="36"/>
                    <a:pt x="298" y="1"/>
                    <a:pt x="22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5" name="Google Shape;3625;p36"/>
            <p:cNvSpPr/>
            <p:nvPr/>
          </p:nvSpPr>
          <p:spPr>
            <a:xfrm>
              <a:off x="4012275" y="2271200"/>
              <a:ext cx="27725" cy="15075"/>
            </a:xfrm>
            <a:custGeom>
              <a:avLst/>
              <a:gdLst/>
              <a:ahLst/>
              <a:cxnLst/>
              <a:rect l="l" t="t" r="r" b="b"/>
              <a:pathLst>
                <a:path w="1109" h="603" extrusionOk="0">
                  <a:moveTo>
                    <a:pt x="0" y="1"/>
                  </a:moveTo>
                  <a:lnTo>
                    <a:pt x="0" y="602"/>
                  </a:lnTo>
                  <a:lnTo>
                    <a:pt x="1109" y="602"/>
                  </a:lnTo>
                  <a:lnTo>
                    <a:pt x="110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6" name="Google Shape;3626;p36"/>
            <p:cNvSpPr/>
            <p:nvPr/>
          </p:nvSpPr>
          <p:spPr>
            <a:xfrm>
              <a:off x="4007525" y="2266450"/>
              <a:ext cx="37225" cy="24575"/>
            </a:xfrm>
            <a:custGeom>
              <a:avLst/>
              <a:gdLst/>
              <a:ahLst/>
              <a:cxnLst/>
              <a:rect l="l" t="t" r="r" b="b"/>
              <a:pathLst>
                <a:path w="1489" h="983" extrusionOk="0">
                  <a:moveTo>
                    <a:pt x="1141" y="349"/>
                  </a:moveTo>
                  <a:lnTo>
                    <a:pt x="1141" y="634"/>
                  </a:lnTo>
                  <a:lnTo>
                    <a:pt x="349" y="634"/>
                  </a:lnTo>
                  <a:lnTo>
                    <a:pt x="349" y="349"/>
                  </a:lnTo>
                  <a:close/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lnTo>
                    <a:pt x="0" y="792"/>
                  </a:lnTo>
                  <a:cubicBezTo>
                    <a:pt x="0" y="919"/>
                    <a:pt x="95" y="982"/>
                    <a:pt x="190" y="982"/>
                  </a:cubicBezTo>
                  <a:lnTo>
                    <a:pt x="1299" y="982"/>
                  </a:lnTo>
                  <a:cubicBezTo>
                    <a:pt x="1394" y="982"/>
                    <a:pt x="1489" y="919"/>
                    <a:pt x="1489" y="792"/>
                  </a:cubicBezTo>
                  <a:lnTo>
                    <a:pt x="1489" y="191"/>
                  </a:lnTo>
                  <a:cubicBezTo>
                    <a:pt x="1489" y="96"/>
                    <a:pt x="1394" y="1"/>
                    <a:pt x="129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7" name="Google Shape;3627;p36"/>
            <p:cNvSpPr/>
            <p:nvPr/>
          </p:nvSpPr>
          <p:spPr>
            <a:xfrm>
              <a:off x="3498450" y="2196775"/>
              <a:ext cx="133825" cy="8750"/>
            </a:xfrm>
            <a:custGeom>
              <a:avLst/>
              <a:gdLst/>
              <a:ahLst/>
              <a:cxnLst/>
              <a:rect l="l" t="t" r="r" b="b"/>
              <a:pathLst>
                <a:path w="5353" h="350" extrusionOk="0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49"/>
                    <a:pt x="190" y="349"/>
                  </a:cubicBezTo>
                  <a:lnTo>
                    <a:pt x="5194" y="349"/>
                  </a:lnTo>
                  <a:cubicBezTo>
                    <a:pt x="5289" y="349"/>
                    <a:pt x="5352" y="286"/>
                    <a:pt x="5352" y="191"/>
                  </a:cubicBezTo>
                  <a:cubicBezTo>
                    <a:pt x="5352" y="96"/>
                    <a:pt x="5289" y="1"/>
                    <a:pt x="519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8" name="Google Shape;3628;p36"/>
            <p:cNvSpPr/>
            <p:nvPr/>
          </p:nvSpPr>
          <p:spPr>
            <a:xfrm>
              <a:off x="3624325" y="2102575"/>
              <a:ext cx="133825" cy="102950"/>
            </a:xfrm>
            <a:custGeom>
              <a:avLst/>
              <a:gdLst/>
              <a:ahLst/>
              <a:cxnLst/>
              <a:rect l="l" t="t" r="r" b="b"/>
              <a:pathLst>
                <a:path w="5353" h="4118" extrusionOk="0">
                  <a:moveTo>
                    <a:pt x="507" y="0"/>
                  </a:moveTo>
                  <a:cubicBezTo>
                    <a:pt x="222" y="0"/>
                    <a:pt x="1" y="222"/>
                    <a:pt x="1" y="507"/>
                  </a:cubicBezTo>
                  <a:lnTo>
                    <a:pt x="1" y="3959"/>
                  </a:lnTo>
                  <a:cubicBezTo>
                    <a:pt x="1" y="4054"/>
                    <a:pt x="64" y="4117"/>
                    <a:pt x="159" y="4117"/>
                  </a:cubicBezTo>
                  <a:cubicBezTo>
                    <a:pt x="254" y="4117"/>
                    <a:pt x="317" y="4054"/>
                    <a:pt x="349" y="3959"/>
                  </a:cubicBezTo>
                  <a:lnTo>
                    <a:pt x="349" y="507"/>
                  </a:lnTo>
                  <a:cubicBezTo>
                    <a:pt x="349" y="412"/>
                    <a:pt x="412" y="317"/>
                    <a:pt x="507" y="317"/>
                  </a:cubicBezTo>
                  <a:lnTo>
                    <a:pt x="5194" y="317"/>
                  </a:lnTo>
                  <a:cubicBezTo>
                    <a:pt x="5289" y="317"/>
                    <a:pt x="5353" y="254"/>
                    <a:pt x="5353" y="159"/>
                  </a:cubicBezTo>
                  <a:cubicBezTo>
                    <a:pt x="5353" y="64"/>
                    <a:pt x="5289" y="0"/>
                    <a:pt x="519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9" name="Google Shape;3629;p36"/>
            <p:cNvSpPr/>
            <p:nvPr/>
          </p:nvSpPr>
          <p:spPr>
            <a:xfrm>
              <a:off x="3749425" y="2007550"/>
              <a:ext cx="134625" cy="102950"/>
            </a:xfrm>
            <a:custGeom>
              <a:avLst/>
              <a:gdLst/>
              <a:ahLst/>
              <a:cxnLst/>
              <a:rect l="l" t="t" r="r" b="b"/>
              <a:pathLst>
                <a:path w="5385" h="4118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lnTo>
                    <a:pt x="0" y="3960"/>
                  </a:lnTo>
                  <a:cubicBezTo>
                    <a:pt x="0" y="4055"/>
                    <a:pt x="95" y="4118"/>
                    <a:pt x="190" y="4118"/>
                  </a:cubicBezTo>
                  <a:cubicBezTo>
                    <a:pt x="285" y="4118"/>
                    <a:pt x="349" y="4055"/>
                    <a:pt x="349" y="3960"/>
                  </a:cubicBezTo>
                  <a:lnTo>
                    <a:pt x="349" y="508"/>
                  </a:lnTo>
                  <a:cubicBezTo>
                    <a:pt x="349" y="413"/>
                    <a:pt x="412" y="349"/>
                    <a:pt x="507" y="349"/>
                  </a:cubicBezTo>
                  <a:lnTo>
                    <a:pt x="5194" y="349"/>
                  </a:lnTo>
                  <a:cubicBezTo>
                    <a:pt x="5289" y="349"/>
                    <a:pt x="5384" y="254"/>
                    <a:pt x="5384" y="159"/>
                  </a:cubicBezTo>
                  <a:cubicBezTo>
                    <a:pt x="5384" y="64"/>
                    <a:pt x="5289" y="1"/>
                    <a:pt x="519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0" name="Google Shape;3630;p36"/>
            <p:cNvSpPr/>
            <p:nvPr/>
          </p:nvSpPr>
          <p:spPr>
            <a:xfrm>
              <a:off x="3862650" y="1985325"/>
              <a:ext cx="23775" cy="50775"/>
            </a:xfrm>
            <a:custGeom>
              <a:avLst/>
              <a:gdLst/>
              <a:ahLst/>
              <a:cxnLst/>
              <a:rect l="l" t="t" r="r" b="b"/>
              <a:pathLst>
                <a:path w="951" h="2031" extrusionOk="0">
                  <a:moveTo>
                    <a:pt x="186" y="0"/>
                  </a:moveTo>
                  <a:cubicBezTo>
                    <a:pt x="153" y="0"/>
                    <a:pt x="119" y="11"/>
                    <a:pt x="95" y="35"/>
                  </a:cubicBezTo>
                  <a:cubicBezTo>
                    <a:pt x="0" y="98"/>
                    <a:pt x="0" y="193"/>
                    <a:pt x="32" y="257"/>
                  </a:cubicBezTo>
                  <a:lnTo>
                    <a:pt x="570" y="1048"/>
                  </a:lnTo>
                  <a:lnTo>
                    <a:pt x="95" y="1777"/>
                  </a:lnTo>
                  <a:cubicBezTo>
                    <a:pt x="32" y="1872"/>
                    <a:pt x="63" y="1967"/>
                    <a:pt x="127" y="2030"/>
                  </a:cubicBezTo>
                  <a:lnTo>
                    <a:pt x="222" y="2030"/>
                  </a:lnTo>
                  <a:cubicBezTo>
                    <a:pt x="285" y="2030"/>
                    <a:pt x="348" y="2030"/>
                    <a:pt x="380" y="1967"/>
                  </a:cubicBezTo>
                  <a:lnTo>
                    <a:pt x="918" y="1143"/>
                  </a:lnTo>
                  <a:cubicBezTo>
                    <a:pt x="950" y="1080"/>
                    <a:pt x="950" y="1017"/>
                    <a:pt x="918" y="953"/>
                  </a:cubicBezTo>
                  <a:lnTo>
                    <a:pt x="317" y="67"/>
                  </a:lnTo>
                  <a:cubicBezTo>
                    <a:pt x="297" y="27"/>
                    <a:pt x="241" y="0"/>
                    <a:pt x="18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1" name="Google Shape;3631;p36"/>
            <p:cNvSpPr/>
            <p:nvPr/>
          </p:nvSpPr>
          <p:spPr>
            <a:xfrm>
              <a:off x="3661550" y="1969550"/>
              <a:ext cx="45150" cy="46750"/>
            </a:xfrm>
            <a:custGeom>
              <a:avLst/>
              <a:gdLst/>
              <a:ahLst/>
              <a:cxnLst/>
              <a:rect l="l" t="t" r="r" b="b"/>
              <a:pathLst>
                <a:path w="1806" h="1870" extrusionOk="0">
                  <a:moveTo>
                    <a:pt x="887" y="1"/>
                  </a:moveTo>
                  <a:cubicBezTo>
                    <a:pt x="380" y="1"/>
                    <a:pt x="0" y="413"/>
                    <a:pt x="0" y="951"/>
                  </a:cubicBezTo>
                  <a:cubicBezTo>
                    <a:pt x="0" y="1458"/>
                    <a:pt x="380" y="1869"/>
                    <a:pt x="887" y="1869"/>
                  </a:cubicBezTo>
                  <a:cubicBezTo>
                    <a:pt x="1393" y="1869"/>
                    <a:pt x="1805" y="1458"/>
                    <a:pt x="1805" y="951"/>
                  </a:cubicBezTo>
                  <a:cubicBezTo>
                    <a:pt x="1805" y="413"/>
                    <a:pt x="1393" y="1"/>
                    <a:pt x="887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2" name="Google Shape;3632;p36"/>
            <p:cNvSpPr/>
            <p:nvPr/>
          </p:nvSpPr>
          <p:spPr>
            <a:xfrm>
              <a:off x="3656800" y="1965600"/>
              <a:ext cx="53850" cy="55450"/>
            </a:xfrm>
            <a:custGeom>
              <a:avLst/>
              <a:gdLst/>
              <a:ahLst/>
              <a:cxnLst/>
              <a:rect l="l" t="t" r="r" b="b"/>
              <a:pathLst>
                <a:path w="2154" h="2218" extrusionOk="0">
                  <a:moveTo>
                    <a:pt x="1077" y="317"/>
                  </a:moveTo>
                  <a:cubicBezTo>
                    <a:pt x="1488" y="317"/>
                    <a:pt x="1805" y="666"/>
                    <a:pt x="1805" y="1109"/>
                  </a:cubicBezTo>
                  <a:cubicBezTo>
                    <a:pt x="1805" y="1521"/>
                    <a:pt x="1488" y="1869"/>
                    <a:pt x="1077" y="1869"/>
                  </a:cubicBezTo>
                  <a:cubicBezTo>
                    <a:pt x="665" y="1869"/>
                    <a:pt x="348" y="1521"/>
                    <a:pt x="348" y="1109"/>
                  </a:cubicBezTo>
                  <a:cubicBezTo>
                    <a:pt x="348" y="666"/>
                    <a:pt x="665" y="317"/>
                    <a:pt x="1077" y="317"/>
                  </a:cubicBezTo>
                  <a:close/>
                  <a:moveTo>
                    <a:pt x="1077" y="1"/>
                  </a:moveTo>
                  <a:cubicBezTo>
                    <a:pt x="475" y="1"/>
                    <a:pt x="0" y="476"/>
                    <a:pt x="0" y="1109"/>
                  </a:cubicBezTo>
                  <a:cubicBezTo>
                    <a:pt x="0" y="1711"/>
                    <a:pt x="475" y="2217"/>
                    <a:pt x="1077" y="2217"/>
                  </a:cubicBezTo>
                  <a:cubicBezTo>
                    <a:pt x="1679" y="2217"/>
                    <a:pt x="2154" y="1711"/>
                    <a:pt x="2154" y="1109"/>
                  </a:cubicBezTo>
                  <a:cubicBezTo>
                    <a:pt x="2154" y="476"/>
                    <a:pt x="1679" y="1"/>
                    <a:pt x="107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3" name="Google Shape;3633;p36"/>
            <p:cNvSpPr/>
            <p:nvPr/>
          </p:nvSpPr>
          <p:spPr>
            <a:xfrm>
              <a:off x="3641750" y="2028150"/>
              <a:ext cx="85525" cy="53850"/>
            </a:xfrm>
            <a:custGeom>
              <a:avLst/>
              <a:gdLst/>
              <a:ahLst/>
              <a:cxnLst/>
              <a:rect l="l" t="t" r="r" b="b"/>
              <a:pathLst>
                <a:path w="3421" h="2154" extrusionOk="0">
                  <a:moveTo>
                    <a:pt x="1109" y="0"/>
                  </a:moveTo>
                  <a:cubicBezTo>
                    <a:pt x="0" y="32"/>
                    <a:pt x="32" y="1869"/>
                    <a:pt x="32" y="1869"/>
                  </a:cubicBezTo>
                  <a:cubicBezTo>
                    <a:pt x="32" y="2027"/>
                    <a:pt x="792" y="2154"/>
                    <a:pt x="1710" y="2154"/>
                  </a:cubicBezTo>
                  <a:cubicBezTo>
                    <a:pt x="2661" y="2154"/>
                    <a:pt x="3421" y="2027"/>
                    <a:pt x="3421" y="1869"/>
                  </a:cubicBezTo>
                  <a:cubicBezTo>
                    <a:pt x="3421" y="1869"/>
                    <a:pt x="3326" y="32"/>
                    <a:pt x="2249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4" name="Google Shape;3634;p36"/>
            <p:cNvSpPr/>
            <p:nvPr/>
          </p:nvSpPr>
          <p:spPr>
            <a:xfrm>
              <a:off x="3637775" y="2023825"/>
              <a:ext cx="93450" cy="62925"/>
            </a:xfrm>
            <a:custGeom>
              <a:avLst/>
              <a:gdLst/>
              <a:ahLst/>
              <a:cxnLst/>
              <a:rect l="l" t="t" r="r" b="b"/>
              <a:pathLst>
                <a:path w="3738" h="2517" extrusionOk="0">
                  <a:moveTo>
                    <a:pt x="1818" y="340"/>
                  </a:moveTo>
                  <a:cubicBezTo>
                    <a:pt x="2004" y="340"/>
                    <a:pt x="2202" y="348"/>
                    <a:pt x="2408" y="363"/>
                  </a:cubicBezTo>
                  <a:cubicBezTo>
                    <a:pt x="3231" y="363"/>
                    <a:pt x="3390" y="1725"/>
                    <a:pt x="3390" y="1978"/>
                  </a:cubicBezTo>
                  <a:cubicBezTo>
                    <a:pt x="3263" y="2073"/>
                    <a:pt x="2725" y="2168"/>
                    <a:pt x="1869" y="2168"/>
                  </a:cubicBezTo>
                  <a:cubicBezTo>
                    <a:pt x="1014" y="2168"/>
                    <a:pt x="476" y="2073"/>
                    <a:pt x="349" y="1978"/>
                  </a:cubicBezTo>
                  <a:cubicBezTo>
                    <a:pt x="349" y="1693"/>
                    <a:pt x="444" y="363"/>
                    <a:pt x="1299" y="363"/>
                  </a:cubicBezTo>
                  <a:cubicBezTo>
                    <a:pt x="1458" y="348"/>
                    <a:pt x="1632" y="340"/>
                    <a:pt x="1818" y="340"/>
                  </a:cubicBezTo>
                  <a:close/>
                  <a:moveTo>
                    <a:pt x="2007" y="1"/>
                  </a:moveTo>
                  <a:cubicBezTo>
                    <a:pt x="1746" y="1"/>
                    <a:pt x="1500" y="15"/>
                    <a:pt x="1268" y="15"/>
                  </a:cubicBezTo>
                  <a:cubicBezTo>
                    <a:pt x="1" y="47"/>
                    <a:pt x="1" y="1947"/>
                    <a:pt x="1" y="2042"/>
                  </a:cubicBezTo>
                  <a:cubicBezTo>
                    <a:pt x="1" y="2454"/>
                    <a:pt x="1173" y="2517"/>
                    <a:pt x="1869" y="2517"/>
                  </a:cubicBezTo>
                  <a:cubicBezTo>
                    <a:pt x="2566" y="2517"/>
                    <a:pt x="3738" y="2454"/>
                    <a:pt x="3738" y="2042"/>
                  </a:cubicBezTo>
                  <a:cubicBezTo>
                    <a:pt x="3738" y="1947"/>
                    <a:pt x="3643" y="47"/>
                    <a:pt x="2408" y="15"/>
                  </a:cubicBezTo>
                  <a:cubicBezTo>
                    <a:pt x="2271" y="4"/>
                    <a:pt x="2137" y="1"/>
                    <a:pt x="200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5" name="Google Shape;3635;p36"/>
            <p:cNvSpPr/>
            <p:nvPr/>
          </p:nvSpPr>
          <p:spPr>
            <a:xfrm>
              <a:off x="3535650" y="2067725"/>
              <a:ext cx="45150" cy="46750"/>
            </a:xfrm>
            <a:custGeom>
              <a:avLst/>
              <a:gdLst/>
              <a:ahLst/>
              <a:cxnLst/>
              <a:rect l="l" t="t" r="r" b="b"/>
              <a:pathLst>
                <a:path w="1806" h="1870" extrusionOk="0">
                  <a:moveTo>
                    <a:pt x="919" y="1"/>
                  </a:moveTo>
                  <a:cubicBezTo>
                    <a:pt x="412" y="1"/>
                    <a:pt x="1" y="444"/>
                    <a:pt x="1" y="951"/>
                  </a:cubicBezTo>
                  <a:cubicBezTo>
                    <a:pt x="1" y="1458"/>
                    <a:pt x="412" y="1869"/>
                    <a:pt x="919" y="1869"/>
                  </a:cubicBezTo>
                  <a:cubicBezTo>
                    <a:pt x="1394" y="1869"/>
                    <a:pt x="1806" y="1458"/>
                    <a:pt x="1806" y="951"/>
                  </a:cubicBezTo>
                  <a:cubicBezTo>
                    <a:pt x="1806" y="444"/>
                    <a:pt x="1394" y="1"/>
                    <a:pt x="919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6" name="Google Shape;3636;p36"/>
            <p:cNvSpPr/>
            <p:nvPr/>
          </p:nvSpPr>
          <p:spPr>
            <a:xfrm>
              <a:off x="3531700" y="2063775"/>
              <a:ext cx="53850" cy="55450"/>
            </a:xfrm>
            <a:custGeom>
              <a:avLst/>
              <a:gdLst/>
              <a:ahLst/>
              <a:cxnLst/>
              <a:rect l="l" t="t" r="r" b="b"/>
              <a:pathLst>
                <a:path w="2154" h="2218" extrusionOk="0">
                  <a:moveTo>
                    <a:pt x="1077" y="349"/>
                  </a:moveTo>
                  <a:cubicBezTo>
                    <a:pt x="1457" y="349"/>
                    <a:pt x="1805" y="697"/>
                    <a:pt x="1805" y="1109"/>
                  </a:cubicBezTo>
                  <a:cubicBezTo>
                    <a:pt x="1805" y="1521"/>
                    <a:pt x="1457" y="1869"/>
                    <a:pt x="1077" y="1869"/>
                  </a:cubicBezTo>
                  <a:cubicBezTo>
                    <a:pt x="665" y="1869"/>
                    <a:pt x="317" y="1521"/>
                    <a:pt x="317" y="1109"/>
                  </a:cubicBezTo>
                  <a:cubicBezTo>
                    <a:pt x="317" y="697"/>
                    <a:pt x="665" y="349"/>
                    <a:pt x="1077" y="349"/>
                  </a:cubicBezTo>
                  <a:close/>
                  <a:moveTo>
                    <a:pt x="1077" y="0"/>
                  </a:moveTo>
                  <a:cubicBezTo>
                    <a:pt x="475" y="0"/>
                    <a:pt x="0" y="475"/>
                    <a:pt x="0" y="1109"/>
                  </a:cubicBezTo>
                  <a:cubicBezTo>
                    <a:pt x="0" y="1711"/>
                    <a:pt x="475" y="2217"/>
                    <a:pt x="1077" y="2217"/>
                  </a:cubicBezTo>
                  <a:cubicBezTo>
                    <a:pt x="1647" y="2217"/>
                    <a:pt x="2154" y="1711"/>
                    <a:pt x="2154" y="1109"/>
                  </a:cubicBezTo>
                  <a:cubicBezTo>
                    <a:pt x="2154" y="475"/>
                    <a:pt x="1647" y="0"/>
                    <a:pt x="107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7" name="Google Shape;3637;p36"/>
            <p:cNvSpPr/>
            <p:nvPr/>
          </p:nvSpPr>
          <p:spPr>
            <a:xfrm>
              <a:off x="3516650" y="2126325"/>
              <a:ext cx="84750" cy="54650"/>
            </a:xfrm>
            <a:custGeom>
              <a:avLst/>
              <a:gdLst/>
              <a:ahLst/>
              <a:cxnLst/>
              <a:rect l="l" t="t" r="r" b="b"/>
              <a:pathLst>
                <a:path w="3390" h="2186" extrusionOk="0">
                  <a:moveTo>
                    <a:pt x="1109" y="0"/>
                  </a:moveTo>
                  <a:cubicBezTo>
                    <a:pt x="1" y="32"/>
                    <a:pt x="1" y="1869"/>
                    <a:pt x="1" y="1869"/>
                  </a:cubicBezTo>
                  <a:cubicBezTo>
                    <a:pt x="1" y="2059"/>
                    <a:pt x="761" y="2185"/>
                    <a:pt x="1711" y="2185"/>
                  </a:cubicBezTo>
                  <a:cubicBezTo>
                    <a:pt x="2629" y="2185"/>
                    <a:pt x="3389" y="2027"/>
                    <a:pt x="3389" y="1869"/>
                  </a:cubicBezTo>
                  <a:cubicBezTo>
                    <a:pt x="3389" y="1869"/>
                    <a:pt x="3326" y="64"/>
                    <a:pt x="2249" y="32"/>
                  </a:cubicBezTo>
                  <a:cubicBezTo>
                    <a:pt x="1806" y="0"/>
                    <a:pt x="1426" y="0"/>
                    <a:pt x="1109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8" name="Google Shape;3638;p36"/>
            <p:cNvSpPr/>
            <p:nvPr/>
          </p:nvSpPr>
          <p:spPr>
            <a:xfrm>
              <a:off x="3511900" y="2122350"/>
              <a:ext cx="94250" cy="62575"/>
            </a:xfrm>
            <a:custGeom>
              <a:avLst/>
              <a:gdLst/>
              <a:ahLst/>
              <a:cxnLst/>
              <a:rect l="l" t="t" r="r" b="b"/>
              <a:pathLst>
                <a:path w="3770" h="2503" extrusionOk="0">
                  <a:moveTo>
                    <a:pt x="2439" y="349"/>
                  </a:moveTo>
                  <a:cubicBezTo>
                    <a:pt x="3231" y="381"/>
                    <a:pt x="3389" y="1711"/>
                    <a:pt x="3421" y="1996"/>
                  </a:cubicBezTo>
                  <a:cubicBezTo>
                    <a:pt x="3263" y="2059"/>
                    <a:pt x="2756" y="2154"/>
                    <a:pt x="1901" y="2154"/>
                  </a:cubicBezTo>
                  <a:cubicBezTo>
                    <a:pt x="1014" y="2154"/>
                    <a:pt x="507" y="2059"/>
                    <a:pt x="349" y="1996"/>
                  </a:cubicBezTo>
                  <a:cubicBezTo>
                    <a:pt x="381" y="1711"/>
                    <a:pt x="444" y="349"/>
                    <a:pt x="1299" y="349"/>
                  </a:cubicBezTo>
                  <a:close/>
                  <a:moveTo>
                    <a:pt x="1299" y="1"/>
                  </a:moveTo>
                  <a:cubicBezTo>
                    <a:pt x="32" y="33"/>
                    <a:pt x="1" y="1964"/>
                    <a:pt x="1" y="2028"/>
                  </a:cubicBezTo>
                  <a:cubicBezTo>
                    <a:pt x="1" y="2439"/>
                    <a:pt x="1172" y="2503"/>
                    <a:pt x="1901" y="2503"/>
                  </a:cubicBezTo>
                  <a:cubicBezTo>
                    <a:pt x="2597" y="2503"/>
                    <a:pt x="3769" y="2439"/>
                    <a:pt x="3769" y="2028"/>
                  </a:cubicBezTo>
                  <a:cubicBezTo>
                    <a:pt x="3769" y="1933"/>
                    <a:pt x="3643" y="33"/>
                    <a:pt x="243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9" name="Google Shape;3639;p36"/>
            <p:cNvSpPr/>
            <p:nvPr/>
          </p:nvSpPr>
          <p:spPr>
            <a:xfrm>
              <a:off x="3786625" y="1871375"/>
              <a:ext cx="45150" cy="46750"/>
            </a:xfrm>
            <a:custGeom>
              <a:avLst/>
              <a:gdLst/>
              <a:ahLst/>
              <a:cxnLst/>
              <a:rect l="l" t="t" r="r" b="b"/>
              <a:pathLst>
                <a:path w="1806" h="1870" extrusionOk="0">
                  <a:moveTo>
                    <a:pt x="919" y="1"/>
                  </a:moveTo>
                  <a:cubicBezTo>
                    <a:pt x="412" y="1"/>
                    <a:pt x="1" y="413"/>
                    <a:pt x="1" y="919"/>
                  </a:cubicBezTo>
                  <a:cubicBezTo>
                    <a:pt x="1" y="1458"/>
                    <a:pt x="412" y="1869"/>
                    <a:pt x="919" y="1869"/>
                  </a:cubicBezTo>
                  <a:cubicBezTo>
                    <a:pt x="1394" y="1869"/>
                    <a:pt x="1806" y="1458"/>
                    <a:pt x="1806" y="919"/>
                  </a:cubicBezTo>
                  <a:cubicBezTo>
                    <a:pt x="1806" y="413"/>
                    <a:pt x="1394" y="1"/>
                    <a:pt x="919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0" name="Google Shape;3640;p36"/>
            <p:cNvSpPr/>
            <p:nvPr/>
          </p:nvSpPr>
          <p:spPr>
            <a:xfrm>
              <a:off x="3782675" y="1866625"/>
              <a:ext cx="53850" cy="55450"/>
            </a:xfrm>
            <a:custGeom>
              <a:avLst/>
              <a:gdLst/>
              <a:ahLst/>
              <a:cxnLst/>
              <a:rect l="l" t="t" r="r" b="b"/>
              <a:pathLst>
                <a:path w="2154" h="2218" extrusionOk="0">
                  <a:moveTo>
                    <a:pt x="1077" y="349"/>
                  </a:moveTo>
                  <a:cubicBezTo>
                    <a:pt x="1457" y="349"/>
                    <a:pt x="1806" y="698"/>
                    <a:pt x="1806" y="1109"/>
                  </a:cubicBezTo>
                  <a:cubicBezTo>
                    <a:pt x="1806" y="1553"/>
                    <a:pt x="1457" y="1869"/>
                    <a:pt x="1077" y="1869"/>
                  </a:cubicBezTo>
                  <a:cubicBezTo>
                    <a:pt x="665" y="1869"/>
                    <a:pt x="349" y="1553"/>
                    <a:pt x="349" y="1109"/>
                  </a:cubicBezTo>
                  <a:cubicBezTo>
                    <a:pt x="349" y="698"/>
                    <a:pt x="665" y="349"/>
                    <a:pt x="1077" y="349"/>
                  </a:cubicBezTo>
                  <a:close/>
                  <a:moveTo>
                    <a:pt x="1077" y="1"/>
                  </a:moveTo>
                  <a:cubicBezTo>
                    <a:pt x="475" y="1"/>
                    <a:pt x="0" y="508"/>
                    <a:pt x="0" y="1109"/>
                  </a:cubicBezTo>
                  <a:cubicBezTo>
                    <a:pt x="0" y="1743"/>
                    <a:pt x="475" y="2218"/>
                    <a:pt x="1077" y="2218"/>
                  </a:cubicBezTo>
                  <a:cubicBezTo>
                    <a:pt x="1647" y="2218"/>
                    <a:pt x="2154" y="1743"/>
                    <a:pt x="2154" y="1109"/>
                  </a:cubicBezTo>
                  <a:cubicBezTo>
                    <a:pt x="2154" y="508"/>
                    <a:pt x="1647" y="1"/>
                    <a:pt x="107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1" name="Google Shape;3641;p36"/>
            <p:cNvSpPr/>
            <p:nvPr/>
          </p:nvSpPr>
          <p:spPr>
            <a:xfrm>
              <a:off x="3767625" y="1929975"/>
              <a:ext cx="85525" cy="53850"/>
            </a:xfrm>
            <a:custGeom>
              <a:avLst/>
              <a:gdLst/>
              <a:ahLst/>
              <a:cxnLst/>
              <a:rect l="l" t="t" r="r" b="b"/>
              <a:pathLst>
                <a:path w="3421" h="2154" extrusionOk="0">
                  <a:moveTo>
                    <a:pt x="1109" y="0"/>
                  </a:moveTo>
                  <a:cubicBezTo>
                    <a:pt x="1" y="0"/>
                    <a:pt x="1" y="1869"/>
                    <a:pt x="1" y="1869"/>
                  </a:cubicBezTo>
                  <a:cubicBezTo>
                    <a:pt x="1" y="2027"/>
                    <a:pt x="761" y="2154"/>
                    <a:pt x="1711" y="2154"/>
                  </a:cubicBezTo>
                  <a:cubicBezTo>
                    <a:pt x="2629" y="2154"/>
                    <a:pt x="3421" y="2027"/>
                    <a:pt x="3421" y="1869"/>
                  </a:cubicBezTo>
                  <a:cubicBezTo>
                    <a:pt x="3389" y="1869"/>
                    <a:pt x="3389" y="1869"/>
                    <a:pt x="3389" y="1837"/>
                  </a:cubicBezTo>
                  <a:cubicBezTo>
                    <a:pt x="3389" y="1837"/>
                    <a:pt x="3326" y="32"/>
                    <a:pt x="2249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2" name="Google Shape;3642;p36"/>
            <p:cNvSpPr/>
            <p:nvPr/>
          </p:nvSpPr>
          <p:spPr>
            <a:xfrm>
              <a:off x="3763675" y="1925225"/>
              <a:ext cx="93450" cy="63350"/>
            </a:xfrm>
            <a:custGeom>
              <a:avLst/>
              <a:gdLst/>
              <a:ahLst/>
              <a:cxnLst/>
              <a:rect l="l" t="t" r="r" b="b"/>
              <a:pathLst>
                <a:path w="3738" h="2534" extrusionOk="0">
                  <a:moveTo>
                    <a:pt x="2407" y="349"/>
                  </a:moveTo>
                  <a:cubicBezTo>
                    <a:pt x="3199" y="380"/>
                    <a:pt x="3357" y="1711"/>
                    <a:pt x="3389" y="1996"/>
                  </a:cubicBezTo>
                  <a:cubicBezTo>
                    <a:pt x="3231" y="2059"/>
                    <a:pt x="2724" y="2186"/>
                    <a:pt x="1869" y="2186"/>
                  </a:cubicBezTo>
                  <a:cubicBezTo>
                    <a:pt x="982" y="2186"/>
                    <a:pt x="475" y="2059"/>
                    <a:pt x="317" y="1996"/>
                  </a:cubicBezTo>
                  <a:cubicBezTo>
                    <a:pt x="349" y="1711"/>
                    <a:pt x="444" y="380"/>
                    <a:pt x="1267" y="349"/>
                  </a:cubicBezTo>
                  <a:close/>
                  <a:moveTo>
                    <a:pt x="1267" y="0"/>
                  </a:moveTo>
                  <a:cubicBezTo>
                    <a:pt x="0" y="32"/>
                    <a:pt x="0" y="1964"/>
                    <a:pt x="0" y="2059"/>
                  </a:cubicBezTo>
                  <a:cubicBezTo>
                    <a:pt x="0" y="2471"/>
                    <a:pt x="1172" y="2534"/>
                    <a:pt x="1869" y="2534"/>
                  </a:cubicBezTo>
                  <a:cubicBezTo>
                    <a:pt x="2566" y="2534"/>
                    <a:pt x="3737" y="2471"/>
                    <a:pt x="3737" y="2059"/>
                  </a:cubicBezTo>
                  <a:lnTo>
                    <a:pt x="3737" y="2027"/>
                  </a:lnTo>
                  <a:cubicBezTo>
                    <a:pt x="3737" y="1964"/>
                    <a:pt x="3642" y="64"/>
                    <a:pt x="2407" y="32"/>
                  </a:cubicBezTo>
                  <a:cubicBezTo>
                    <a:pt x="1996" y="0"/>
                    <a:pt x="1615" y="0"/>
                    <a:pt x="126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3" name="Google Shape;3643;p36"/>
            <p:cNvSpPr/>
            <p:nvPr/>
          </p:nvSpPr>
          <p:spPr>
            <a:xfrm>
              <a:off x="881000" y="2348875"/>
              <a:ext cx="142525" cy="481300"/>
            </a:xfrm>
            <a:custGeom>
              <a:avLst/>
              <a:gdLst/>
              <a:ahLst/>
              <a:cxnLst/>
              <a:rect l="l" t="t" r="r" b="b"/>
              <a:pathLst>
                <a:path w="5701" h="19252" extrusionOk="0">
                  <a:moveTo>
                    <a:pt x="5497" y="1"/>
                  </a:moveTo>
                  <a:cubicBezTo>
                    <a:pt x="5454" y="1"/>
                    <a:pt x="5413" y="18"/>
                    <a:pt x="5384" y="61"/>
                  </a:cubicBezTo>
                  <a:cubicBezTo>
                    <a:pt x="4877" y="441"/>
                    <a:pt x="4402" y="884"/>
                    <a:pt x="3991" y="1359"/>
                  </a:cubicBezTo>
                  <a:cubicBezTo>
                    <a:pt x="3896" y="1454"/>
                    <a:pt x="3896" y="1549"/>
                    <a:pt x="3991" y="1644"/>
                  </a:cubicBezTo>
                  <a:cubicBezTo>
                    <a:pt x="4022" y="1676"/>
                    <a:pt x="4054" y="1676"/>
                    <a:pt x="4117" y="1676"/>
                  </a:cubicBezTo>
                  <a:cubicBezTo>
                    <a:pt x="4181" y="1676"/>
                    <a:pt x="4212" y="1676"/>
                    <a:pt x="4244" y="1612"/>
                  </a:cubicBezTo>
                  <a:cubicBezTo>
                    <a:pt x="4687" y="1169"/>
                    <a:pt x="5131" y="726"/>
                    <a:pt x="5606" y="346"/>
                  </a:cubicBezTo>
                  <a:cubicBezTo>
                    <a:pt x="5701" y="282"/>
                    <a:pt x="5701" y="156"/>
                    <a:pt x="5637" y="61"/>
                  </a:cubicBezTo>
                  <a:cubicBezTo>
                    <a:pt x="5603" y="26"/>
                    <a:pt x="5549" y="1"/>
                    <a:pt x="5497" y="1"/>
                  </a:cubicBezTo>
                  <a:close/>
                  <a:moveTo>
                    <a:pt x="2897" y="2772"/>
                  </a:moveTo>
                  <a:cubicBezTo>
                    <a:pt x="2844" y="2772"/>
                    <a:pt x="2790" y="2795"/>
                    <a:pt x="2755" y="2847"/>
                  </a:cubicBezTo>
                  <a:cubicBezTo>
                    <a:pt x="2375" y="3386"/>
                    <a:pt x="2059" y="3924"/>
                    <a:pt x="1742" y="4494"/>
                  </a:cubicBezTo>
                  <a:cubicBezTo>
                    <a:pt x="1710" y="4589"/>
                    <a:pt x="1742" y="4684"/>
                    <a:pt x="1837" y="4748"/>
                  </a:cubicBezTo>
                  <a:cubicBezTo>
                    <a:pt x="1869" y="4748"/>
                    <a:pt x="1869" y="4779"/>
                    <a:pt x="1900" y="4779"/>
                  </a:cubicBezTo>
                  <a:cubicBezTo>
                    <a:pt x="1964" y="4779"/>
                    <a:pt x="2059" y="4716"/>
                    <a:pt x="2090" y="4653"/>
                  </a:cubicBezTo>
                  <a:cubicBezTo>
                    <a:pt x="2375" y="4114"/>
                    <a:pt x="2692" y="3576"/>
                    <a:pt x="3072" y="3069"/>
                  </a:cubicBezTo>
                  <a:cubicBezTo>
                    <a:pt x="3136" y="2974"/>
                    <a:pt x="3104" y="2879"/>
                    <a:pt x="3009" y="2816"/>
                  </a:cubicBezTo>
                  <a:cubicBezTo>
                    <a:pt x="2980" y="2787"/>
                    <a:pt x="2939" y="2772"/>
                    <a:pt x="2897" y="2772"/>
                  </a:cubicBezTo>
                  <a:close/>
                  <a:moveTo>
                    <a:pt x="1151" y="6101"/>
                  </a:moveTo>
                  <a:cubicBezTo>
                    <a:pt x="1067" y="6101"/>
                    <a:pt x="976" y="6158"/>
                    <a:pt x="950" y="6236"/>
                  </a:cubicBezTo>
                  <a:cubicBezTo>
                    <a:pt x="729" y="6838"/>
                    <a:pt x="539" y="7471"/>
                    <a:pt x="380" y="8073"/>
                  </a:cubicBezTo>
                  <a:cubicBezTo>
                    <a:pt x="380" y="8168"/>
                    <a:pt x="444" y="8294"/>
                    <a:pt x="539" y="8294"/>
                  </a:cubicBezTo>
                  <a:cubicBezTo>
                    <a:pt x="539" y="8326"/>
                    <a:pt x="570" y="8326"/>
                    <a:pt x="570" y="8326"/>
                  </a:cubicBezTo>
                  <a:cubicBezTo>
                    <a:pt x="665" y="8326"/>
                    <a:pt x="760" y="8263"/>
                    <a:pt x="760" y="8168"/>
                  </a:cubicBezTo>
                  <a:cubicBezTo>
                    <a:pt x="919" y="7566"/>
                    <a:pt x="1077" y="6964"/>
                    <a:pt x="1299" y="6363"/>
                  </a:cubicBezTo>
                  <a:cubicBezTo>
                    <a:pt x="1330" y="6268"/>
                    <a:pt x="1299" y="6173"/>
                    <a:pt x="1204" y="6109"/>
                  </a:cubicBezTo>
                  <a:cubicBezTo>
                    <a:pt x="1187" y="6104"/>
                    <a:pt x="1169" y="6101"/>
                    <a:pt x="1151" y="6101"/>
                  </a:cubicBezTo>
                  <a:close/>
                  <a:moveTo>
                    <a:pt x="247" y="9808"/>
                  </a:moveTo>
                  <a:cubicBezTo>
                    <a:pt x="167" y="9808"/>
                    <a:pt x="95" y="9891"/>
                    <a:pt x="95" y="9973"/>
                  </a:cubicBezTo>
                  <a:cubicBezTo>
                    <a:pt x="32" y="10448"/>
                    <a:pt x="0" y="10923"/>
                    <a:pt x="0" y="11430"/>
                  </a:cubicBezTo>
                  <a:cubicBezTo>
                    <a:pt x="0" y="11588"/>
                    <a:pt x="0" y="11746"/>
                    <a:pt x="32" y="11905"/>
                  </a:cubicBezTo>
                  <a:cubicBezTo>
                    <a:pt x="32" y="12000"/>
                    <a:pt x="95" y="12095"/>
                    <a:pt x="222" y="12095"/>
                  </a:cubicBezTo>
                  <a:cubicBezTo>
                    <a:pt x="317" y="12095"/>
                    <a:pt x="412" y="12000"/>
                    <a:pt x="412" y="11873"/>
                  </a:cubicBezTo>
                  <a:cubicBezTo>
                    <a:pt x="412" y="11746"/>
                    <a:pt x="380" y="11588"/>
                    <a:pt x="380" y="11430"/>
                  </a:cubicBezTo>
                  <a:cubicBezTo>
                    <a:pt x="380" y="10955"/>
                    <a:pt x="412" y="10480"/>
                    <a:pt x="475" y="10005"/>
                  </a:cubicBezTo>
                  <a:cubicBezTo>
                    <a:pt x="475" y="9910"/>
                    <a:pt x="380" y="9815"/>
                    <a:pt x="285" y="9815"/>
                  </a:cubicBezTo>
                  <a:cubicBezTo>
                    <a:pt x="273" y="9810"/>
                    <a:pt x="260" y="9808"/>
                    <a:pt x="247" y="9808"/>
                  </a:cubicBezTo>
                  <a:close/>
                  <a:moveTo>
                    <a:pt x="380" y="13583"/>
                  </a:moveTo>
                  <a:cubicBezTo>
                    <a:pt x="254" y="13615"/>
                    <a:pt x="190" y="13710"/>
                    <a:pt x="222" y="13805"/>
                  </a:cubicBezTo>
                  <a:cubicBezTo>
                    <a:pt x="317" y="14438"/>
                    <a:pt x="475" y="15072"/>
                    <a:pt x="634" y="15673"/>
                  </a:cubicBezTo>
                  <a:cubicBezTo>
                    <a:pt x="665" y="15768"/>
                    <a:pt x="760" y="15832"/>
                    <a:pt x="824" y="15832"/>
                  </a:cubicBezTo>
                  <a:cubicBezTo>
                    <a:pt x="855" y="15832"/>
                    <a:pt x="855" y="15800"/>
                    <a:pt x="887" y="15800"/>
                  </a:cubicBezTo>
                  <a:cubicBezTo>
                    <a:pt x="982" y="15768"/>
                    <a:pt x="1045" y="15673"/>
                    <a:pt x="1014" y="15578"/>
                  </a:cubicBezTo>
                  <a:cubicBezTo>
                    <a:pt x="824" y="14977"/>
                    <a:pt x="697" y="14375"/>
                    <a:pt x="602" y="13742"/>
                  </a:cubicBezTo>
                  <a:cubicBezTo>
                    <a:pt x="570" y="13647"/>
                    <a:pt x="475" y="13583"/>
                    <a:pt x="380" y="13583"/>
                  </a:cubicBezTo>
                  <a:close/>
                  <a:moveTo>
                    <a:pt x="1496" y="17213"/>
                  </a:moveTo>
                  <a:cubicBezTo>
                    <a:pt x="1473" y="17213"/>
                    <a:pt x="1449" y="17217"/>
                    <a:pt x="1425" y="17225"/>
                  </a:cubicBezTo>
                  <a:cubicBezTo>
                    <a:pt x="1330" y="17257"/>
                    <a:pt x="1267" y="17383"/>
                    <a:pt x="1330" y="17478"/>
                  </a:cubicBezTo>
                  <a:cubicBezTo>
                    <a:pt x="1584" y="18049"/>
                    <a:pt x="1900" y="18619"/>
                    <a:pt x="2217" y="19189"/>
                  </a:cubicBezTo>
                  <a:cubicBezTo>
                    <a:pt x="2249" y="19220"/>
                    <a:pt x="2312" y="19252"/>
                    <a:pt x="2375" y="19252"/>
                  </a:cubicBezTo>
                  <a:cubicBezTo>
                    <a:pt x="2439" y="19252"/>
                    <a:pt x="2470" y="19252"/>
                    <a:pt x="2470" y="19220"/>
                  </a:cubicBezTo>
                  <a:cubicBezTo>
                    <a:pt x="2565" y="19189"/>
                    <a:pt x="2597" y="19062"/>
                    <a:pt x="2534" y="18967"/>
                  </a:cubicBezTo>
                  <a:cubicBezTo>
                    <a:pt x="2217" y="18429"/>
                    <a:pt x="1932" y="17890"/>
                    <a:pt x="1647" y="17320"/>
                  </a:cubicBezTo>
                  <a:cubicBezTo>
                    <a:pt x="1623" y="17249"/>
                    <a:pt x="1564" y="17213"/>
                    <a:pt x="1496" y="17213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4" name="Google Shape;3644;p36"/>
            <p:cNvSpPr/>
            <p:nvPr/>
          </p:nvSpPr>
          <p:spPr>
            <a:xfrm>
              <a:off x="1355250" y="2753850"/>
              <a:ext cx="242275" cy="231525"/>
            </a:xfrm>
            <a:custGeom>
              <a:avLst/>
              <a:gdLst/>
              <a:ahLst/>
              <a:cxnLst/>
              <a:rect l="l" t="t" r="r" b="b"/>
              <a:pathLst>
                <a:path w="9691" h="9261" extrusionOk="0">
                  <a:moveTo>
                    <a:pt x="9462" y="1"/>
                  </a:moveTo>
                  <a:cubicBezTo>
                    <a:pt x="9394" y="1"/>
                    <a:pt x="9335" y="36"/>
                    <a:pt x="9311" y="108"/>
                  </a:cubicBezTo>
                  <a:cubicBezTo>
                    <a:pt x="9089" y="709"/>
                    <a:pt x="8836" y="1279"/>
                    <a:pt x="8551" y="1850"/>
                  </a:cubicBezTo>
                  <a:cubicBezTo>
                    <a:pt x="8487" y="1945"/>
                    <a:pt x="8519" y="2040"/>
                    <a:pt x="8614" y="2103"/>
                  </a:cubicBezTo>
                  <a:lnTo>
                    <a:pt x="8709" y="2103"/>
                  </a:lnTo>
                  <a:cubicBezTo>
                    <a:pt x="8772" y="2103"/>
                    <a:pt x="8836" y="2071"/>
                    <a:pt x="8899" y="2008"/>
                  </a:cubicBezTo>
                  <a:cubicBezTo>
                    <a:pt x="9184" y="1438"/>
                    <a:pt x="9437" y="836"/>
                    <a:pt x="9659" y="266"/>
                  </a:cubicBezTo>
                  <a:cubicBezTo>
                    <a:pt x="9691" y="139"/>
                    <a:pt x="9659" y="44"/>
                    <a:pt x="9532" y="13"/>
                  </a:cubicBezTo>
                  <a:cubicBezTo>
                    <a:pt x="9509" y="5"/>
                    <a:pt x="9485" y="1"/>
                    <a:pt x="9462" y="1"/>
                  </a:cubicBezTo>
                  <a:close/>
                  <a:moveTo>
                    <a:pt x="7710" y="3357"/>
                  </a:moveTo>
                  <a:cubicBezTo>
                    <a:pt x="7658" y="3357"/>
                    <a:pt x="7604" y="3381"/>
                    <a:pt x="7569" y="3433"/>
                  </a:cubicBezTo>
                  <a:cubicBezTo>
                    <a:pt x="7221" y="3940"/>
                    <a:pt x="6809" y="4446"/>
                    <a:pt x="6397" y="4890"/>
                  </a:cubicBezTo>
                  <a:cubicBezTo>
                    <a:pt x="6334" y="4985"/>
                    <a:pt x="6334" y="5080"/>
                    <a:pt x="6397" y="5175"/>
                  </a:cubicBezTo>
                  <a:cubicBezTo>
                    <a:pt x="6461" y="5206"/>
                    <a:pt x="6492" y="5206"/>
                    <a:pt x="6524" y="5206"/>
                  </a:cubicBezTo>
                  <a:cubicBezTo>
                    <a:pt x="6587" y="5206"/>
                    <a:pt x="6651" y="5206"/>
                    <a:pt x="6682" y="5143"/>
                  </a:cubicBezTo>
                  <a:cubicBezTo>
                    <a:pt x="7126" y="4668"/>
                    <a:pt x="7506" y="4161"/>
                    <a:pt x="7886" y="3655"/>
                  </a:cubicBezTo>
                  <a:cubicBezTo>
                    <a:pt x="7949" y="3560"/>
                    <a:pt x="7917" y="3433"/>
                    <a:pt x="7822" y="3401"/>
                  </a:cubicBezTo>
                  <a:cubicBezTo>
                    <a:pt x="7794" y="3373"/>
                    <a:pt x="7753" y="3357"/>
                    <a:pt x="7710" y="3357"/>
                  </a:cubicBezTo>
                  <a:close/>
                  <a:moveTo>
                    <a:pt x="5174" y="6144"/>
                  </a:moveTo>
                  <a:cubicBezTo>
                    <a:pt x="5127" y="6144"/>
                    <a:pt x="5078" y="6160"/>
                    <a:pt x="5035" y="6188"/>
                  </a:cubicBezTo>
                  <a:cubicBezTo>
                    <a:pt x="4560" y="6600"/>
                    <a:pt x="4054" y="6980"/>
                    <a:pt x="3547" y="7297"/>
                  </a:cubicBezTo>
                  <a:cubicBezTo>
                    <a:pt x="3452" y="7360"/>
                    <a:pt x="3420" y="7487"/>
                    <a:pt x="3484" y="7582"/>
                  </a:cubicBezTo>
                  <a:cubicBezTo>
                    <a:pt x="3515" y="7613"/>
                    <a:pt x="3579" y="7645"/>
                    <a:pt x="3642" y="7645"/>
                  </a:cubicBezTo>
                  <a:lnTo>
                    <a:pt x="3737" y="7645"/>
                  </a:lnTo>
                  <a:cubicBezTo>
                    <a:pt x="4275" y="7297"/>
                    <a:pt x="4814" y="6917"/>
                    <a:pt x="5289" y="6505"/>
                  </a:cubicBezTo>
                  <a:cubicBezTo>
                    <a:pt x="5384" y="6410"/>
                    <a:pt x="5384" y="6315"/>
                    <a:pt x="5320" y="6220"/>
                  </a:cubicBezTo>
                  <a:cubicBezTo>
                    <a:pt x="5286" y="6168"/>
                    <a:pt x="5232" y="6144"/>
                    <a:pt x="5174" y="6144"/>
                  </a:cubicBezTo>
                  <a:close/>
                  <a:moveTo>
                    <a:pt x="1975" y="8203"/>
                  </a:moveTo>
                  <a:cubicBezTo>
                    <a:pt x="1950" y="8203"/>
                    <a:pt x="1924" y="8207"/>
                    <a:pt x="1900" y="8215"/>
                  </a:cubicBezTo>
                  <a:cubicBezTo>
                    <a:pt x="1330" y="8500"/>
                    <a:pt x="760" y="8722"/>
                    <a:pt x="158" y="8912"/>
                  </a:cubicBezTo>
                  <a:cubicBezTo>
                    <a:pt x="63" y="8943"/>
                    <a:pt x="0" y="9038"/>
                    <a:pt x="32" y="9133"/>
                  </a:cubicBezTo>
                  <a:cubicBezTo>
                    <a:pt x="63" y="9228"/>
                    <a:pt x="127" y="9260"/>
                    <a:pt x="222" y="9260"/>
                  </a:cubicBezTo>
                  <a:lnTo>
                    <a:pt x="285" y="9260"/>
                  </a:lnTo>
                  <a:cubicBezTo>
                    <a:pt x="887" y="9070"/>
                    <a:pt x="1489" y="8848"/>
                    <a:pt x="2059" y="8563"/>
                  </a:cubicBezTo>
                  <a:cubicBezTo>
                    <a:pt x="2154" y="8532"/>
                    <a:pt x="2185" y="8405"/>
                    <a:pt x="2154" y="8310"/>
                  </a:cubicBezTo>
                  <a:cubicBezTo>
                    <a:pt x="2130" y="8239"/>
                    <a:pt x="2053" y="8203"/>
                    <a:pt x="1975" y="8203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5" name="Google Shape;3645;p36"/>
            <p:cNvSpPr/>
            <p:nvPr/>
          </p:nvSpPr>
          <p:spPr>
            <a:xfrm>
              <a:off x="1368700" y="2287200"/>
              <a:ext cx="131450" cy="83000"/>
            </a:xfrm>
            <a:custGeom>
              <a:avLst/>
              <a:gdLst/>
              <a:ahLst/>
              <a:cxnLst/>
              <a:rect l="l" t="t" r="r" b="b"/>
              <a:pathLst>
                <a:path w="5258" h="3320" extrusionOk="0">
                  <a:moveTo>
                    <a:pt x="201" y="0"/>
                  </a:moveTo>
                  <a:cubicBezTo>
                    <a:pt x="127" y="0"/>
                    <a:pt x="55" y="52"/>
                    <a:pt x="32" y="121"/>
                  </a:cubicBezTo>
                  <a:cubicBezTo>
                    <a:pt x="0" y="216"/>
                    <a:pt x="64" y="342"/>
                    <a:pt x="159" y="374"/>
                  </a:cubicBezTo>
                  <a:cubicBezTo>
                    <a:pt x="729" y="596"/>
                    <a:pt x="1299" y="849"/>
                    <a:pt x="1869" y="1134"/>
                  </a:cubicBezTo>
                  <a:lnTo>
                    <a:pt x="1964" y="1134"/>
                  </a:lnTo>
                  <a:cubicBezTo>
                    <a:pt x="2027" y="1134"/>
                    <a:pt x="2091" y="1102"/>
                    <a:pt x="2122" y="1039"/>
                  </a:cubicBezTo>
                  <a:cubicBezTo>
                    <a:pt x="2186" y="944"/>
                    <a:pt x="2122" y="817"/>
                    <a:pt x="2027" y="786"/>
                  </a:cubicBezTo>
                  <a:cubicBezTo>
                    <a:pt x="1457" y="501"/>
                    <a:pt x="887" y="247"/>
                    <a:pt x="285" y="26"/>
                  </a:cubicBezTo>
                  <a:cubicBezTo>
                    <a:pt x="259" y="8"/>
                    <a:pt x="230" y="0"/>
                    <a:pt x="201" y="0"/>
                  </a:cubicBezTo>
                  <a:close/>
                  <a:moveTo>
                    <a:pt x="3589" y="1735"/>
                  </a:moveTo>
                  <a:cubicBezTo>
                    <a:pt x="3529" y="1735"/>
                    <a:pt x="3462" y="1770"/>
                    <a:pt x="3421" y="1831"/>
                  </a:cubicBezTo>
                  <a:cubicBezTo>
                    <a:pt x="3357" y="1926"/>
                    <a:pt x="3389" y="2021"/>
                    <a:pt x="3484" y="2084"/>
                  </a:cubicBezTo>
                  <a:cubicBezTo>
                    <a:pt x="3991" y="2433"/>
                    <a:pt x="4466" y="2844"/>
                    <a:pt x="4941" y="3256"/>
                  </a:cubicBezTo>
                  <a:cubicBezTo>
                    <a:pt x="4972" y="3288"/>
                    <a:pt x="5004" y="3319"/>
                    <a:pt x="5067" y="3319"/>
                  </a:cubicBezTo>
                  <a:cubicBezTo>
                    <a:pt x="5099" y="3319"/>
                    <a:pt x="5162" y="3288"/>
                    <a:pt x="5194" y="3256"/>
                  </a:cubicBezTo>
                  <a:cubicBezTo>
                    <a:pt x="5257" y="3161"/>
                    <a:pt x="5257" y="3034"/>
                    <a:pt x="5194" y="2971"/>
                  </a:cubicBezTo>
                  <a:cubicBezTo>
                    <a:pt x="4719" y="2559"/>
                    <a:pt x="4212" y="2148"/>
                    <a:pt x="3674" y="1768"/>
                  </a:cubicBezTo>
                  <a:cubicBezTo>
                    <a:pt x="3652" y="1745"/>
                    <a:pt x="3621" y="1735"/>
                    <a:pt x="3589" y="1735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6" name="Google Shape;3646;p36"/>
            <p:cNvSpPr/>
            <p:nvPr/>
          </p:nvSpPr>
          <p:spPr>
            <a:xfrm>
              <a:off x="1023500" y="2388200"/>
              <a:ext cx="49125" cy="46925"/>
            </a:xfrm>
            <a:custGeom>
              <a:avLst/>
              <a:gdLst/>
              <a:ahLst/>
              <a:cxnLst/>
              <a:rect l="l" t="t" r="r" b="b"/>
              <a:pathLst>
                <a:path w="1965" h="1877" extrusionOk="0">
                  <a:moveTo>
                    <a:pt x="986" y="385"/>
                  </a:moveTo>
                  <a:cubicBezTo>
                    <a:pt x="1006" y="385"/>
                    <a:pt x="1026" y="386"/>
                    <a:pt x="1046" y="388"/>
                  </a:cubicBezTo>
                  <a:cubicBezTo>
                    <a:pt x="1204" y="388"/>
                    <a:pt x="1331" y="451"/>
                    <a:pt x="1426" y="578"/>
                  </a:cubicBezTo>
                  <a:cubicBezTo>
                    <a:pt x="1521" y="704"/>
                    <a:pt x="1584" y="831"/>
                    <a:pt x="1553" y="989"/>
                  </a:cubicBezTo>
                  <a:cubicBezTo>
                    <a:pt x="1553" y="1258"/>
                    <a:pt x="1299" y="1499"/>
                    <a:pt x="978" y="1499"/>
                  </a:cubicBezTo>
                  <a:cubicBezTo>
                    <a:pt x="959" y="1499"/>
                    <a:pt x="939" y="1498"/>
                    <a:pt x="919" y="1496"/>
                  </a:cubicBezTo>
                  <a:cubicBezTo>
                    <a:pt x="761" y="1464"/>
                    <a:pt x="634" y="1401"/>
                    <a:pt x="539" y="1274"/>
                  </a:cubicBezTo>
                  <a:cubicBezTo>
                    <a:pt x="444" y="1179"/>
                    <a:pt x="381" y="1021"/>
                    <a:pt x="412" y="894"/>
                  </a:cubicBezTo>
                  <a:cubicBezTo>
                    <a:pt x="442" y="598"/>
                    <a:pt x="694" y="385"/>
                    <a:pt x="986" y="385"/>
                  </a:cubicBezTo>
                  <a:close/>
                  <a:moveTo>
                    <a:pt x="960" y="1"/>
                  </a:moveTo>
                  <a:cubicBezTo>
                    <a:pt x="472" y="1"/>
                    <a:pt x="62" y="362"/>
                    <a:pt x="32" y="831"/>
                  </a:cubicBezTo>
                  <a:cubicBezTo>
                    <a:pt x="1" y="1084"/>
                    <a:pt x="64" y="1338"/>
                    <a:pt x="222" y="1528"/>
                  </a:cubicBezTo>
                  <a:cubicBezTo>
                    <a:pt x="412" y="1718"/>
                    <a:pt x="634" y="1844"/>
                    <a:pt x="887" y="1876"/>
                  </a:cubicBezTo>
                  <a:lnTo>
                    <a:pt x="982" y="1876"/>
                  </a:lnTo>
                  <a:cubicBezTo>
                    <a:pt x="1489" y="1876"/>
                    <a:pt x="1901" y="1496"/>
                    <a:pt x="1933" y="1021"/>
                  </a:cubicBezTo>
                  <a:cubicBezTo>
                    <a:pt x="1964" y="768"/>
                    <a:pt x="1901" y="514"/>
                    <a:pt x="1743" y="324"/>
                  </a:cubicBezTo>
                  <a:cubicBezTo>
                    <a:pt x="1553" y="134"/>
                    <a:pt x="1331" y="8"/>
                    <a:pt x="1077" y="8"/>
                  </a:cubicBezTo>
                  <a:cubicBezTo>
                    <a:pt x="1038" y="3"/>
                    <a:pt x="999" y="1"/>
                    <a:pt x="96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7" name="Google Shape;3647;p36"/>
            <p:cNvSpPr/>
            <p:nvPr/>
          </p:nvSpPr>
          <p:spPr>
            <a:xfrm>
              <a:off x="961750" y="2509825"/>
              <a:ext cx="62575" cy="98675"/>
            </a:xfrm>
            <a:custGeom>
              <a:avLst/>
              <a:gdLst/>
              <a:ahLst/>
              <a:cxnLst/>
              <a:rect l="l" t="t" r="r" b="b"/>
              <a:pathLst>
                <a:path w="2503" h="3947" extrusionOk="0">
                  <a:moveTo>
                    <a:pt x="2016" y="0"/>
                  </a:moveTo>
                  <a:cubicBezTo>
                    <a:pt x="1835" y="0"/>
                    <a:pt x="1660" y="97"/>
                    <a:pt x="1584" y="273"/>
                  </a:cubicBezTo>
                  <a:lnTo>
                    <a:pt x="824" y="2205"/>
                  </a:lnTo>
                  <a:cubicBezTo>
                    <a:pt x="539" y="2648"/>
                    <a:pt x="222" y="3155"/>
                    <a:pt x="159" y="3250"/>
                  </a:cubicBezTo>
                  <a:cubicBezTo>
                    <a:pt x="127" y="3250"/>
                    <a:pt x="127" y="3282"/>
                    <a:pt x="127" y="3313"/>
                  </a:cubicBezTo>
                  <a:cubicBezTo>
                    <a:pt x="1" y="3503"/>
                    <a:pt x="64" y="3757"/>
                    <a:pt x="254" y="3883"/>
                  </a:cubicBezTo>
                  <a:cubicBezTo>
                    <a:pt x="286" y="3883"/>
                    <a:pt x="349" y="3947"/>
                    <a:pt x="444" y="3947"/>
                  </a:cubicBezTo>
                  <a:cubicBezTo>
                    <a:pt x="571" y="3947"/>
                    <a:pt x="761" y="3915"/>
                    <a:pt x="887" y="3725"/>
                  </a:cubicBezTo>
                  <a:cubicBezTo>
                    <a:pt x="919" y="3693"/>
                    <a:pt x="951" y="3630"/>
                    <a:pt x="982" y="3567"/>
                  </a:cubicBezTo>
                  <a:cubicBezTo>
                    <a:pt x="1046" y="3472"/>
                    <a:pt x="1141" y="3345"/>
                    <a:pt x="1236" y="3187"/>
                  </a:cubicBezTo>
                  <a:lnTo>
                    <a:pt x="1584" y="2617"/>
                  </a:lnTo>
                  <a:lnTo>
                    <a:pt x="1616" y="2585"/>
                  </a:lnTo>
                  <a:lnTo>
                    <a:pt x="2407" y="590"/>
                  </a:lnTo>
                  <a:cubicBezTo>
                    <a:pt x="2502" y="368"/>
                    <a:pt x="2376" y="115"/>
                    <a:pt x="2154" y="20"/>
                  </a:cubicBezTo>
                  <a:cubicBezTo>
                    <a:pt x="2109" y="7"/>
                    <a:pt x="2062" y="0"/>
                    <a:pt x="201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8" name="Google Shape;3648;p36"/>
            <p:cNvSpPr/>
            <p:nvPr/>
          </p:nvSpPr>
          <p:spPr>
            <a:xfrm>
              <a:off x="957800" y="2505250"/>
              <a:ext cx="70475" cy="108000"/>
            </a:xfrm>
            <a:custGeom>
              <a:avLst/>
              <a:gdLst/>
              <a:ahLst/>
              <a:cxnLst/>
              <a:rect l="l" t="t" r="r" b="b"/>
              <a:pathLst>
                <a:path w="2819" h="4320" extrusionOk="0">
                  <a:moveTo>
                    <a:pt x="2154" y="361"/>
                  </a:moveTo>
                  <a:cubicBezTo>
                    <a:pt x="2185" y="361"/>
                    <a:pt x="2217" y="393"/>
                    <a:pt x="2249" y="393"/>
                  </a:cubicBezTo>
                  <a:cubicBezTo>
                    <a:pt x="2312" y="424"/>
                    <a:pt x="2375" y="456"/>
                    <a:pt x="2407" y="519"/>
                  </a:cubicBezTo>
                  <a:cubicBezTo>
                    <a:pt x="2407" y="583"/>
                    <a:pt x="2439" y="646"/>
                    <a:pt x="2407" y="678"/>
                  </a:cubicBezTo>
                  <a:lnTo>
                    <a:pt x="1615" y="2673"/>
                  </a:lnTo>
                  <a:lnTo>
                    <a:pt x="1615" y="2705"/>
                  </a:lnTo>
                  <a:lnTo>
                    <a:pt x="1235" y="3275"/>
                  </a:lnTo>
                  <a:cubicBezTo>
                    <a:pt x="1140" y="3401"/>
                    <a:pt x="1045" y="3560"/>
                    <a:pt x="982" y="3655"/>
                  </a:cubicBezTo>
                  <a:cubicBezTo>
                    <a:pt x="950" y="3718"/>
                    <a:pt x="919" y="3750"/>
                    <a:pt x="887" y="3781"/>
                  </a:cubicBezTo>
                  <a:cubicBezTo>
                    <a:pt x="824" y="3908"/>
                    <a:pt x="729" y="3940"/>
                    <a:pt x="634" y="3940"/>
                  </a:cubicBezTo>
                  <a:cubicBezTo>
                    <a:pt x="570" y="3940"/>
                    <a:pt x="507" y="3908"/>
                    <a:pt x="507" y="3908"/>
                  </a:cubicBezTo>
                  <a:cubicBezTo>
                    <a:pt x="475" y="3876"/>
                    <a:pt x="412" y="3813"/>
                    <a:pt x="412" y="3750"/>
                  </a:cubicBezTo>
                  <a:cubicBezTo>
                    <a:pt x="380" y="3686"/>
                    <a:pt x="412" y="3623"/>
                    <a:pt x="444" y="3591"/>
                  </a:cubicBezTo>
                  <a:cubicBezTo>
                    <a:pt x="444" y="3560"/>
                    <a:pt x="444" y="3560"/>
                    <a:pt x="475" y="3560"/>
                  </a:cubicBezTo>
                  <a:cubicBezTo>
                    <a:pt x="475" y="3528"/>
                    <a:pt x="475" y="3528"/>
                    <a:pt x="475" y="3528"/>
                  </a:cubicBezTo>
                  <a:cubicBezTo>
                    <a:pt x="539" y="3433"/>
                    <a:pt x="855" y="2926"/>
                    <a:pt x="1140" y="2483"/>
                  </a:cubicBezTo>
                  <a:cubicBezTo>
                    <a:pt x="1140" y="2483"/>
                    <a:pt x="1172" y="2483"/>
                    <a:pt x="1172" y="2451"/>
                  </a:cubicBezTo>
                  <a:lnTo>
                    <a:pt x="1932" y="519"/>
                  </a:lnTo>
                  <a:cubicBezTo>
                    <a:pt x="1964" y="424"/>
                    <a:pt x="2059" y="361"/>
                    <a:pt x="2154" y="361"/>
                  </a:cubicBezTo>
                  <a:close/>
                  <a:moveTo>
                    <a:pt x="2151" y="1"/>
                  </a:moveTo>
                  <a:cubicBezTo>
                    <a:pt x="1908" y="1"/>
                    <a:pt x="1681" y="150"/>
                    <a:pt x="1584" y="393"/>
                  </a:cubicBezTo>
                  <a:lnTo>
                    <a:pt x="824" y="2293"/>
                  </a:lnTo>
                  <a:cubicBezTo>
                    <a:pt x="507" y="2768"/>
                    <a:pt x="222" y="3211"/>
                    <a:pt x="159" y="3306"/>
                  </a:cubicBezTo>
                  <a:cubicBezTo>
                    <a:pt x="127" y="3338"/>
                    <a:pt x="127" y="3370"/>
                    <a:pt x="95" y="3370"/>
                  </a:cubicBezTo>
                  <a:cubicBezTo>
                    <a:pt x="32" y="3528"/>
                    <a:pt x="0" y="3686"/>
                    <a:pt x="32" y="3845"/>
                  </a:cubicBezTo>
                  <a:cubicBezTo>
                    <a:pt x="64" y="4003"/>
                    <a:pt x="190" y="4130"/>
                    <a:pt x="317" y="4225"/>
                  </a:cubicBezTo>
                  <a:cubicBezTo>
                    <a:pt x="349" y="4256"/>
                    <a:pt x="444" y="4288"/>
                    <a:pt x="602" y="4320"/>
                  </a:cubicBezTo>
                  <a:lnTo>
                    <a:pt x="665" y="4320"/>
                  </a:lnTo>
                  <a:cubicBezTo>
                    <a:pt x="855" y="4320"/>
                    <a:pt x="1077" y="4193"/>
                    <a:pt x="1204" y="4003"/>
                  </a:cubicBezTo>
                  <a:cubicBezTo>
                    <a:pt x="1204" y="3971"/>
                    <a:pt x="1235" y="3908"/>
                    <a:pt x="1299" y="3876"/>
                  </a:cubicBezTo>
                  <a:cubicBezTo>
                    <a:pt x="1362" y="3750"/>
                    <a:pt x="1457" y="3623"/>
                    <a:pt x="1552" y="3465"/>
                  </a:cubicBezTo>
                  <a:cubicBezTo>
                    <a:pt x="1742" y="3180"/>
                    <a:pt x="1900" y="2895"/>
                    <a:pt x="1900" y="2895"/>
                  </a:cubicBezTo>
                  <a:lnTo>
                    <a:pt x="1932" y="2863"/>
                  </a:lnTo>
                  <a:cubicBezTo>
                    <a:pt x="1932" y="2863"/>
                    <a:pt x="1932" y="2863"/>
                    <a:pt x="1964" y="2831"/>
                  </a:cubicBezTo>
                  <a:lnTo>
                    <a:pt x="2755" y="836"/>
                  </a:lnTo>
                  <a:cubicBezTo>
                    <a:pt x="2819" y="678"/>
                    <a:pt x="2819" y="519"/>
                    <a:pt x="2724" y="361"/>
                  </a:cubicBezTo>
                  <a:cubicBezTo>
                    <a:pt x="2660" y="203"/>
                    <a:pt x="2534" y="108"/>
                    <a:pt x="2375" y="44"/>
                  </a:cubicBezTo>
                  <a:cubicBezTo>
                    <a:pt x="2301" y="15"/>
                    <a:pt x="2225" y="1"/>
                    <a:pt x="215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9" name="Google Shape;3649;p36"/>
            <p:cNvSpPr/>
            <p:nvPr/>
          </p:nvSpPr>
          <p:spPr>
            <a:xfrm>
              <a:off x="991050" y="2427375"/>
              <a:ext cx="131450" cy="160550"/>
            </a:xfrm>
            <a:custGeom>
              <a:avLst/>
              <a:gdLst/>
              <a:ahLst/>
              <a:cxnLst/>
              <a:rect l="l" t="t" r="r" b="b"/>
              <a:pathLst>
                <a:path w="5258" h="6422" extrusionOk="0">
                  <a:moveTo>
                    <a:pt x="4810" y="0"/>
                  </a:moveTo>
                  <a:cubicBezTo>
                    <a:pt x="4703" y="0"/>
                    <a:pt x="4592" y="40"/>
                    <a:pt x="4497" y="119"/>
                  </a:cubicBezTo>
                  <a:lnTo>
                    <a:pt x="3452" y="1069"/>
                  </a:lnTo>
                  <a:lnTo>
                    <a:pt x="3041" y="1038"/>
                  </a:lnTo>
                  <a:cubicBezTo>
                    <a:pt x="2977" y="753"/>
                    <a:pt x="2787" y="531"/>
                    <a:pt x="2534" y="404"/>
                  </a:cubicBezTo>
                  <a:cubicBezTo>
                    <a:pt x="2400" y="345"/>
                    <a:pt x="2261" y="318"/>
                    <a:pt x="2125" y="318"/>
                  </a:cubicBezTo>
                  <a:cubicBezTo>
                    <a:pt x="1749" y="318"/>
                    <a:pt x="1398" y="530"/>
                    <a:pt x="1235" y="879"/>
                  </a:cubicBezTo>
                  <a:lnTo>
                    <a:pt x="919" y="1544"/>
                  </a:lnTo>
                  <a:lnTo>
                    <a:pt x="222" y="3033"/>
                  </a:lnTo>
                  <a:cubicBezTo>
                    <a:pt x="0" y="3508"/>
                    <a:pt x="222" y="4078"/>
                    <a:pt x="729" y="4268"/>
                  </a:cubicBezTo>
                  <a:cubicBezTo>
                    <a:pt x="855" y="4331"/>
                    <a:pt x="982" y="4363"/>
                    <a:pt x="1109" y="4363"/>
                  </a:cubicBezTo>
                  <a:lnTo>
                    <a:pt x="2312" y="4553"/>
                  </a:lnTo>
                  <a:lnTo>
                    <a:pt x="1995" y="5883"/>
                  </a:lnTo>
                  <a:cubicBezTo>
                    <a:pt x="1932" y="6105"/>
                    <a:pt x="2090" y="6358"/>
                    <a:pt x="2312" y="6390"/>
                  </a:cubicBezTo>
                  <a:cubicBezTo>
                    <a:pt x="2344" y="6421"/>
                    <a:pt x="2375" y="6421"/>
                    <a:pt x="2407" y="6421"/>
                  </a:cubicBezTo>
                  <a:cubicBezTo>
                    <a:pt x="2629" y="6421"/>
                    <a:pt x="2787" y="6263"/>
                    <a:pt x="2851" y="6073"/>
                  </a:cubicBezTo>
                  <a:lnTo>
                    <a:pt x="3199" y="4521"/>
                  </a:lnTo>
                  <a:cubicBezTo>
                    <a:pt x="3294" y="4236"/>
                    <a:pt x="3136" y="3919"/>
                    <a:pt x="2851" y="3824"/>
                  </a:cubicBezTo>
                  <a:lnTo>
                    <a:pt x="2787" y="3793"/>
                  </a:lnTo>
                  <a:lnTo>
                    <a:pt x="2090" y="3666"/>
                  </a:lnTo>
                  <a:lnTo>
                    <a:pt x="2692" y="2336"/>
                  </a:lnTo>
                  <a:lnTo>
                    <a:pt x="2946" y="1829"/>
                  </a:lnTo>
                  <a:lnTo>
                    <a:pt x="3579" y="1893"/>
                  </a:lnTo>
                  <a:lnTo>
                    <a:pt x="3611" y="1893"/>
                  </a:lnTo>
                  <a:cubicBezTo>
                    <a:pt x="3706" y="1893"/>
                    <a:pt x="3832" y="1861"/>
                    <a:pt x="3896" y="1766"/>
                  </a:cubicBezTo>
                  <a:lnTo>
                    <a:pt x="5099" y="689"/>
                  </a:lnTo>
                  <a:cubicBezTo>
                    <a:pt x="5257" y="531"/>
                    <a:pt x="5257" y="277"/>
                    <a:pt x="5099" y="119"/>
                  </a:cubicBezTo>
                  <a:cubicBezTo>
                    <a:pt x="5020" y="40"/>
                    <a:pt x="4917" y="0"/>
                    <a:pt x="481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0" name="Google Shape;3650;p36"/>
            <p:cNvSpPr/>
            <p:nvPr/>
          </p:nvSpPr>
          <p:spPr>
            <a:xfrm>
              <a:off x="988675" y="2422600"/>
              <a:ext cx="137775" cy="170075"/>
            </a:xfrm>
            <a:custGeom>
              <a:avLst/>
              <a:gdLst/>
              <a:ahLst/>
              <a:cxnLst/>
              <a:rect l="l" t="t" r="r" b="b"/>
              <a:pathLst>
                <a:path w="5511" h="6803" extrusionOk="0">
                  <a:moveTo>
                    <a:pt x="4872" y="377"/>
                  </a:moveTo>
                  <a:cubicBezTo>
                    <a:pt x="4938" y="377"/>
                    <a:pt x="5001" y="402"/>
                    <a:pt x="5036" y="437"/>
                  </a:cubicBezTo>
                  <a:cubicBezTo>
                    <a:pt x="5099" y="500"/>
                    <a:pt x="5099" y="532"/>
                    <a:pt x="5099" y="595"/>
                  </a:cubicBezTo>
                  <a:cubicBezTo>
                    <a:pt x="5099" y="658"/>
                    <a:pt x="5099" y="690"/>
                    <a:pt x="5036" y="754"/>
                  </a:cubicBezTo>
                  <a:lnTo>
                    <a:pt x="3864" y="1830"/>
                  </a:lnTo>
                  <a:cubicBezTo>
                    <a:pt x="3801" y="1862"/>
                    <a:pt x="3769" y="1894"/>
                    <a:pt x="3706" y="1894"/>
                  </a:cubicBezTo>
                  <a:lnTo>
                    <a:pt x="3674" y="1894"/>
                  </a:lnTo>
                  <a:lnTo>
                    <a:pt x="3041" y="1830"/>
                  </a:lnTo>
                  <a:cubicBezTo>
                    <a:pt x="3023" y="1824"/>
                    <a:pt x="3007" y="1822"/>
                    <a:pt x="2991" y="1822"/>
                  </a:cubicBezTo>
                  <a:cubicBezTo>
                    <a:pt x="2923" y="1822"/>
                    <a:pt x="2876" y="1874"/>
                    <a:pt x="2850" y="1925"/>
                  </a:cubicBezTo>
                  <a:lnTo>
                    <a:pt x="2597" y="2432"/>
                  </a:lnTo>
                  <a:lnTo>
                    <a:pt x="1995" y="3762"/>
                  </a:lnTo>
                  <a:cubicBezTo>
                    <a:pt x="1964" y="3825"/>
                    <a:pt x="1964" y="3889"/>
                    <a:pt x="1995" y="3952"/>
                  </a:cubicBezTo>
                  <a:cubicBezTo>
                    <a:pt x="2027" y="3984"/>
                    <a:pt x="2059" y="4015"/>
                    <a:pt x="2122" y="4047"/>
                  </a:cubicBezTo>
                  <a:lnTo>
                    <a:pt x="2819" y="4174"/>
                  </a:lnTo>
                  <a:lnTo>
                    <a:pt x="2850" y="4174"/>
                  </a:lnTo>
                  <a:cubicBezTo>
                    <a:pt x="3041" y="4269"/>
                    <a:pt x="3167" y="4459"/>
                    <a:pt x="3104" y="4680"/>
                  </a:cubicBezTo>
                  <a:lnTo>
                    <a:pt x="2755" y="6232"/>
                  </a:lnTo>
                  <a:cubicBezTo>
                    <a:pt x="2724" y="6327"/>
                    <a:pt x="2629" y="6422"/>
                    <a:pt x="2502" y="6422"/>
                  </a:cubicBezTo>
                  <a:cubicBezTo>
                    <a:pt x="2502" y="6422"/>
                    <a:pt x="2470" y="6391"/>
                    <a:pt x="2439" y="6391"/>
                  </a:cubicBezTo>
                  <a:cubicBezTo>
                    <a:pt x="2375" y="6391"/>
                    <a:pt x="2344" y="6327"/>
                    <a:pt x="2280" y="6296"/>
                  </a:cubicBezTo>
                  <a:cubicBezTo>
                    <a:pt x="2249" y="6232"/>
                    <a:pt x="2249" y="6169"/>
                    <a:pt x="2280" y="6106"/>
                  </a:cubicBezTo>
                  <a:lnTo>
                    <a:pt x="2565" y="4807"/>
                  </a:lnTo>
                  <a:cubicBezTo>
                    <a:pt x="2597" y="4744"/>
                    <a:pt x="2565" y="4680"/>
                    <a:pt x="2534" y="4649"/>
                  </a:cubicBezTo>
                  <a:cubicBezTo>
                    <a:pt x="2534" y="4617"/>
                    <a:pt x="2470" y="4585"/>
                    <a:pt x="2407" y="4554"/>
                  </a:cubicBezTo>
                  <a:lnTo>
                    <a:pt x="1235" y="4364"/>
                  </a:lnTo>
                  <a:lnTo>
                    <a:pt x="1204" y="4364"/>
                  </a:lnTo>
                  <a:cubicBezTo>
                    <a:pt x="1077" y="4364"/>
                    <a:pt x="982" y="4332"/>
                    <a:pt x="887" y="4300"/>
                  </a:cubicBezTo>
                  <a:cubicBezTo>
                    <a:pt x="697" y="4205"/>
                    <a:pt x="539" y="4047"/>
                    <a:pt x="475" y="3857"/>
                  </a:cubicBezTo>
                  <a:cubicBezTo>
                    <a:pt x="380" y="3667"/>
                    <a:pt x="412" y="3477"/>
                    <a:pt x="475" y="3287"/>
                  </a:cubicBezTo>
                  <a:lnTo>
                    <a:pt x="1172" y="1799"/>
                  </a:lnTo>
                  <a:lnTo>
                    <a:pt x="1489" y="1165"/>
                  </a:lnTo>
                  <a:cubicBezTo>
                    <a:pt x="1615" y="880"/>
                    <a:pt x="1900" y="722"/>
                    <a:pt x="2217" y="722"/>
                  </a:cubicBezTo>
                  <a:cubicBezTo>
                    <a:pt x="2312" y="722"/>
                    <a:pt x="2439" y="722"/>
                    <a:pt x="2534" y="785"/>
                  </a:cubicBezTo>
                  <a:cubicBezTo>
                    <a:pt x="2724" y="880"/>
                    <a:pt x="2882" y="1039"/>
                    <a:pt x="2946" y="1260"/>
                  </a:cubicBezTo>
                  <a:cubicBezTo>
                    <a:pt x="2977" y="1324"/>
                    <a:pt x="3041" y="1387"/>
                    <a:pt x="3104" y="1387"/>
                  </a:cubicBezTo>
                  <a:lnTo>
                    <a:pt x="3516" y="1450"/>
                  </a:lnTo>
                  <a:cubicBezTo>
                    <a:pt x="3579" y="1450"/>
                    <a:pt x="3642" y="1419"/>
                    <a:pt x="3674" y="1387"/>
                  </a:cubicBezTo>
                  <a:lnTo>
                    <a:pt x="4719" y="437"/>
                  </a:lnTo>
                  <a:cubicBezTo>
                    <a:pt x="4762" y="394"/>
                    <a:pt x="4818" y="377"/>
                    <a:pt x="4872" y="377"/>
                  </a:cubicBezTo>
                  <a:close/>
                  <a:moveTo>
                    <a:pt x="4877" y="1"/>
                  </a:moveTo>
                  <a:cubicBezTo>
                    <a:pt x="4737" y="1"/>
                    <a:pt x="4600" y="49"/>
                    <a:pt x="4497" y="152"/>
                  </a:cubicBezTo>
                  <a:lnTo>
                    <a:pt x="3484" y="1070"/>
                  </a:lnTo>
                  <a:lnTo>
                    <a:pt x="3294" y="1039"/>
                  </a:lnTo>
                  <a:cubicBezTo>
                    <a:pt x="3167" y="785"/>
                    <a:pt x="2977" y="563"/>
                    <a:pt x="2692" y="437"/>
                  </a:cubicBezTo>
                  <a:cubicBezTo>
                    <a:pt x="2534" y="367"/>
                    <a:pt x="2367" y="333"/>
                    <a:pt x="2201" y="333"/>
                  </a:cubicBezTo>
                  <a:cubicBezTo>
                    <a:pt x="1768" y="333"/>
                    <a:pt x="1346" y="563"/>
                    <a:pt x="1140" y="975"/>
                  </a:cubicBezTo>
                  <a:lnTo>
                    <a:pt x="824" y="1640"/>
                  </a:lnTo>
                  <a:lnTo>
                    <a:pt x="159" y="3129"/>
                  </a:lnTo>
                  <a:cubicBezTo>
                    <a:pt x="32" y="3414"/>
                    <a:pt x="0" y="3730"/>
                    <a:pt x="127" y="4015"/>
                  </a:cubicBezTo>
                  <a:cubicBezTo>
                    <a:pt x="222" y="4300"/>
                    <a:pt x="444" y="4522"/>
                    <a:pt x="729" y="4649"/>
                  </a:cubicBezTo>
                  <a:cubicBezTo>
                    <a:pt x="887" y="4712"/>
                    <a:pt x="1045" y="4744"/>
                    <a:pt x="1204" y="4744"/>
                  </a:cubicBezTo>
                  <a:lnTo>
                    <a:pt x="2154" y="4902"/>
                  </a:lnTo>
                  <a:lnTo>
                    <a:pt x="1900" y="6042"/>
                  </a:lnTo>
                  <a:cubicBezTo>
                    <a:pt x="1869" y="6201"/>
                    <a:pt x="1900" y="6359"/>
                    <a:pt x="1964" y="6486"/>
                  </a:cubicBezTo>
                  <a:cubicBezTo>
                    <a:pt x="2059" y="6644"/>
                    <a:pt x="2217" y="6739"/>
                    <a:pt x="2375" y="6771"/>
                  </a:cubicBezTo>
                  <a:cubicBezTo>
                    <a:pt x="2407" y="6771"/>
                    <a:pt x="2470" y="6802"/>
                    <a:pt x="2502" y="6802"/>
                  </a:cubicBezTo>
                  <a:cubicBezTo>
                    <a:pt x="2819" y="6802"/>
                    <a:pt x="3072" y="6581"/>
                    <a:pt x="3136" y="6296"/>
                  </a:cubicBezTo>
                  <a:lnTo>
                    <a:pt x="3484" y="4775"/>
                  </a:lnTo>
                  <a:cubicBezTo>
                    <a:pt x="3579" y="4364"/>
                    <a:pt x="3389" y="3984"/>
                    <a:pt x="3009" y="3825"/>
                  </a:cubicBezTo>
                  <a:lnTo>
                    <a:pt x="2946" y="3794"/>
                  </a:lnTo>
                  <a:lnTo>
                    <a:pt x="2914" y="3794"/>
                  </a:lnTo>
                  <a:lnTo>
                    <a:pt x="2439" y="3699"/>
                  </a:lnTo>
                  <a:lnTo>
                    <a:pt x="2946" y="2622"/>
                  </a:lnTo>
                  <a:lnTo>
                    <a:pt x="3136" y="2210"/>
                  </a:lnTo>
                  <a:lnTo>
                    <a:pt x="3642" y="2274"/>
                  </a:lnTo>
                  <a:lnTo>
                    <a:pt x="3706" y="2274"/>
                  </a:lnTo>
                  <a:cubicBezTo>
                    <a:pt x="3864" y="2274"/>
                    <a:pt x="4022" y="2210"/>
                    <a:pt x="4117" y="2115"/>
                  </a:cubicBezTo>
                  <a:lnTo>
                    <a:pt x="5321" y="1039"/>
                  </a:lnTo>
                  <a:cubicBezTo>
                    <a:pt x="5416" y="912"/>
                    <a:pt x="5511" y="785"/>
                    <a:pt x="5511" y="627"/>
                  </a:cubicBezTo>
                  <a:cubicBezTo>
                    <a:pt x="5511" y="437"/>
                    <a:pt x="5447" y="310"/>
                    <a:pt x="5321" y="183"/>
                  </a:cubicBezTo>
                  <a:cubicBezTo>
                    <a:pt x="5202" y="65"/>
                    <a:pt x="5038" y="1"/>
                    <a:pt x="487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1" name="Google Shape;3651;p36"/>
            <p:cNvSpPr/>
            <p:nvPr/>
          </p:nvSpPr>
          <p:spPr>
            <a:xfrm>
              <a:off x="1107425" y="2340875"/>
              <a:ext cx="135425" cy="178950"/>
            </a:xfrm>
            <a:custGeom>
              <a:avLst/>
              <a:gdLst/>
              <a:ahLst/>
              <a:cxnLst/>
              <a:rect l="l" t="t" r="r" b="b"/>
              <a:pathLst>
                <a:path w="5417" h="7158" extrusionOk="0">
                  <a:moveTo>
                    <a:pt x="4023" y="1"/>
                  </a:moveTo>
                  <a:cubicBezTo>
                    <a:pt x="3421" y="32"/>
                    <a:pt x="2534" y="64"/>
                    <a:pt x="2186" y="64"/>
                  </a:cubicBezTo>
                  <a:cubicBezTo>
                    <a:pt x="2152" y="58"/>
                    <a:pt x="2118" y="56"/>
                    <a:pt x="2085" y="56"/>
                  </a:cubicBezTo>
                  <a:cubicBezTo>
                    <a:pt x="1928" y="56"/>
                    <a:pt x="1772" y="112"/>
                    <a:pt x="1616" y="191"/>
                  </a:cubicBezTo>
                  <a:cubicBezTo>
                    <a:pt x="1394" y="317"/>
                    <a:pt x="1299" y="476"/>
                    <a:pt x="1204" y="666"/>
                  </a:cubicBezTo>
                  <a:cubicBezTo>
                    <a:pt x="1109" y="887"/>
                    <a:pt x="1046" y="1141"/>
                    <a:pt x="1014" y="1394"/>
                  </a:cubicBezTo>
                  <a:lnTo>
                    <a:pt x="824" y="2566"/>
                  </a:lnTo>
                  <a:lnTo>
                    <a:pt x="127" y="3452"/>
                  </a:lnTo>
                  <a:cubicBezTo>
                    <a:pt x="1" y="3611"/>
                    <a:pt x="1" y="3832"/>
                    <a:pt x="159" y="3991"/>
                  </a:cubicBezTo>
                  <a:cubicBezTo>
                    <a:pt x="222" y="4086"/>
                    <a:pt x="349" y="4118"/>
                    <a:pt x="444" y="4118"/>
                  </a:cubicBezTo>
                  <a:cubicBezTo>
                    <a:pt x="571" y="4118"/>
                    <a:pt x="697" y="4054"/>
                    <a:pt x="761" y="3959"/>
                  </a:cubicBezTo>
                  <a:lnTo>
                    <a:pt x="1552" y="2977"/>
                  </a:lnTo>
                  <a:cubicBezTo>
                    <a:pt x="1584" y="2946"/>
                    <a:pt x="1616" y="2882"/>
                    <a:pt x="1647" y="2819"/>
                  </a:cubicBezTo>
                  <a:lnTo>
                    <a:pt x="1742" y="2312"/>
                  </a:lnTo>
                  <a:lnTo>
                    <a:pt x="2344" y="3389"/>
                  </a:lnTo>
                  <a:cubicBezTo>
                    <a:pt x="2376" y="3421"/>
                    <a:pt x="2407" y="3484"/>
                    <a:pt x="2439" y="3516"/>
                  </a:cubicBezTo>
                  <a:lnTo>
                    <a:pt x="1711" y="4973"/>
                  </a:lnTo>
                  <a:lnTo>
                    <a:pt x="2534" y="6904"/>
                  </a:lnTo>
                  <a:cubicBezTo>
                    <a:pt x="2598" y="7063"/>
                    <a:pt x="2756" y="7158"/>
                    <a:pt x="2946" y="7158"/>
                  </a:cubicBezTo>
                  <a:cubicBezTo>
                    <a:pt x="3009" y="7158"/>
                    <a:pt x="3104" y="7126"/>
                    <a:pt x="3199" y="7094"/>
                  </a:cubicBezTo>
                  <a:cubicBezTo>
                    <a:pt x="3358" y="6968"/>
                    <a:pt x="3421" y="6746"/>
                    <a:pt x="3326" y="6556"/>
                  </a:cubicBezTo>
                  <a:lnTo>
                    <a:pt x="2693" y="5004"/>
                  </a:lnTo>
                  <a:lnTo>
                    <a:pt x="3231" y="3864"/>
                  </a:lnTo>
                  <a:cubicBezTo>
                    <a:pt x="3326" y="3864"/>
                    <a:pt x="3421" y="3864"/>
                    <a:pt x="3516" y="3832"/>
                  </a:cubicBezTo>
                  <a:lnTo>
                    <a:pt x="3864" y="5131"/>
                  </a:lnTo>
                  <a:lnTo>
                    <a:pt x="4561" y="6461"/>
                  </a:lnTo>
                  <a:cubicBezTo>
                    <a:pt x="4624" y="6619"/>
                    <a:pt x="4783" y="6714"/>
                    <a:pt x="4941" y="6714"/>
                  </a:cubicBezTo>
                  <a:cubicBezTo>
                    <a:pt x="5036" y="6714"/>
                    <a:pt x="5131" y="6683"/>
                    <a:pt x="5194" y="6619"/>
                  </a:cubicBezTo>
                  <a:cubicBezTo>
                    <a:pt x="5384" y="6493"/>
                    <a:pt x="5416" y="6271"/>
                    <a:pt x="5321" y="6081"/>
                  </a:cubicBezTo>
                  <a:lnTo>
                    <a:pt x="4719" y="4814"/>
                  </a:lnTo>
                  <a:cubicBezTo>
                    <a:pt x="4719" y="4814"/>
                    <a:pt x="4149" y="2597"/>
                    <a:pt x="4054" y="2471"/>
                  </a:cubicBezTo>
                  <a:lnTo>
                    <a:pt x="3136" y="856"/>
                  </a:lnTo>
                  <a:cubicBezTo>
                    <a:pt x="3294" y="824"/>
                    <a:pt x="3484" y="824"/>
                    <a:pt x="3674" y="824"/>
                  </a:cubicBezTo>
                  <a:lnTo>
                    <a:pt x="3833" y="1837"/>
                  </a:lnTo>
                  <a:cubicBezTo>
                    <a:pt x="3862" y="2040"/>
                    <a:pt x="4049" y="2190"/>
                    <a:pt x="4251" y="2190"/>
                  </a:cubicBezTo>
                  <a:cubicBezTo>
                    <a:pt x="4270" y="2190"/>
                    <a:pt x="4289" y="2188"/>
                    <a:pt x="4308" y="2186"/>
                  </a:cubicBezTo>
                  <a:cubicBezTo>
                    <a:pt x="4529" y="2154"/>
                    <a:pt x="4688" y="1932"/>
                    <a:pt x="4656" y="1742"/>
                  </a:cubicBezTo>
                  <a:lnTo>
                    <a:pt x="4434" y="349"/>
                  </a:lnTo>
                  <a:cubicBezTo>
                    <a:pt x="4403" y="159"/>
                    <a:pt x="4244" y="1"/>
                    <a:pt x="4023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2" name="Google Shape;3652;p36"/>
            <p:cNvSpPr/>
            <p:nvPr/>
          </p:nvSpPr>
          <p:spPr>
            <a:xfrm>
              <a:off x="1101875" y="2336125"/>
              <a:ext cx="146500" cy="188450"/>
            </a:xfrm>
            <a:custGeom>
              <a:avLst/>
              <a:gdLst/>
              <a:ahLst/>
              <a:cxnLst/>
              <a:rect l="l" t="t" r="r" b="b"/>
              <a:pathLst>
                <a:path w="5860" h="7538" extrusionOk="0">
                  <a:moveTo>
                    <a:pt x="3738" y="1204"/>
                  </a:moveTo>
                  <a:lnTo>
                    <a:pt x="3770" y="1362"/>
                  </a:lnTo>
                  <a:lnTo>
                    <a:pt x="3675" y="1204"/>
                  </a:lnTo>
                  <a:close/>
                  <a:moveTo>
                    <a:pt x="4245" y="381"/>
                  </a:moveTo>
                  <a:cubicBezTo>
                    <a:pt x="4340" y="381"/>
                    <a:pt x="4466" y="476"/>
                    <a:pt x="4466" y="571"/>
                  </a:cubicBezTo>
                  <a:lnTo>
                    <a:pt x="4688" y="1964"/>
                  </a:lnTo>
                  <a:cubicBezTo>
                    <a:pt x="4688" y="1996"/>
                    <a:pt x="4656" y="2059"/>
                    <a:pt x="4625" y="2091"/>
                  </a:cubicBezTo>
                  <a:cubicBezTo>
                    <a:pt x="4593" y="2154"/>
                    <a:pt x="4561" y="2186"/>
                    <a:pt x="4498" y="2186"/>
                  </a:cubicBezTo>
                  <a:cubicBezTo>
                    <a:pt x="4481" y="2190"/>
                    <a:pt x="4465" y="2192"/>
                    <a:pt x="4448" y="2192"/>
                  </a:cubicBezTo>
                  <a:cubicBezTo>
                    <a:pt x="4340" y="2192"/>
                    <a:pt x="4245" y="2106"/>
                    <a:pt x="4245" y="1996"/>
                  </a:cubicBezTo>
                  <a:lnTo>
                    <a:pt x="4086" y="982"/>
                  </a:lnTo>
                  <a:cubicBezTo>
                    <a:pt x="4055" y="887"/>
                    <a:pt x="3991" y="824"/>
                    <a:pt x="3896" y="824"/>
                  </a:cubicBezTo>
                  <a:lnTo>
                    <a:pt x="3326" y="856"/>
                  </a:lnTo>
                  <a:cubicBezTo>
                    <a:pt x="3263" y="856"/>
                    <a:pt x="3200" y="887"/>
                    <a:pt x="3168" y="951"/>
                  </a:cubicBezTo>
                  <a:cubicBezTo>
                    <a:pt x="3136" y="982"/>
                    <a:pt x="3136" y="1077"/>
                    <a:pt x="3168" y="1141"/>
                  </a:cubicBezTo>
                  <a:lnTo>
                    <a:pt x="4118" y="2724"/>
                  </a:lnTo>
                  <a:cubicBezTo>
                    <a:pt x="4150" y="2851"/>
                    <a:pt x="4466" y="4022"/>
                    <a:pt x="4751" y="5068"/>
                  </a:cubicBezTo>
                  <a:cubicBezTo>
                    <a:pt x="4751" y="5068"/>
                    <a:pt x="4751" y="5068"/>
                    <a:pt x="4751" y="5099"/>
                  </a:cubicBezTo>
                  <a:lnTo>
                    <a:pt x="5385" y="6334"/>
                  </a:lnTo>
                  <a:cubicBezTo>
                    <a:pt x="5448" y="6461"/>
                    <a:pt x="5416" y="6588"/>
                    <a:pt x="5321" y="6651"/>
                  </a:cubicBezTo>
                  <a:cubicBezTo>
                    <a:pt x="5279" y="6683"/>
                    <a:pt x="5230" y="6697"/>
                    <a:pt x="5181" y="6697"/>
                  </a:cubicBezTo>
                  <a:cubicBezTo>
                    <a:pt x="5082" y="6697"/>
                    <a:pt x="4984" y="6640"/>
                    <a:pt x="4941" y="6556"/>
                  </a:cubicBezTo>
                  <a:lnTo>
                    <a:pt x="4276" y="5226"/>
                  </a:lnTo>
                  <a:lnTo>
                    <a:pt x="3928" y="3959"/>
                  </a:lnTo>
                  <a:cubicBezTo>
                    <a:pt x="3896" y="3896"/>
                    <a:pt x="3865" y="3864"/>
                    <a:pt x="3833" y="3832"/>
                  </a:cubicBezTo>
                  <a:cubicBezTo>
                    <a:pt x="3801" y="3817"/>
                    <a:pt x="3777" y="3809"/>
                    <a:pt x="3754" y="3809"/>
                  </a:cubicBezTo>
                  <a:cubicBezTo>
                    <a:pt x="3730" y="3809"/>
                    <a:pt x="3706" y="3817"/>
                    <a:pt x="3675" y="3832"/>
                  </a:cubicBezTo>
                  <a:cubicBezTo>
                    <a:pt x="3611" y="3864"/>
                    <a:pt x="3516" y="3864"/>
                    <a:pt x="3453" y="3864"/>
                  </a:cubicBezTo>
                  <a:cubicBezTo>
                    <a:pt x="3390" y="3864"/>
                    <a:pt x="3326" y="3896"/>
                    <a:pt x="3295" y="3959"/>
                  </a:cubicBezTo>
                  <a:lnTo>
                    <a:pt x="2724" y="5099"/>
                  </a:lnTo>
                  <a:cubicBezTo>
                    <a:pt x="2693" y="5163"/>
                    <a:pt x="2693" y="5226"/>
                    <a:pt x="2724" y="5258"/>
                  </a:cubicBezTo>
                  <a:lnTo>
                    <a:pt x="3390" y="6809"/>
                  </a:lnTo>
                  <a:cubicBezTo>
                    <a:pt x="3421" y="6936"/>
                    <a:pt x="3390" y="7063"/>
                    <a:pt x="3295" y="7126"/>
                  </a:cubicBezTo>
                  <a:cubicBezTo>
                    <a:pt x="3261" y="7143"/>
                    <a:pt x="3222" y="7151"/>
                    <a:pt x="3183" y="7151"/>
                  </a:cubicBezTo>
                  <a:cubicBezTo>
                    <a:pt x="3075" y="7151"/>
                    <a:pt x="2961" y="7092"/>
                    <a:pt x="2915" y="6999"/>
                  </a:cubicBezTo>
                  <a:lnTo>
                    <a:pt x="2154" y="5163"/>
                  </a:lnTo>
                  <a:lnTo>
                    <a:pt x="2820" y="3801"/>
                  </a:lnTo>
                  <a:cubicBezTo>
                    <a:pt x="2851" y="3737"/>
                    <a:pt x="2851" y="3642"/>
                    <a:pt x="2788" y="3611"/>
                  </a:cubicBezTo>
                  <a:cubicBezTo>
                    <a:pt x="2756" y="3547"/>
                    <a:pt x="2756" y="3516"/>
                    <a:pt x="2724" y="3484"/>
                  </a:cubicBezTo>
                  <a:lnTo>
                    <a:pt x="2091" y="2407"/>
                  </a:lnTo>
                  <a:cubicBezTo>
                    <a:pt x="2059" y="2344"/>
                    <a:pt x="1996" y="2312"/>
                    <a:pt x="1901" y="2312"/>
                  </a:cubicBezTo>
                  <a:cubicBezTo>
                    <a:pt x="1838" y="2344"/>
                    <a:pt x="1774" y="2376"/>
                    <a:pt x="1743" y="2471"/>
                  </a:cubicBezTo>
                  <a:lnTo>
                    <a:pt x="1648" y="2977"/>
                  </a:lnTo>
                  <a:cubicBezTo>
                    <a:pt x="1648" y="3009"/>
                    <a:pt x="1648" y="3041"/>
                    <a:pt x="1616" y="3072"/>
                  </a:cubicBezTo>
                  <a:lnTo>
                    <a:pt x="824" y="4054"/>
                  </a:lnTo>
                  <a:cubicBezTo>
                    <a:pt x="793" y="4102"/>
                    <a:pt x="729" y="4125"/>
                    <a:pt x="662" y="4125"/>
                  </a:cubicBezTo>
                  <a:cubicBezTo>
                    <a:pt x="595" y="4125"/>
                    <a:pt x="523" y="4102"/>
                    <a:pt x="476" y="4054"/>
                  </a:cubicBezTo>
                  <a:cubicBezTo>
                    <a:pt x="413" y="3991"/>
                    <a:pt x="413" y="3864"/>
                    <a:pt x="476" y="3769"/>
                  </a:cubicBezTo>
                  <a:lnTo>
                    <a:pt x="1204" y="2882"/>
                  </a:lnTo>
                  <a:cubicBezTo>
                    <a:pt x="1204" y="2851"/>
                    <a:pt x="1236" y="2819"/>
                    <a:pt x="1236" y="2787"/>
                  </a:cubicBezTo>
                  <a:lnTo>
                    <a:pt x="1394" y="1616"/>
                  </a:lnTo>
                  <a:cubicBezTo>
                    <a:pt x="1426" y="1394"/>
                    <a:pt x="1489" y="1141"/>
                    <a:pt x="1584" y="951"/>
                  </a:cubicBezTo>
                  <a:cubicBezTo>
                    <a:pt x="1679" y="761"/>
                    <a:pt x="1743" y="634"/>
                    <a:pt x="1933" y="539"/>
                  </a:cubicBezTo>
                  <a:cubicBezTo>
                    <a:pt x="2059" y="476"/>
                    <a:pt x="2218" y="444"/>
                    <a:pt x="2376" y="444"/>
                  </a:cubicBezTo>
                  <a:lnTo>
                    <a:pt x="2408" y="444"/>
                  </a:lnTo>
                  <a:cubicBezTo>
                    <a:pt x="2756" y="444"/>
                    <a:pt x="3643" y="412"/>
                    <a:pt x="4245" y="381"/>
                  </a:cubicBezTo>
                  <a:close/>
                  <a:moveTo>
                    <a:pt x="4245" y="1"/>
                  </a:moveTo>
                  <a:cubicBezTo>
                    <a:pt x="3643" y="1"/>
                    <a:pt x="2756" y="32"/>
                    <a:pt x="2408" y="64"/>
                  </a:cubicBezTo>
                  <a:cubicBezTo>
                    <a:pt x="2355" y="56"/>
                    <a:pt x="2303" y="52"/>
                    <a:pt x="2251" y="52"/>
                  </a:cubicBezTo>
                  <a:cubicBezTo>
                    <a:pt x="2081" y="52"/>
                    <a:pt x="1912" y="94"/>
                    <a:pt x="1743" y="191"/>
                  </a:cubicBezTo>
                  <a:cubicBezTo>
                    <a:pt x="1489" y="349"/>
                    <a:pt x="1331" y="539"/>
                    <a:pt x="1236" y="792"/>
                  </a:cubicBezTo>
                  <a:cubicBezTo>
                    <a:pt x="1141" y="1014"/>
                    <a:pt x="1078" y="1267"/>
                    <a:pt x="1014" y="1552"/>
                  </a:cubicBezTo>
                  <a:lnTo>
                    <a:pt x="856" y="2661"/>
                  </a:lnTo>
                  <a:lnTo>
                    <a:pt x="191" y="3516"/>
                  </a:lnTo>
                  <a:cubicBezTo>
                    <a:pt x="1" y="3769"/>
                    <a:pt x="1" y="4086"/>
                    <a:pt x="223" y="4308"/>
                  </a:cubicBezTo>
                  <a:cubicBezTo>
                    <a:pt x="349" y="4403"/>
                    <a:pt x="508" y="4466"/>
                    <a:pt x="666" y="4466"/>
                  </a:cubicBezTo>
                  <a:cubicBezTo>
                    <a:pt x="856" y="4466"/>
                    <a:pt x="1014" y="4403"/>
                    <a:pt x="1141" y="4244"/>
                  </a:cubicBezTo>
                  <a:lnTo>
                    <a:pt x="1933" y="3262"/>
                  </a:lnTo>
                  <a:cubicBezTo>
                    <a:pt x="1964" y="3199"/>
                    <a:pt x="2028" y="3104"/>
                    <a:pt x="2028" y="3041"/>
                  </a:cubicBezTo>
                  <a:lnTo>
                    <a:pt x="2028" y="3009"/>
                  </a:lnTo>
                  <a:lnTo>
                    <a:pt x="2408" y="3674"/>
                  </a:lnTo>
                  <a:cubicBezTo>
                    <a:pt x="2408" y="3674"/>
                    <a:pt x="2439" y="3706"/>
                    <a:pt x="2439" y="3706"/>
                  </a:cubicBezTo>
                  <a:lnTo>
                    <a:pt x="1774" y="5068"/>
                  </a:lnTo>
                  <a:cubicBezTo>
                    <a:pt x="1743" y="5131"/>
                    <a:pt x="1743" y="5194"/>
                    <a:pt x="1774" y="5226"/>
                  </a:cubicBezTo>
                  <a:lnTo>
                    <a:pt x="2566" y="7158"/>
                  </a:lnTo>
                  <a:cubicBezTo>
                    <a:pt x="2661" y="7379"/>
                    <a:pt x="2915" y="7538"/>
                    <a:pt x="3168" y="7538"/>
                  </a:cubicBezTo>
                  <a:cubicBezTo>
                    <a:pt x="3295" y="7538"/>
                    <a:pt x="3390" y="7506"/>
                    <a:pt x="3516" y="7443"/>
                  </a:cubicBezTo>
                  <a:cubicBezTo>
                    <a:pt x="3770" y="7253"/>
                    <a:pt x="3865" y="6936"/>
                    <a:pt x="3738" y="6651"/>
                  </a:cubicBezTo>
                  <a:lnTo>
                    <a:pt x="3105" y="5194"/>
                  </a:lnTo>
                  <a:lnTo>
                    <a:pt x="3580" y="4244"/>
                  </a:lnTo>
                  <a:lnTo>
                    <a:pt x="3611" y="4244"/>
                  </a:lnTo>
                  <a:lnTo>
                    <a:pt x="3928" y="5353"/>
                  </a:lnTo>
                  <a:cubicBezTo>
                    <a:pt x="3928" y="5353"/>
                    <a:pt x="3928" y="5384"/>
                    <a:pt x="3928" y="5384"/>
                  </a:cubicBezTo>
                  <a:lnTo>
                    <a:pt x="4593" y="6714"/>
                  </a:lnTo>
                  <a:cubicBezTo>
                    <a:pt x="4688" y="6936"/>
                    <a:pt x="4910" y="7063"/>
                    <a:pt x="5163" y="7063"/>
                  </a:cubicBezTo>
                  <a:cubicBezTo>
                    <a:pt x="5290" y="7063"/>
                    <a:pt x="5416" y="7031"/>
                    <a:pt x="5511" y="6968"/>
                  </a:cubicBezTo>
                  <a:cubicBezTo>
                    <a:pt x="5765" y="6778"/>
                    <a:pt x="5860" y="6429"/>
                    <a:pt x="5733" y="6176"/>
                  </a:cubicBezTo>
                  <a:lnTo>
                    <a:pt x="5100" y="4941"/>
                  </a:lnTo>
                  <a:cubicBezTo>
                    <a:pt x="4878" y="4117"/>
                    <a:pt x="4530" y="2756"/>
                    <a:pt x="4435" y="2566"/>
                  </a:cubicBezTo>
                  <a:cubicBezTo>
                    <a:pt x="4466" y="2566"/>
                    <a:pt x="4498" y="2566"/>
                    <a:pt x="4530" y="2534"/>
                  </a:cubicBezTo>
                  <a:cubicBezTo>
                    <a:pt x="4688" y="2534"/>
                    <a:pt x="4846" y="2439"/>
                    <a:pt x="4941" y="2312"/>
                  </a:cubicBezTo>
                  <a:cubicBezTo>
                    <a:pt x="5036" y="2186"/>
                    <a:pt x="5068" y="2027"/>
                    <a:pt x="5068" y="1869"/>
                  </a:cubicBezTo>
                  <a:lnTo>
                    <a:pt x="4846" y="507"/>
                  </a:lnTo>
                  <a:cubicBezTo>
                    <a:pt x="4815" y="191"/>
                    <a:pt x="4530" y="1"/>
                    <a:pt x="424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3" name="Google Shape;3653;p36"/>
            <p:cNvSpPr/>
            <p:nvPr/>
          </p:nvSpPr>
          <p:spPr>
            <a:xfrm>
              <a:off x="1105850" y="2300275"/>
              <a:ext cx="55450" cy="50125"/>
            </a:xfrm>
            <a:custGeom>
              <a:avLst/>
              <a:gdLst/>
              <a:ahLst/>
              <a:cxnLst/>
              <a:rect l="l" t="t" r="r" b="b"/>
              <a:pathLst>
                <a:path w="2218" h="2005" extrusionOk="0">
                  <a:moveTo>
                    <a:pt x="1109" y="389"/>
                  </a:moveTo>
                  <a:cubicBezTo>
                    <a:pt x="1235" y="389"/>
                    <a:pt x="1394" y="421"/>
                    <a:pt x="1520" y="516"/>
                  </a:cubicBezTo>
                  <a:cubicBezTo>
                    <a:pt x="1520" y="548"/>
                    <a:pt x="1552" y="548"/>
                    <a:pt x="1552" y="579"/>
                  </a:cubicBezTo>
                  <a:cubicBezTo>
                    <a:pt x="1774" y="801"/>
                    <a:pt x="1805" y="1086"/>
                    <a:pt x="1647" y="1308"/>
                  </a:cubicBezTo>
                  <a:cubicBezTo>
                    <a:pt x="1615" y="1371"/>
                    <a:pt x="1552" y="1435"/>
                    <a:pt x="1489" y="1498"/>
                  </a:cubicBezTo>
                  <a:cubicBezTo>
                    <a:pt x="1378" y="1577"/>
                    <a:pt x="1243" y="1617"/>
                    <a:pt x="1109" y="1617"/>
                  </a:cubicBezTo>
                  <a:cubicBezTo>
                    <a:pt x="974" y="1617"/>
                    <a:pt x="840" y="1577"/>
                    <a:pt x="729" y="1498"/>
                  </a:cubicBezTo>
                  <a:cubicBezTo>
                    <a:pt x="665" y="1466"/>
                    <a:pt x="634" y="1435"/>
                    <a:pt x="602" y="1403"/>
                  </a:cubicBezTo>
                  <a:cubicBezTo>
                    <a:pt x="412" y="1181"/>
                    <a:pt x="412" y="896"/>
                    <a:pt x="570" y="643"/>
                  </a:cubicBezTo>
                  <a:cubicBezTo>
                    <a:pt x="602" y="611"/>
                    <a:pt x="634" y="548"/>
                    <a:pt x="697" y="516"/>
                  </a:cubicBezTo>
                  <a:cubicBezTo>
                    <a:pt x="824" y="421"/>
                    <a:pt x="950" y="389"/>
                    <a:pt x="1109" y="389"/>
                  </a:cubicBezTo>
                  <a:close/>
                  <a:moveTo>
                    <a:pt x="1119" y="1"/>
                  </a:moveTo>
                  <a:cubicBezTo>
                    <a:pt x="880" y="1"/>
                    <a:pt x="644" y="81"/>
                    <a:pt x="444" y="231"/>
                  </a:cubicBezTo>
                  <a:cubicBezTo>
                    <a:pt x="380" y="294"/>
                    <a:pt x="317" y="358"/>
                    <a:pt x="254" y="421"/>
                  </a:cubicBezTo>
                  <a:cubicBezTo>
                    <a:pt x="0" y="801"/>
                    <a:pt x="32" y="1276"/>
                    <a:pt x="317" y="1625"/>
                  </a:cubicBezTo>
                  <a:cubicBezTo>
                    <a:pt x="380" y="1688"/>
                    <a:pt x="444" y="1751"/>
                    <a:pt x="507" y="1815"/>
                  </a:cubicBezTo>
                  <a:cubicBezTo>
                    <a:pt x="697" y="1941"/>
                    <a:pt x="887" y="2005"/>
                    <a:pt x="1109" y="2005"/>
                  </a:cubicBezTo>
                  <a:cubicBezTo>
                    <a:pt x="1330" y="2005"/>
                    <a:pt x="1520" y="1910"/>
                    <a:pt x="1710" y="1783"/>
                  </a:cubicBezTo>
                  <a:cubicBezTo>
                    <a:pt x="1805" y="1720"/>
                    <a:pt x="1900" y="1625"/>
                    <a:pt x="1964" y="1498"/>
                  </a:cubicBezTo>
                  <a:cubicBezTo>
                    <a:pt x="2217" y="1118"/>
                    <a:pt x="2154" y="643"/>
                    <a:pt x="1837" y="326"/>
                  </a:cubicBezTo>
                  <a:cubicBezTo>
                    <a:pt x="1805" y="263"/>
                    <a:pt x="1774" y="231"/>
                    <a:pt x="1742" y="199"/>
                  </a:cubicBezTo>
                  <a:cubicBezTo>
                    <a:pt x="1548" y="65"/>
                    <a:pt x="1332" y="1"/>
                    <a:pt x="111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4" name="Google Shape;3654;p36"/>
            <p:cNvSpPr/>
            <p:nvPr/>
          </p:nvSpPr>
          <p:spPr>
            <a:xfrm>
              <a:off x="1246775" y="2271800"/>
              <a:ext cx="81575" cy="58900"/>
            </a:xfrm>
            <a:custGeom>
              <a:avLst/>
              <a:gdLst/>
              <a:ahLst/>
              <a:cxnLst/>
              <a:rect l="l" t="t" r="r" b="b"/>
              <a:pathLst>
                <a:path w="3263" h="2356" extrusionOk="0">
                  <a:moveTo>
                    <a:pt x="682" y="0"/>
                  </a:moveTo>
                  <a:cubicBezTo>
                    <a:pt x="432" y="0"/>
                    <a:pt x="263" y="57"/>
                    <a:pt x="159" y="135"/>
                  </a:cubicBezTo>
                  <a:cubicBezTo>
                    <a:pt x="64" y="198"/>
                    <a:pt x="0" y="293"/>
                    <a:pt x="0" y="388"/>
                  </a:cubicBezTo>
                  <a:lnTo>
                    <a:pt x="0" y="2099"/>
                  </a:lnTo>
                  <a:cubicBezTo>
                    <a:pt x="0" y="2099"/>
                    <a:pt x="232" y="1867"/>
                    <a:pt x="591" y="1867"/>
                  </a:cubicBezTo>
                  <a:cubicBezTo>
                    <a:pt x="673" y="1867"/>
                    <a:pt x="762" y="1879"/>
                    <a:pt x="855" y="1908"/>
                  </a:cubicBezTo>
                  <a:cubicBezTo>
                    <a:pt x="1225" y="2007"/>
                    <a:pt x="1902" y="2355"/>
                    <a:pt x="2632" y="2355"/>
                  </a:cubicBezTo>
                  <a:cubicBezTo>
                    <a:pt x="2840" y="2355"/>
                    <a:pt x="3052" y="2327"/>
                    <a:pt x="3262" y="2257"/>
                  </a:cubicBezTo>
                  <a:lnTo>
                    <a:pt x="3262" y="452"/>
                  </a:lnTo>
                  <a:cubicBezTo>
                    <a:pt x="3141" y="479"/>
                    <a:pt x="3017" y="490"/>
                    <a:pt x="2893" y="490"/>
                  </a:cubicBezTo>
                  <a:cubicBezTo>
                    <a:pt x="2137" y="490"/>
                    <a:pt x="1345" y="63"/>
                    <a:pt x="855" y="8"/>
                  </a:cubicBezTo>
                  <a:cubicBezTo>
                    <a:pt x="794" y="3"/>
                    <a:pt x="736" y="0"/>
                    <a:pt x="68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5" name="Google Shape;3655;p36"/>
            <p:cNvSpPr/>
            <p:nvPr/>
          </p:nvSpPr>
          <p:spPr>
            <a:xfrm>
              <a:off x="1242025" y="2267100"/>
              <a:ext cx="91075" cy="276475"/>
            </a:xfrm>
            <a:custGeom>
              <a:avLst/>
              <a:gdLst/>
              <a:ahLst/>
              <a:cxnLst/>
              <a:rect l="l" t="t" r="r" b="b"/>
              <a:pathLst>
                <a:path w="3643" h="11059" extrusionOk="0">
                  <a:moveTo>
                    <a:pt x="866" y="378"/>
                  </a:moveTo>
                  <a:cubicBezTo>
                    <a:pt x="912" y="378"/>
                    <a:pt x="961" y="381"/>
                    <a:pt x="1014" y="386"/>
                  </a:cubicBezTo>
                  <a:cubicBezTo>
                    <a:pt x="1204" y="418"/>
                    <a:pt x="1425" y="481"/>
                    <a:pt x="1679" y="576"/>
                  </a:cubicBezTo>
                  <a:cubicBezTo>
                    <a:pt x="2112" y="721"/>
                    <a:pt x="2599" y="865"/>
                    <a:pt x="3114" y="865"/>
                  </a:cubicBezTo>
                  <a:cubicBezTo>
                    <a:pt x="3163" y="865"/>
                    <a:pt x="3213" y="864"/>
                    <a:pt x="3262" y="861"/>
                  </a:cubicBezTo>
                  <a:lnTo>
                    <a:pt x="3262" y="2287"/>
                  </a:lnTo>
                  <a:cubicBezTo>
                    <a:pt x="3114" y="2322"/>
                    <a:pt x="2966" y="2337"/>
                    <a:pt x="2820" y="2337"/>
                  </a:cubicBezTo>
                  <a:cubicBezTo>
                    <a:pt x="2310" y="2337"/>
                    <a:pt x="1826" y="2156"/>
                    <a:pt x="1457" y="2033"/>
                  </a:cubicBezTo>
                  <a:cubicBezTo>
                    <a:pt x="1330" y="1970"/>
                    <a:pt x="1204" y="1938"/>
                    <a:pt x="1109" y="1906"/>
                  </a:cubicBezTo>
                  <a:cubicBezTo>
                    <a:pt x="982" y="1875"/>
                    <a:pt x="887" y="1875"/>
                    <a:pt x="792" y="1875"/>
                  </a:cubicBezTo>
                  <a:cubicBezTo>
                    <a:pt x="634" y="1875"/>
                    <a:pt x="475" y="1906"/>
                    <a:pt x="380" y="1938"/>
                  </a:cubicBezTo>
                  <a:lnTo>
                    <a:pt x="380" y="576"/>
                  </a:lnTo>
                  <a:cubicBezTo>
                    <a:pt x="380" y="545"/>
                    <a:pt x="380" y="513"/>
                    <a:pt x="444" y="481"/>
                  </a:cubicBezTo>
                  <a:cubicBezTo>
                    <a:pt x="521" y="430"/>
                    <a:pt x="662" y="378"/>
                    <a:pt x="866" y="378"/>
                  </a:cubicBezTo>
                  <a:close/>
                  <a:moveTo>
                    <a:pt x="919" y="0"/>
                  </a:moveTo>
                  <a:cubicBezTo>
                    <a:pt x="592" y="0"/>
                    <a:pt x="363" y="82"/>
                    <a:pt x="254" y="165"/>
                  </a:cubicBezTo>
                  <a:cubicBezTo>
                    <a:pt x="95" y="228"/>
                    <a:pt x="0" y="418"/>
                    <a:pt x="0" y="576"/>
                  </a:cubicBezTo>
                  <a:lnTo>
                    <a:pt x="0" y="2255"/>
                  </a:lnTo>
                  <a:lnTo>
                    <a:pt x="0" y="10869"/>
                  </a:lnTo>
                  <a:cubicBezTo>
                    <a:pt x="0" y="10964"/>
                    <a:pt x="95" y="11059"/>
                    <a:pt x="190" y="11059"/>
                  </a:cubicBezTo>
                  <a:cubicBezTo>
                    <a:pt x="285" y="11059"/>
                    <a:pt x="380" y="10964"/>
                    <a:pt x="380" y="10869"/>
                  </a:cubicBezTo>
                  <a:lnTo>
                    <a:pt x="380" y="2350"/>
                  </a:lnTo>
                  <a:cubicBezTo>
                    <a:pt x="447" y="2306"/>
                    <a:pt x="574" y="2246"/>
                    <a:pt x="752" y="2246"/>
                  </a:cubicBezTo>
                  <a:cubicBezTo>
                    <a:pt x="830" y="2246"/>
                    <a:pt x="918" y="2258"/>
                    <a:pt x="1014" y="2287"/>
                  </a:cubicBezTo>
                  <a:cubicBezTo>
                    <a:pt x="1109" y="2287"/>
                    <a:pt x="1204" y="2350"/>
                    <a:pt x="1330" y="2382"/>
                  </a:cubicBezTo>
                  <a:cubicBezTo>
                    <a:pt x="1715" y="2517"/>
                    <a:pt x="2244" y="2717"/>
                    <a:pt x="2815" y="2717"/>
                  </a:cubicBezTo>
                  <a:cubicBezTo>
                    <a:pt x="3044" y="2717"/>
                    <a:pt x="3280" y="2685"/>
                    <a:pt x="3516" y="2603"/>
                  </a:cubicBezTo>
                  <a:cubicBezTo>
                    <a:pt x="3579" y="2572"/>
                    <a:pt x="3642" y="2508"/>
                    <a:pt x="3642" y="2413"/>
                  </a:cubicBezTo>
                  <a:lnTo>
                    <a:pt x="3642" y="640"/>
                  </a:lnTo>
                  <a:cubicBezTo>
                    <a:pt x="3642" y="576"/>
                    <a:pt x="3611" y="513"/>
                    <a:pt x="3547" y="481"/>
                  </a:cubicBezTo>
                  <a:cubicBezTo>
                    <a:pt x="3516" y="450"/>
                    <a:pt x="3452" y="450"/>
                    <a:pt x="3389" y="450"/>
                  </a:cubicBezTo>
                  <a:cubicBezTo>
                    <a:pt x="3275" y="478"/>
                    <a:pt x="3157" y="491"/>
                    <a:pt x="3038" y="491"/>
                  </a:cubicBezTo>
                  <a:cubicBezTo>
                    <a:pt x="2629" y="491"/>
                    <a:pt x="2198" y="344"/>
                    <a:pt x="1806" y="196"/>
                  </a:cubicBezTo>
                  <a:cubicBezTo>
                    <a:pt x="1520" y="133"/>
                    <a:pt x="1299" y="38"/>
                    <a:pt x="1077" y="6"/>
                  </a:cubicBezTo>
                  <a:cubicBezTo>
                    <a:pt x="1022" y="2"/>
                    <a:pt x="969" y="0"/>
                    <a:pt x="91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6" name="Google Shape;3656;p36"/>
            <p:cNvSpPr/>
            <p:nvPr/>
          </p:nvSpPr>
          <p:spPr>
            <a:xfrm>
              <a:off x="941950" y="2493675"/>
              <a:ext cx="320675" cy="124325"/>
            </a:xfrm>
            <a:custGeom>
              <a:avLst/>
              <a:gdLst/>
              <a:ahLst/>
              <a:cxnLst/>
              <a:rect l="l" t="t" r="r" b="b"/>
              <a:pathLst>
                <a:path w="12827" h="4973" extrusionOk="0">
                  <a:moveTo>
                    <a:pt x="12827" y="1"/>
                  </a:moveTo>
                  <a:lnTo>
                    <a:pt x="8013" y="1014"/>
                  </a:lnTo>
                  <a:lnTo>
                    <a:pt x="6145" y="3231"/>
                  </a:lnTo>
                  <a:lnTo>
                    <a:pt x="1173" y="4403"/>
                  </a:lnTo>
                  <a:lnTo>
                    <a:pt x="1" y="4403"/>
                  </a:lnTo>
                  <a:lnTo>
                    <a:pt x="1" y="4973"/>
                  </a:lnTo>
                  <a:lnTo>
                    <a:pt x="12827" y="4973"/>
                  </a:lnTo>
                  <a:lnTo>
                    <a:pt x="12827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7" name="Google Shape;3657;p36"/>
            <p:cNvSpPr/>
            <p:nvPr/>
          </p:nvSpPr>
          <p:spPr>
            <a:xfrm>
              <a:off x="937200" y="2489525"/>
              <a:ext cx="330175" cy="133225"/>
            </a:xfrm>
            <a:custGeom>
              <a:avLst/>
              <a:gdLst/>
              <a:ahLst/>
              <a:cxnLst/>
              <a:rect l="l" t="t" r="r" b="b"/>
              <a:pathLst>
                <a:path w="13207" h="5329" extrusionOk="0">
                  <a:moveTo>
                    <a:pt x="13035" y="0"/>
                  </a:moveTo>
                  <a:cubicBezTo>
                    <a:pt x="13019" y="0"/>
                    <a:pt x="13002" y="3"/>
                    <a:pt x="12985" y="8"/>
                  </a:cubicBezTo>
                  <a:lnTo>
                    <a:pt x="8140" y="990"/>
                  </a:lnTo>
                  <a:cubicBezTo>
                    <a:pt x="8108" y="990"/>
                    <a:pt x="8076" y="1022"/>
                    <a:pt x="8045" y="1053"/>
                  </a:cubicBezTo>
                  <a:lnTo>
                    <a:pt x="6208" y="3239"/>
                  </a:lnTo>
                  <a:lnTo>
                    <a:pt x="1363" y="4379"/>
                  </a:lnTo>
                  <a:lnTo>
                    <a:pt x="191" y="4379"/>
                  </a:lnTo>
                  <a:cubicBezTo>
                    <a:pt x="159" y="4379"/>
                    <a:pt x="96" y="4379"/>
                    <a:pt x="64" y="4442"/>
                  </a:cubicBezTo>
                  <a:cubicBezTo>
                    <a:pt x="32" y="4474"/>
                    <a:pt x="1" y="4505"/>
                    <a:pt x="1" y="4569"/>
                  </a:cubicBezTo>
                  <a:lnTo>
                    <a:pt x="1" y="5139"/>
                  </a:lnTo>
                  <a:cubicBezTo>
                    <a:pt x="1" y="5234"/>
                    <a:pt x="96" y="5329"/>
                    <a:pt x="191" y="5329"/>
                  </a:cubicBezTo>
                  <a:cubicBezTo>
                    <a:pt x="317" y="5329"/>
                    <a:pt x="381" y="5234"/>
                    <a:pt x="381" y="5139"/>
                  </a:cubicBezTo>
                  <a:lnTo>
                    <a:pt x="381" y="4759"/>
                  </a:lnTo>
                  <a:lnTo>
                    <a:pt x="1394" y="4759"/>
                  </a:lnTo>
                  <a:lnTo>
                    <a:pt x="6366" y="3587"/>
                  </a:lnTo>
                  <a:cubicBezTo>
                    <a:pt x="6398" y="3587"/>
                    <a:pt x="6430" y="3555"/>
                    <a:pt x="6461" y="3524"/>
                  </a:cubicBezTo>
                  <a:lnTo>
                    <a:pt x="8298" y="1338"/>
                  </a:lnTo>
                  <a:lnTo>
                    <a:pt x="13048" y="357"/>
                  </a:lnTo>
                  <a:cubicBezTo>
                    <a:pt x="13143" y="357"/>
                    <a:pt x="13207" y="262"/>
                    <a:pt x="13207" y="135"/>
                  </a:cubicBezTo>
                  <a:cubicBezTo>
                    <a:pt x="13181" y="57"/>
                    <a:pt x="13112" y="0"/>
                    <a:pt x="1303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8" name="Google Shape;3658;p36"/>
            <p:cNvSpPr/>
            <p:nvPr/>
          </p:nvSpPr>
          <p:spPr>
            <a:xfrm>
              <a:off x="1374250" y="2420050"/>
              <a:ext cx="61775" cy="62575"/>
            </a:xfrm>
            <a:custGeom>
              <a:avLst/>
              <a:gdLst/>
              <a:ahLst/>
              <a:cxnLst/>
              <a:rect l="l" t="t" r="r" b="b"/>
              <a:pathLst>
                <a:path w="2471" h="2503" extrusionOk="0">
                  <a:moveTo>
                    <a:pt x="1235" y="380"/>
                  </a:moveTo>
                  <a:cubicBezTo>
                    <a:pt x="1710" y="380"/>
                    <a:pt x="2090" y="760"/>
                    <a:pt x="2090" y="1236"/>
                  </a:cubicBezTo>
                  <a:cubicBezTo>
                    <a:pt x="2090" y="1742"/>
                    <a:pt x="1710" y="2122"/>
                    <a:pt x="1235" y="2122"/>
                  </a:cubicBezTo>
                  <a:cubicBezTo>
                    <a:pt x="760" y="2122"/>
                    <a:pt x="380" y="1742"/>
                    <a:pt x="380" y="1236"/>
                  </a:cubicBezTo>
                  <a:cubicBezTo>
                    <a:pt x="380" y="760"/>
                    <a:pt x="760" y="380"/>
                    <a:pt x="1235" y="380"/>
                  </a:cubicBezTo>
                  <a:close/>
                  <a:moveTo>
                    <a:pt x="1235" y="0"/>
                  </a:moveTo>
                  <a:cubicBezTo>
                    <a:pt x="538" y="0"/>
                    <a:pt x="0" y="539"/>
                    <a:pt x="0" y="1236"/>
                  </a:cubicBezTo>
                  <a:cubicBezTo>
                    <a:pt x="0" y="1932"/>
                    <a:pt x="538" y="2502"/>
                    <a:pt x="1235" y="2502"/>
                  </a:cubicBezTo>
                  <a:cubicBezTo>
                    <a:pt x="1932" y="2502"/>
                    <a:pt x="2470" y="1932"/>
                    <a:pt x="2470" y="1236"/>
                  </a:cubicBezTo>
                  <a:cubicBezTo>
                    <a:pt x="2470" y="539"/>
                    <a:pt x="1932" y="0"/>
                    <a:pt x="123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9" name="Google Shape;3659;p36"/>
            <p:cNvSpPr/>
            <p:nvPr/>
          </p:nvSpPr>
          <p:spPr>
            <a:xfrm>
              <a:off x="1347325" y="2484175"/>
              <a:ext cx="115625" cy="244675"/>
            </a:xfrm>
            <a:custGeom>
              <a:avLst/>
              <a:gdLst/>
              <a:ahLst/>
              <a:cxnLst/>
              <a:rect l="l" t="t" r="r" b="b"/>
              <a:pathLst>
                <a:path w="4625" h="9787" extrusionOk="0">
                  <a:moveTo>
                    <a:pt x="3104" y="381"/>
                  </a:moveTo>
                  <a:cubicBezTo>
                    <a:pt x="3737" y="412"/>
                    <a:pt x="4276" y="887"/>
                    <a:pt x="4244" y="1489"/>
                  </a:cubicBezTo>
                  <a:lnTo>
                    <a:pt x="4244" y="4561"/>
                  </a:lnTo>
                  <a:cubicBezTo>
                    <a:pt x="4215" y="4676"/>
                    <a:pt x="4107" y="4818"/>
                    <a:pt x="3944" y="4818"/>
                  </a:cubicBezTo>
                  <a:cubicBezTo>
                    <a:pt x="3929" y="4818"/>
                    <a:pt x="3912" y="4817"/>
                    <a:pt x="3896" y="4814"/>
                  </a:cubicBezTo>
                  <a:cubicBezTo>
                    <a:pt x="3801" y="4814"/>
                    <a:pt x="3706" y="4783"/>
                    <a:pt x="3642" y="4688"/>
                  </a:cubicBezTo>
                  <a:cubicBezTo>
                    <a:pt x="3579" y="4624"/>
                    <a:pt x="3484" y="4593"/>
                    <a:pt x="3421" y="4593"/>
                  </a:cubicBezTo>
                  <a:cubicBezTo>
                    <a:pt x="3326" y="4624"/>
                    <a:pt x="3294" y="4719"/>
                    <a:pt x="3294" y="4783"/>
                  </a:cubicBezTo>
                  <a:lnTo>
                    <a:pt x="3294" y="8995"/>
                  </a:lnTo>
                  <a:cubicBezTo>
                    <a:pt x="3294" y="9185"/>
                    <a:pt x="3167" y="9406"/>
                    <a:pt x="2882" y="9406"/>
                  </a:cubicBezTo>
                  <a:cubicBezTo>
                    <a:pt x="2566" y="9406"/>
                    <a:pt x="2502" y="9090"/>
                    <a:pt x="2471" y="9058"/>
                  </a:cubicBezTo>
                  <a:cubicBezTo>
                    <a:pt x="2471" y="8963"/>
                    <a:pt x="2376" y="8900"/>
                    <a:pt x="2312" y="8900"/>
                  </a:cubicBezTo>
                  <a:cubicBezTo>
                    <a:pt x="2217" y="8900"/>
                    <a:pt x="2122" y="8963"/>
                    <a:pt x="2122" y="9058"/>
                  </a:cubicBezTo>
                  <a:cubicBezTo>
                    <a:pt x="2091" y="9058"/>
                    <a:pt x="2027" y="9375"/>
                    <a:pt x="1742" y="9406"/>
                  </a:cubicBezTo>
                  <a:cubicBezTo>
                    <a:pt x="1703" y="9414"/>
                    <a:pt x="1665" y="9418"/>
                    <a:pt x="1629" y="9418"/>
                  </a:cubicBezTo>
                  <a:cubicBezTo>
                    <a:pt x="1522" y="9418"/>
                    <a:pt x="1433" y="9383"/>
                    <a:pt x="1362" y="9311"/>
                  </a:cubicBezTo>
                  <a:cubicBezTo>
                    <a:pt x="1330" y="9280"/>
                    <a:pt x="1267" y="9185"/>
                    <a:pt x="1267" y="9058"/>
                  </a:cubicBezTo>
                  <a:lnTo>
                    <a:pt x="1267" y="4878"/>
                  </a:lnTo>
                  <a:cubicBezTo>
                    <a:pt x="1267" y="4814"/>
                    <a:pt x="1204" y="4719"/>
                    <a:pt x="1140" y="4719"/>
                  </a:cubicBezTo>
                  <a:cubicBezTo>
                    <a:pt x="1109" y="4688"/>
                    <a:pt x="1109" y="4688"/>
                    <a:pt x="1077" y="4688"/>
                  </a:cubicBezTo>
                  <a:cubicBezTo>
                    <a:pt x="1014" y="4688"/>
                    <a:pt x="982" y="4719"/>
                    <a:pt x="950" y="4751"/>
                  </a:cubicBezTo>
                  <a:cubicBezTo>
                    <a:pt x="887" y="4814"/>
                    <a:pt x="792" y="4846"/>
                    <a:pt x="697" y="4846"/>
                  </a:cubicBezTo>
                  <a:cubicBezTo>
                    <a:pt x="602" y="4846"/>
                    <a:pt x="539" y="4814"/>
                    <a:pt x="475" y="4751"/>
                  </a:cubicBezTo>
                  <a:cubicBezTo>
                    <a:pt x="412" y="4719"/>
                    <a:pt x="380" y="4624"/>
                    <a:pt x="380" y="4561"/>
                  </a:cubicBezTo>
                  <a:lnTo>
                    <a:pt x="412" y="1362"/>
                  </a:lnTo>
                  <a:cubicBezTo>
                    <a:pt x="412" y="571"/>
                    <a:pt x="1267" y="381"/>
                    <a:pt x="1584" y="381"/>
                  </a:cubicBezTo>
                  <a:close/>
                  <a:moveTo>
                    <a:pt x="1552" y="1"/>
                  </a:moveTo>
                  <a:cubicBezTo>
                    <a:pt x="950" y="1"/>
                    <a:pt x="32" y="412"/>
                    <a:pt x="0" y="1362"/>
                  </a:cubicBezTo>
                  <a:lnTo>
                    <a:pt x="0" y="4561"/>
                  </a:lnTo>
                  <a:cubicBezTo>
                    <a:pt x="0" y="4751"/>
                    <a:pt x="64" y="4909"/>
                    <a:pt x="190" y="5036"/>
                  </a:cubicBezTo>
                  <a:cubicBezTo>
                    <a:pt x="317" y="5163"/>
                    <a:pt x="507" y="5226"/>
                    <a:pt x="697" y="5226"/>
                  </a:cubicBezTo>
                  <a:cubicBezTo>
                    <a:pt x="760" y="5226"/>
                    <a:pt x="824" y="5226"/>
                    <a:pt x="887" y="5194"/>
                  </a:cubicBezTo>
                  <a:lnTo>
                    <a:pt x="887" y="9058"/>
                  </a:lnTo>
                  <a:cubicBezTo>
                    <a:pt x="887" y="9280"/>
                    <a:pt x="950" y="9470"/>
                    <a:pt x="1109" y="9596"/>
                  </a:cubicBezTo>
                  <a:cubicBezTo>
                    <a:pt x="1267" y="9723"/>
                    <a:pt x="1457" y="9786"/>
                    <a:pt x="1647" y="9786"/>
                  </a:cubicBezTo>
                  <a:lnTo>
                    <a:pt x="1774" y="9786"/>
                  </a:lnTo>
                  <a:cubicBezTo>
                    <a:pt x="2027" y="9755"/>
                    <a:pt x="2186" y="9628"/>
                    <a:pt x="2281" y="9533"/>
                  </a:cubicBezTo>
                  <a:cubicBezTo>
                    <a:pt x="2407" y="9660"/>
                    <a:pt x="2597" y="9786"/>
                    <a:pt x="2882" y="9786"/>
                  </a:cubicBezTo>
                  <a:cubicBezTo>
                    <a:pt x="3326" y="9786"/>
                    <a:pt x="3674" y="9438"/>
                    <a:pt x="3674" y="8995"/>
                  </a:cubicBezTo>
                  <a:lnTo>
                    <a:pt x="3674" y="5163"/>
                  </a:lnTo>
                  <a:cubicBezTo>
                    <a:pt x="3737" y="5194"/>
                    <a:pt x="3801" y="5194"/>
                    <a:pt x="3896" y="5194"/>
                  </a:cubicBezTo>
                  <a:cubicBezTo>
                    <a:pt x="4276" y="5194"/>
                    <a:pt x="4592" y="4909"/>
                    <a:pt x="4592" y="4529"/>
                  </a:cubicBezTo>
                  <a:lnTo>
                    <a:pt x="4624" y="1489"/>
                  </a:lnTo>
                  <a:cubicBezTo>
                    <a:pt x="4624" y="666"/>
                    <a:pt x="3959" y="32"/>
                    <a:pt x="310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0" name="Google Shape;3660;p36"/>
            <p:cNvSpPr/>
            <p:nvPr/>
          </p:nvSpPr>
          <p:spPr>
            <a:xfrm>
              <a:off x="1433625" y="2526925"/>
              <a:ext cx="800" cy="76825"/>
            </a:xfrm>
            <a:custGeom>
              <a:avLst/>
              <a:gdLst/>
              <a:ahLst/>
              <a:cxnLst/>
              <a:rect l="l" t="t" r="r" b="b"/>
              <a:pathLst>
                <a:path w="32" h="3073" extrusionOk="0">
                  <a:moveTo>
                    <a:pt x="0" y="1"/>
                  </a:moveTo>
                  <a:lnTo>
                    <a:pt x="32" y="307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1" name="Google Shape;3661;p36"/>
            <p:cNvSpPr/>
            <p:nvPr/>
          </p:nvSpPr>
          <p:spPr>
            <a:xfrm>
              <a:off x="1428875" y="2522175"/>
              <a:ext cx="10300" cy="86325"/>
            </a:xfrm>
            <a:custGeom>
              <a:avLst/>
              <a:gdLst/>
              <a:ahLst/>
              <a:cxnLst/>
              <a:rect l="l" t="t" r="r" b="b"/>
              <a:pathLst>
                <a:path w="412" h="3453" extrusionOk="0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lnTo>
                    <a:pt x="32" y="3263"/>
                  </a:lnTo>
                  <a:cubicBezTo>
                    <a:pt x="32" y="3358"/>
                    <a:pt x="95" y="3453"/>
                    <a:pt x="222" y="3453"/>
                  </a:cubicBezTo>
                  <a:cubicBezTo>
                    <a:pt x="317" y="3453"/>
                    <a:pt x="412" y="3358"/>
                    <a:pt x="412" y="3263"/>
                  </a:cubicBezTo>
                  <a:lnTo>
                    <a:pt x="380" y="191"/>
                  </a:lnTo>
                  <a:cubicBezTo>
                    <a:pt x="380" y="96"/>
                    <a:pt x="317" y="1"/>
                    <a:pt x="19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2" name="Google Shape;3662;p36"/>
            <p:cNvSpPr/>
            <p:nvPr/>
          </p:nvSpPr>
          <p:spPr>
            <a:xfrm>
              <a:off x="1369500" y="2522175"/>
              <a:ext cx="9525" cy="88700"/>
            </a:xfrm>
            <a:custGeom>
              <a:avLst/>
              <a:gdLst/>
              <a:ahLst/>
              <a:cxnLst/>
              <a:rect l="l" t="t" r="r" b="b"/>
              <a:pathLst>
                <a:path w="381" h="3548" extrusionOk="0">
                  <a:moveTo>
                    <a:pt x="190" y="1"/>
                  </a:moveTo>
                  <a:cubicBezTo>
                    <a:pt x="63" y="1"/>
                    <a:pt x="0" y="96"/>
                    <a:pt x="0" y="191"/>
                  </a:cubicBezTo>
                  <a:lnTo>
                    <a:pt x="0" y="3358"/>
                  </a:lnTo>
                  <a:cubicBezTo>
                    <a:pt x="0" y="3453"/>
                    <a:pt x="95" y="3548"/>
                    <a:pt x="190" y="3548"/>
                  </a:cubicBezTo>
                  <a:cubicBezTo>
                    <a:pt x="285" y="3548"/>
                    <a:pt x="380" y="3453"/>
                    <a:pt x="380" y="3358"/>
                  </a:cubicBezTo>
                  <a:lnTo>
                    <a:pt x="380" y="191"/>
                  </a:lnTo>
                  <a:cubicBezTo>
                    <a:pt x="380" y="96"/>
                    <a:pt x="285" y="1"/>
                    <a:pt x="19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3" name="Google Shape;3663;p36"/>
            <p:cNvSpPr/>
            <p:nvPr/>
          </p:nvSpPr>
          <p:spPr>
            <a:xfrm>
              <a:off x="1399575" y="2598175"/>
              <a:ext cx="9525" cy="118000"/>
            </a:xfrm>
            <a:custGeom>
              <a:avLst/>
              <a:gdLst/>
              <a:ahLst/>
              <a:cxnLst/>
              <a:rect l="l" t="t" r="r" b="b"/>
              <a:pathLst>
                <a:path w="381" h="4720" extrusionOk="0">
                  <a:moveTo>
                    <a:pt x="191" y="1"/>
                  </a:moveTo>
                  <a:cubicBezTo>
                    <a:pt x="96" y="1"/>
                    <a:pt x="1" y="64"/>
                    <a:pt x="1" y="191"/>
                  </a:cubicBezTo>
                  <a:lnTo>
                    <a:pt x="1" y="4530"/>
                  </a:lnTo>
                  <a:cubicBezTo>
                    <a:pt x="1" y="4625"/>
                    <a:pt x="96" y="4720"/>
                    <a:pt x="191" y="4720"/>
                  </a:cubicBezTo>
                  <a:cubicBezTo>
                    <a:pt x="317" y="4720"/>
                    <a:pt x="381" y="4625"/>
                    <a:pt x="381" y="4530"/>
                  </a:cubicBezTo>
                  <a:lnTo>
                    <a:pt x="381" y="191"/>
                  </a:lnTo>
                  <a:cubicBezTo>
                    <a:pt x="381" y="64"/>
                    <a:pt x="317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4" name="Google Shape;3664;p36"/>
            <p:cNvSpPr/>
            <p:nvPr/>
          </p:nvSpPr>
          <p:spPr>
            <a:xfrm>
              <a:off x="1524675" y="2419250"/>
              <a:ext cx="61775" cy="62575"/>
            </a:xfrm>
            <a:custGeom>
              <a:avLst/>
              <a:gdLst/>
              <a:ahLst/>
              <a:cxnLst/>
              <a:rect l="l" t="t" r="r" b="b"/>
              <a:pathLst>
                <a:path w="2471" h="2503" extrusionOk="0">
                  <a:moveTo>
                    <a:pt x="1235" y="381"/>
                  </a:moveTo>
                  <a:cubicBezTo>
                    <a:pt x="1710" y="381"/>
                    <a:pt x="2090" y="761"/>
                    <a:pt x="2090" y="1236"/>
                  </a:cubicBezTo>
                  <a:cubicBezTo>
                    <a:pt x="2090" y="1743"/>
                    <a:pt x="1710" y="2123"/>
                    <a:pt x="1235" y="2123"/>
                  </a:cubicBezTo>
                  <a:cubicBezTo>
                    <a:pt x="760" y="2123"/>
                    <a:pt x="380" y="1743"/>
                    <a:pt x="380" y="1236"/>
                  </a:cubicBezTo>
                  <a:cubicBezTo>
                    <a:pt x="380" y="761"/>
                    <a:pt x="760" y="381"/>
                    <a:pt x="1235" y="381"/>
                  </a:cubicBezTo>
                  <a:close/>
                  <a:moveTo>
                    <a:pt x="1235" y="1"/>
                  </a:moveTo>
                  <a:cubicBezTo>
                    <a:pt x="570" y="1"/>
                    <a:pt x="0" y="571"/>
                    <a:pt x="0" y="1236"/>
                  </a:cubicBezTo>
                  <a:cubicBezTo>
                    <a:pt x="0" y="1933"/>
                    <a:pt x="570" y="2503"/>
                    <a:pt x="1235" y="2503"/>
                  </a:cubicBezTo>
                  <a:cubicBezTo>
                    <a:pt x="1932" y="2503"/>
                    <a:pt x="2470" y="1933"/>
                    <a:pt x="2470" y="1236"/>
                  </a:cubicBezTo>
                  <a:cubicBezTo>
                    <a:pt x="2470" y="571"/>
                    <a:pt x="1932" y="1"/>
                    <a:pt x="123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5" name="Google Shape;3665;p36"/>
            <p:cNvSpPr/>
            <p:nvPr/>
          </p:nvSpPr>
          <p:spPr>
            <a:xfrm>
              <a:off x="1497750" y="2483375"/>
              <a:ext cx="116400" cy="244675"/>
            </a:xfrm>
            <a:custGeom>
              <a:avLst/>
              <a:gdLst/>
              <a:ahLst/>
              <a:cxnLst/>
              <a:rect l="l" t="t" r="r" b="b"/>
              <a:pathLst>
                <a:path w="4656" h="9787" extrusionOk="0">
                  <a:moveTo>
                    <a:pt x="3104" y="381"/>
                  </a:moveTo>
                  <a:cubicBezTo>
                    <a:pt x="3769" y="381"/>
                    <a:pt x="4276" y="888"/>
                    <a:pt x="4276" y="1489"/>
                  </a:cubicBezTo>
                  <a:lnTo>
                    <a:pt x="4244" y="4530"/>
                  </a:lnTo>
                  <a:cubicBezTo>
                    <a:pt x="4244" y="4688"/>
                    <a:pt x="4086" y="4815"/>
                    <a:pt x="3896" y="4815"/>
                  </a:cubicBezTo>
                  <a:cubicBezTo>
                    <a:pt x="3801" y="4815"/>
                    <a:pt x="3706" y="4783"/>
                    <a:pt x="3642" y="4688"/>
                  </a:cubicBezTo>
                  <a:cubicBezTo>
                    <a:pt x="3579" y="4625"/>
                    <a:pt x="3516" y="4593"/>
                    <a:pt x="3421" y="4593"/>
                  </a:cubicBezTo>
                  <a:cubicBezTo>
                    <a:pt x="3357" y="4625"/>
                    <a:pt x="3294" y="4688"/>
                    <a:pt x="3294" y="4783"/>
                  </a:cubicBezTo>
                  <a:lnTo>
                    <a:pt x="3294" y="8995"/>
                  </a:lnTo>
                  <a:cubicBezTo>
                    <a:pt x="3294" y="9185"/>
                    <a:pt x="3167" y="9407"/>
                    <a:pt x="2882" y="9407"/>
                  </a:cubicBezTo>
                  <a:cubicBezTo>
                    <a:pt x="2566" y="9407"/>
                    <a:pt x="2502" y="9090"/>
                    <a:pt x="2502" y="9058"/>
                  </a:cubicBezTo>
                  <a:cubicBezTo>
                    <a:pt x="2471" y="8963"/>
                    <a:pt x="2407" y="8900"/>
                    <a:pt x="2312" y="8900"/>
                  </a:cubicBezTo>
                  <a:cubicBezTo>
                    <a:pt x="2217" y="8900"/>
                    <a:pt x="2122" y="8963"/>
                    <a:pt x="2122" y="9058"/>
                  </a:cubicBezTo>
                  <a:cubicBezTo>
                    <a:pt x="2122" y="9058"/>
                    <a:pt x="2059" y="9375"/>
                    <a:pt x="1742" y="9407"/>
                  </a:cubicBezTo>
                  <a:cubicBezTo>
                    <a:pt x="1703" y="9415"/>
                    <a:pt x="1665" y="9418"/>
                    <a:pt x="1629" y="9418"/>
                  </a:cubicBezTo>
                  <a:cubicBezTo>
                    <a:pt x="1523" y="9418"/>
                    <a:pt x="1434" y="9383"/>
                    <a:pt x="1362" y="9312"/>
                  </a:cubicBezTo>
                  <a:cubicBezTo>
                    <a:pt x="1331" y="9280"/>
                    <a:pt x="1267" y="9185"/>
                    <a:pt x="1267" y="9090"/>
                  </a:cubicBezTo>
                  <a:lnTo>
                    <a:pt x="1267" y="4878"/>
                  </a:lnTo>
                  <a:cubicBezTo>
                    <a:pt x="1267" y="4815"/>
                    <a:pt x="1204" y="4720"/>
                    <a:pt x="1141" y="4720"/>
                  </a:cubicBezTo>
                  <a:cubicBezTo>
                    <a:pt x="1109" y="4688"/>
                    <a:pt x="1109" y="4688"/>
                    <a:pt x="1077" y="4688"/>
                  </a:cubicBezTo>
                  <a:cubicBezTo>
                    <a:pt x="1014" y="4688"/>
                    <a:pt x="982" y="4720"/>
                    <a:pt x="951" y="4751"/>
                  </a:cubicBezTo>
                  <a:cubicBezTo>
                    <a:pt x="887" y="4815"/>
                    <a:pt x="792" y="4846"/>
                    <a:pt x="697" y="4846"/>
                  </a:cubicBezTo>
                  <a:cubicBezTo>
                    <a:pt x="602" y="4846"/>
                    <a:pt x="539" y="4815"/>
                    <a:pt x="476" y="4751"/>
                  </a:cubicBezTo>
                  <a:cubicBezTo>
                    <a:pt x="412" y="4720"/>
                    <a:pt x="381" y="4625"/>
                    <a:pt x="381" y="4561"/>
                  </a:cubicBezTo>
                  <a:lnTo>
                    <a:pt x="412" y="1363"/>
                  </a:lnTo>
                  <a:cubicBezTo>
                    <a:pt x="412" y="571"/>
                    <a:pt x="1267" y="381"/>
                    <a:pt x="1584" y="381"/>
                  </a:cubicBezTo>
                  <a:close/>
                  <a:moveTo>
                    <a:pt x="1584" y="1"/>
                  </a:moveTo>
                  <a:cubicBezTo>
                    <a:pt x="951" y="1"/>
                    <a:pt x="32" y="413"/>
                    <a:pt x="32" y="1363"/>
                  </a:cubicBezTo>
                  <a:lnTo>
                    <a:pt x="0" y="4561"/>
                  </a:lnTo>
                  <a:cubicBezTo>
                    <a:pt x="0" y="4751"/>
                    <a:pt x="64" y="4910"/>
                    <a:pt x="222" y="5036"/>
                  </a:cubicBezTo>
                  <a:cubicBezTo>
                    <a:pt x="349" y="5163"/>
                    <a:pt x="507" y="5226"/>
                    <a:pt x="697" y="5226"/>
                  </a:cubicBezTo>
                  <a:cubicBezTo>
                    <a:pt x="761" y="5226"/>
                    <a:pt x="824" y="5226"/>
                    <a:pt x="887" y="5195"/>
                  </a:cubicBezTo>
                  <a:lnTo>
                    <a:pt x="887" y="9058"/>
                  </a:lnTo>
                  <a:cubicBezTo>
                    <a:pt x="887" y="9280"/>
                    <a:pt x="982" y="9470"/>
                    <a:pt x="1141" y="9597"/>
                  </a:cubicBezTo>
                  <a:cubicBezTo>
                    <a:pt x="1267" y="9723"/>
                    <a:pt x="1457" y="9787"/>
                    <a:pt x="1679" y="9787"/>
                  </a:cubicBezTo>
                  <a:lnTo>
                    <a:pt x="1774" y="9787"/>
                  </a:lnTo>
                  <a:cubicBezTo>
                    <a:pt x="2027" y="9755"/>
                    <a:pt x="2186" y="9628"/>
                    <a:pt x="2281" y="9502"/>
                  </a:cubicBezTo>
                  <a:cubicBezTo>
                    <a:pt x="2407" y="9660"/>
                    <a:pt x="2597" y="9787"/>
                    <a:pt x="2882" y="9787"/>
                  </a:cubicBezTo>
                  <a:cubicBezTo>
                    <a:pt x="3326" y="9787"/>
                    <a:pt x="3674" y="9438"/>
                    <a:pt x="3674" y="8995"/>
                  </a:cubicBezTo>
                  <a:lnTo>
                    <a:pt x="3674" y="5163"/>
                  </a:lnTo>
                  <a:cubicBezTo>
                    <a:pt x="3737" y="5195"/>
                    <a:pt x="3832" y="5195"/>
                    <a:pt x="3896" y="5195"/>
                  </a:cubicBezTo>
                  <a:cubicBezTo>
                    <a:pt x="4307" y="5195"/>
                    <a:pt x="4593" y="4910"/>
                    <a:pt x="4624" y="4530"/>
                  </a:cubicBezTo>
                  <a:lnTo>
                    <a:pt x="4624" y="1458"/>
                  </a:lnTo>
                  <a:cubicBezTo>
                    <a:pt x="4656" y="666"/>
                    <a:pt x="3959" y="33"/>
                    <a:pt x="313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6" name="Google Shape;3666;p36"/>
            <p:cNvSpPr/>
            <p:nvPr/>
          </p:nvSpPr>
          <p:spPr>
            <a:xfrm>
              <a:off x="1584850" y="2526150"/>
              <a:ext cx="25" cy="76800"/>
            </a:xfrm>
            <a:custGeom>
              <a:avLst/>
              <a:gdLst/>
              <a:ahLst/>
              <a:cxnLst/>
              <a:rect l="l" t="t" r="r" b="b"/>
              <a:pathLst>
                <a:path w="1" h="3072" extrusionOk="0">
                  <a:moveTo>
                    <a:pt x="0" y="0"/>
                  </a:moveTo>
                  <a:lnTo>
                    <a:pt x="0" y="307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7" name="Google Shape;3667;p36"/>
            <p:cNvSpPr/>
            <p:nvPr/>
          </p:nvSpPr>
          <p:spPr>
            <a:xfrm>
              <a:off x="1580100" y="2521400"/>
              <a:ext cx="9525" cy="86300"/>
            </a:xfrm>
            <a:custGeom>
              <a:avLst/>
              <a:gdLst/>
              <a:ahLst/>
              <a:cxnLst/>
              <a:rect l="l" t="t" r="r" b="b"/>
              <a:pathLst>
                <a:path w="381" h="3452" extrusionOk="0">
                  <a:moveTo>
                    <a:pt x="190" y="0"/>
                  </a:moveTo>
                  <a:cubicBezTo>
                    <a:pt x="63" y="0"/>
                    <a:pt x="0" y="95"/>
                    <a:pt x="0" y="190"/>
                  </a:cubicBezTo>
                  <a:lnTo>
                    <a:pt x="0" y="3262"/>
                  </a:lnTo>
                  <a:cubicBezTo>
                    <a:pt x="0" y="3389"/>
                    <a:pt x="63" y="3452"/>
                    <a:pt x="190" y="3452"/>
                  </a:cubicBezTo>
                  <a:cubicBezTo>
                    <a:pt x="285" y="3452"/>
                    <a:pt x="380" y="3357"/>
                    <a:pt x="380" y="3262"/>
                  </a:cubicBezTo>
                  <a:lnTo>
                    <a:pt x="380" y="190"/>
                  </a:lnTo>
                  <a:cubicBezTo>
                    <a:pt x="380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8" name="Google Shape;3668;p36"/>
            <p:cNvSpPr/>
            <p:nvPr/>
          </p:nvSpPr>
          <p:spPr>
            <a:xfrm>
              <a:off x="1519925" y="2521400"/>
              <a:ext cx="9525" cy="88675"/>
            </a:xfrm>
            <a:custGeom>
              <a:avLst/>
              <a:gdLst/>
              <a:ahLst/>
              <a:cxnLst/>
              <a:rect l="l" t="t" r="r" b="b"/>
              <a:pathLst>
                <a:path w="381" h="3547" extrusionOk="0"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lnTo>
                    <a:pt x="0" y="3357"/>
                  </a:lnTo>
                  <a:cubicBezTo>
                    <a:pt x="0" y="3452"/>
                    <a:pt x="95" y="3547"/>
                    <a:pt x="190" y="3547"/>
                  </a:cubicBezTo>
                  <a:cubicBezTo>
                    <a:pt x="285" y="3547"/>
                    <a:pt x="380" y="3452"/>
                    <a:pt x="380" y="3357"/>
                  </a:cubicBezTo>
                  <a:lnTo>
                    <a:pt x="380" y="190"/>
                  </a:lnTo>
                  <a:cubicBezTo>
                    <a:pt x="380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9" name="Google Shape;3669;p36"/>
            <p:cNvSpPr/>
            <p:nvPr/>
          </p:nvSpPr>
          <p:spPr>
            <a:xfrm>
              <a:off x="1550000" y="2597400"/>
              <a:ext cx="9525" cy="117975"/>
            </a:xfrm>
            <a:custGeom>
              <a:avLst/>
              <a:gdLst/>
              <a:ahLst/>
              <a:cxnLst/>
              <a:rect l="l" t="t" r="r" b="b"/>
              <a:pathLst>
                <a:path w="381" h="4719" extrusionOk="0">
                  <a:moveTo>
                    <a:pt x="191" y="0"/>
                  </a:moveTo>
                  <a:cubicBezTo>
                    <a:pt x="96" y="0"/>
                    <a:pt x="1" y="64"/>
                    <a:pt x="1" y="190"/>
                  </a:cubicBezTo>
                  <a:lnTo>
                    <a:pt x="1" y="4529"/>
                  </a:lnTo>
                  <a:cubicBezTo>
                    <a:pt x="1" y="4624"/>
                    <a:pt x="96" y="4719"/>
                    <a:pt x="191" y="4719"/>
                  </a:cubicBezTo>
                  <a:cubicBezTo>
                    <a:pt x="317" y="4719"/>
                    <a:pt x="381" y="4624"/>
                    <a:pt x="381" y="4529"/>
                  </a:cubicBezTo>
                  <a:lnTo>
                    <a:pt x="381" y="190"/>
                  </a:lnTo>
                  <a:cubicBezTo>
                    <a:pt x="381" y="64"/>
                    <a:pt x="317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0" name="Google Shape;3670;p36"/>
            <p:cNvSpPr/>
            <p:nvPr/>
          </p:nvSpPr>
          <p:spPr>
            <a:xfrm>
              <a:off x="1444700" y="2443000"/>
              <a:ext cx="64150" cy="37250"/>
            </a:xfrm>
            <a:custGeom>
              <a:avLst/>
              <a:gdLst/>
              <a:ahLst/>
              <a:cxnLst/>
              <a:rect l="l" t="t" r="r" b="b"/>
              <a:pathLst>
                <a:path w="2566" h="1490" extrusionOk="0">
                  <a:moveTo>
                    <a:pt x="1584" y="1"/>
                  </a:moveTo>
                  <a:lnTo>
                    <a:pt x="1584" y="413"/>
                  </a:lnTo>
                  <a:lnTo>
                    <a:pt x="1" y="413"/>
                  </a:lnTo>
                  <a:lnTo>
                    <a:pt x="1" y="1109"/>
                  </a:lnTo>
                  <a:lnTo>
                    <a:pt x="1584" y="1109"/>
                  </a:lnTo>
                  <a:lnTo>
                    <a:pt x="1584" y="1489"/>
                  </a:lnTo>
                  <a:lnTo>
                    <a:pt x="2566" y="761"/>
                  </a:lnTo>
                  <a:lnTo>
                    <a:pt x="1584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1" name="Google Shape;3671;p36"/>
            <p:cNvSpPr/>
            <p:nvPr/>
          </p:nvSpPr>
          <p:spPr>
            <a:xfrm>
              <a:off x="1439950" y="2438525"/>
              <a:ext cx="73650" cy="46475"/>
            </a:xfrm>
            <a:custGeom>
              <a:avLst/>
              <a:gdLst/>
              <a:ahLst/>
              <a:cxnLst/>
              <a:rect l="l" t="t" r="r" b="b"/>
              <a:pathLst>
                <a:path w="2946" h="1859" extrusionOk="0">
                  <a:moveTo>
                    <a:pt x="1964" y="560"/>
                  </a:moveTo>
                  <a:lnTo>
                    <a:pt x="2439" y="940"/>
                  </a:lnTo>
                  <a:lnTo>
                    <a:pt x="1964" y="1288"/>
                  </a:lnTo>
                  <a:cubicBezTo>
                    <a:pt x="1964" y="1162"/>
                    <a:pt x="1869" y="1098"/>
                    <a:pt x="1774" y="1098"/>
                  </a:cubicBezTo>
                  <a:lnTo>
                    <a:pt x="381" y="1098"/>
                  </a:lnTo>
                  <a:lnTo>
                    <a:pt x="381" y="782"/>
                  </a:lnTo>
                  <a:lnTo>
                    <a:pt x="1774" y="782"/>
                  </a:lnTo>
                  <a:cubicBezTo>
                    <a:pt x="1869" y="782"/>
                    <a:pt x="1964" y="687"/>
                    <a:pt x="1964" y="592"/>
                  </a:cubicBezTo>
                  <a:lnTo>
                    <a:pt x="1964" y="560"/>
                  </a:lnTo>
                  <a:close/>
                  <a:moveTo>
                    <a:pt x="1758" y="1"/>
                  </a:moveTo>
                  <a:cubicBezTo>
                    <a:pt x="1732" y="1"/>
                    <a:pt x="1705" y="8"/>
                    <a:pt x="1679" y="21"/>
                  </a:cubicBezTo>
                  <a:cubicBezTo>
                    <a:pt x="1616" y="53"/>
                    <a:pt x="1584" y="117"/>
                    <a:pt x="1584" y="212"/>
                  </a:cubicBezTo>
                  <a:lnTo>
                    <a:pt x="1584" y="402"/>
                  </a:lnTo>
                  <a:lnTo>
                    <a:pt x="191" y="402"/>
                  </a:lnTo>
                  <a:cubicBezTo>
                    <a:pt x="96" y="402"/>
                    <a:pt x="1" y="465"/>
                    <a:pt x="1" y="592"/>
                  </a:cubicBezTo>
                  <a:lnTo>
                    <a:pt x="1" y="1288"/>
                  </a:lnTo>
                  <a:cubicBezTo>
                    <a:pt x="1" y="1383"/>
                    <a:pt x="96" y="1478"/>
                    <a:pt x="191" y="1478"/>
                  </a:cubicBezTo>
                  <a:lnTo>
                    <a:pt x="1584" y="1478"/>
                  </a:lnTo>
                  <a:lnTo>
                    <a:pt x="1584" y="1668"/>
                  </a:lnTo>
                  <a:cubicBezTo>
                    <a:pt x="1584" y="1732"/>
                    <a:pt x="1616" y="1795"/>
                    <a:pt x="1679" y="1827"/>
                  </a:cubicBezTo>
                  <a:cubicBezTo>
                    <a:pt x="1711" y="1858"/>
                    <a:pt x="1742" y="1858"/>
                    <a:pt x="1774" y="1858"/>
                  </a:cubicBezTo>
                  <a:cubicBezTo>
                    <a:pt x="1806" y="1858"/>
                    <a:pt x="1837" y="1827"/>
                    <a:pt x="1869" y="1827"/>
                  </a:cubicBezTo>
                  <a:lnTo>
                    <a:pt x="2883" y="1098"/>
                  </a:lnTo>
                  <a:cubicBezTo>
                    <a:pt x="2946" y="1035"/>
                    <a:pt x="2946" y="1003"/>
                    <a:pt x="2946" y="940"/>
                  </a:cubicBezTo>
                  <a:cubicBezTo>
                    <a:pt x="2946" y="877"/>
                    <a:pt x="2946" y="813"/>
                    <a:pt x="2883" y="782"/>
                  </a:cubicBezTo>
                  <a:lnTo>
                    <a:pt x="1869" y="53"/>
                  </a:lnTo>
                  <a:cubicBezTo>
                    <a:pt x="1832" y="16"/>
                    <a:pt x="1795" y="1"/>
                    <a:pt x="175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2" name="Google Shape;3672;p36"/>
            <p:cNvSpPr/>
            <p:nvPr/>
          </p:nvSpPr>
          <p:spPr>
            <a:xfrm>
              <a:off x="1451050" y="2399475"/>
              <a:ext cx="64150" cy="36425"/>
            </a:xfrm>
            <a:custGeom>
              <a:avLst/>
              <a:gdLst/>
              <a:ahLst/>
              <a:cxnLst/>
              <a:rect l="l" t="t" r="r" b="b"/>
              <a:pathLst>
                <a:path w="2566" h="1457" extrusionOk="0">
                  <a:moveTo>
                    <a:pt x="1013" y="0"/>
                  </a:moveTo>
                  <a:lnTo>
                    <a:pt x="0" y="728"/>
                  </a:lnTo>
                  <a:lnTo>
                    <a:pt x="1013" y="1457"/>
                  </a:lnTo>
                  <a:lnTo>
                    <a:pt x="1013" y="1077"/>
                  </a:lnTo>
                  <a:lnTo>
                    <a:pt x="2565" y="1077"/>
                  </a:lnTo>
                  <a:lnTo>
                    <a:pt x="2565" y="380"/>
                  </a:lnTo>
                  <a:lnTo>
                    <a:pt x="1013" y="380"/>
                  </a:lnTo>
                  <a:lnTo>
                    <a:pt x="101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3" name="Google Shape;3673;p36"/>
            <p:cNvSpPr/>
            <p:nvPr/>
          </p:nvSpPr>
          <p:spPr>
            <a:xfrm>
              <a:off x="1446275" y="2394375"/>
              <a:ext cx="73675" cy="46275"/>
            </a:xfrm>
            <a:custGeom>
              <a:avLst/>
              <a:gdLst/>
              <a:ahLst/>
              <a:cxnLst/>
              <a:rect l="l" t="t" r="r" b="b"/>
              <a:pathLst>
                <a:path w="2947" h="1851" extrusionOk="0">
                  <a:moveTo>
                    <a:pt x="1014" y="584"/>
                  </a:moveTo>
                  <a:cubicBezTo>
                    <a:pt x="1014" y="679"/>
                    <a:pt x="1109" y="774"/>
                    <a:pt x="1204" y="774"/>
                  </a:cubicBezTo>
                  <a:lnTo>
                    <a:pt x="2566" y="774"/>
                  </a:lnTo>
                  <a:lnTo>
                    <a:pt x="2566" y="1091"/>
                  </a:lnTo>
                  <a:lnTo>
                    <a:pt x="1204" y="1091"/>
                  </a:lnTo>
                  <a:cubicBezTo>
                    <a:pt x="1078" y="1091"/>
                    <a:pt x="1014" y="1186"/>
                    <a:pt x="1014" y="1281"/>
                  </a:cubicBezTo>
                  <a:lnTo>
                    <a:pt x="508" y="932"/>
                  </a:lnTo>
                  <a:lnTo>
                    <a:pt x="1014" y="584"/>
                  </a:lnTo>
                  <a:close/>
                  <a:moveTo>
                    <a:pt x="1237" y="1"/>
                  </a:moveTo>
                  <a:cubicBezTo>
                    <a:pt x="1183" y="1"/>
                    <a:pt x="1123" y="23"/>
                    <a:pt x="1078" y="46"/>
                  </a:cubicBezTo>
                  <a:lnTo>
                    <a:pt x="96" y="774"/>
                  </a:lnTo>
                  <a:cubicBezTo>
                    <a:pt x="33" y="806"/>
                    <a:pt x="1" y="869"/>
                    <a:pt x="1" y="932"/>
                  </a:cubicBezTo>
                  <a:cubicBezTo>
                    <a:pt x="1" y="996"/>
                    <a:pt x="33" y="1059"/>
                    <a:pt x="96" y="1091"/>
                  </a:cubicBezTo>
                  <a:lnTo>
                    <a:pt x="1078" y="1819"/>
                  </a:lnTo>
                  <a:cubicBezTo>
                    <a:pt x="1109" y="1851"/>
                    <a:pt x="1173" y="1851"/>
                    <a:pt x="1204" y="1851"/>
                  </a:cubicBezTo>
                  <a:cubicBezTo>
                    <a:pt x="1236" y="1851"/>
                    <a:pt x="1268" y="1851"/>
                    <a:pt x="1299" y="1819"/>
                  </a:cubicBezTo>
                  <a:cubicBezTo>
                    <a:pt x="1363" y="1787"/>
                    <a:pt x="1394" y="1724"/>
                    <a:pt x="1394" y="1661"/>
                  </a:cubicBezTo>
                  <a:lnTo>
                    <a:pt x="1394" y="1471"/>
                  </a:lnTo>
                  <a:lnTo>
                    <a:pt x="2756" y="1471"/>
                  </a:lnTo>
                  <a:cubicBezTo>
                    <a:pt x="2883" y="1471"/>
                    <a:pt x="2946" y="1376"/>
                    <a:pt x="2946" y="1281"/>
                  </a:cubicBezTo>
                  <a:lnTo>
                    <a:pt x="2946" y="584"/>
                  </a:lnTo>
                  <a:cubicBezTo>
                    <a:pt x="2946" y="489"/>
                    <a:pt x="2851" y="394"/>
                    <a:pt x="2756" y="394"/>
                  </a:cubicBezTo>
                  <a:lnTo>
                    <a:pt x="1394" y="394"/>
                  </a:lnTo>
                  <a:lnTo>
                    <a:pt x="1394" y="204"/>
                  </a:lnTo>
                  <a:cubicBezTo>
                    <a:pt x="1394" y="141"/>
                    <a:pt x="1363" y="46"/>
                    <a:pt x="1299" y="14"/>
                  </a:cubicBezTo>
                  <a:cubicBezTo>
                    <a:pt x="1281" y="5"/>
                    <a:pt x="1260" y="1"/>
                    <a:pt x="123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4" name="Google Shape;3674;p36"/>
            <p:cNvSpPr/>
            <p:nvPr/>
          </p:nvSpPr>
          <p:spPr>
            <a:xfrm>
              <a:off x="1586425" y="2596600"/>
              <a:ext cx="31700" cy="22975"/>
            </a:xfrm>
            <a:custGeom>
              <a:avLst/>
              <a:gdLst/>
              <a:ahLst/>
              <a:cxnLst/>
              <a:rect l="l" t="t" r="r" b="b"/>
              <a:pathLst>
                <a:path w="1268" h="919" extrusionOk="0">
                  <a:moveTo>
                    <a:pt x="887" y="381"/>
                  </a:moveTo>
                  <a:lnTo>
                    <a:pt x="887" y="539"/>
                  </a:lnTo>
                  <a:lnTo>
                    <a:pt x="380" y="539"/>
                  </a:lnTo>
                  <a:lnTo>
                    <a:pt x="380" y="381"/>
                  </a:lnTo>
                  <a:close/>
                  <a:moveTo>
                    <a:pt x="285" y="1"/>
                  </a:moveTo>
                  <a:cubicBezTo>
                    <a:pt x="127" y="1"/>
                    <a:pt x="0" y="96"/>
                    <a:pt x="0" y="254"/>
                  </a:cubicBezTo>
                  <a:lnTo>
                    <a:pt x="0" y="729"/>
                  </a:lnTo>
                  <a:cubicBezTo>
                    <a:pt x="0" y="856"/>
                    <a:pt x="95" y="919"/>
                    <a:pt x="190" y="919"/>
                  </a:cubicBezTo>
                  <a:lnTo>
                    <a:pt x="1077" y="919"/>
                  </a:lnTo>
                  <a:cubicBezTo>
                    <a:pt x="1172" y="919"/>
                    <a:pt x="1267" y="824"/>
                    <a:pt x="1267" y="729"/>
                  </a:cubicBezTo>
                  <a:lnTo>
                    <a:pt x="1267" y="254"/>
                  </a:lnTo>
                  <a:cubicBezTo>
                    <a:pt x="1267" y="96"/>
                    <a:pt x="1141" y="1"/>
                    <a:pt x="98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5" name="Google Shape;3675;p36"/>
            <p:cNvSpPr/>
            <p:nvPr/>
          </p:nvSpPr>
          <p:spPr>
            <a:xfrm>
              <a:off x="1569000" y="2614800"/>
              <a:ext cx="66525" cy="49925"/>
            </a:xfrm>
            <a:custGeom>
              <a:avLst/>
              <a:gdLst/>
              <a:ahLst/>
              <a:cxnLst/>
              <a:rect l="l" t="t" r="r" b="b"/>
              <a:pathLst>
                <a:path w="2661" h="1997" extrusionOk="0">
                  <a:moveTo>
                    <a:pt x="96" y="1"/>
                  </a:moveTo>
                  <a:cubicBezTo>
                    <a:pt x="32" y="1"/>
                    <a:pt x="1" y="33"/>
                    <a:pt x="1" y="96"/>
                  </a:cubicBezTo>
                  <a:lnTo>
                    <a:pt x="1" y="1901"/>
                  </a:lnTo>
                  <a:cubicBezTo>
                    <a:pt x="1" y="1964"/>
                    <a:pt x="32" y="1996"/>
                    <a:pt x="96" y="1996"/>
                  </a:cubicBezTo>
                  <a:lnTo>
                    <a:pt x="2598" y="1996"/>
                  </a:lnTo>
                  <a:cubicBezTo>
                    <a:pt x="2629" y="1996"/>
                    <a:pt x="2661" y="1933"/>
                    <a:pt x="2661" y="1901"/>
                  </a:cubicBezTo>
                  <a:lnTo>
                    <a:pt x="2661" y="96"/>
                  </a:lnTo>
                  <a:cubicBezTo>
                    <a:pt x="2661" y="33"/>
                    <a:pt x="2629" y="1"/>
                    <a:pt x="2598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6" name="Google Shape;3676;p36"/>
            <p:cNvSpPr/>
            <p:nvPr/>
          </p:nvSpPr>
          <p:spPr>
            <a:xfrm>
              <a:off x="1564250" y="2610050"/>
              <a:ext cx="76025" cy="59425"/>
            </a:xfrm>
            <a:custGeom>
              <a:avLst/>
              <a:gdLst/>
              <a:ahLst/>
              <a:cxnLst/>
              <a:rect l="l" t="t" r="r" b="b"/>
              <a:pathLst>
                <a:path w="3041" h="2377" extrusionOk="0">
                  <a:moveTo>
                    <a:pt x="2661" y="381"/>
                  </a:moveTo>
                  <a:lnTo>
                    <a:pt x="2661" y="1996"/>
                  </a:lnTo>
                  <a:lnTo>
                    <a:pt x="381" y="1996"/>
                  </a:lnTo>
                  <a:lnTo>
                    <a:pt x="381" y="381"/>
                  </a:lnTo>
                  <a:close/>
                  <a:moveTo>
                    <a:pt x="286" y="1"/>
                  </a:moveTo>
                  <a:cubicBezTo>
                    <a:pt x="127" y="1"/>
                    <a:pt x="1" y="128"/>
                    <a:pt x="1" y="286"/>
                  </a:cubicBezTo>
                  <a:lnTo>
                    <a:pt x="1" y="2091"/>
                  </a:lnTo>
                  <a:cubicBezTo>
                    <a:pt x="1" y="2249"/>
                    <a:pt x="127" y="2376"/>
                    <a:pt x="286" y="2376"/>
                  </a:cubicBezTo>
                  <a:lnTo>
                    <a:pt x="2788" y="2376"/>
                  </a:lnTo>
                  <a:cubicBezTo>
                    <a:pt x="2914" y="2376"/>
                    <a:pt x="3041" y="2249"/>
                    <a:pt x="3041" y="2091"/>
                  </a:cubicBezTo>
                  <a:lnTo>
                    <a:pt x="3041" y="286"/>
                  </a:lnTo>
                  <a:cubicBezTo>
                    <a:pt x="3041" y="128"/>
                    <a:pt x="2914" y="1"/>
                    <a:pt x="278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7" name="Google Shape;3677;p36"/>
            <p:cNvSpPr/>
            <p:nvPr/>
          </p:nvSpPr>
          <p:spPr>
            <a:xfrm>
              <a:off x="1563475" y="2618125"/>
              <a:ext cx="77600" cy="33125"/>
            </a:xfrm>
            <a:custGeom>
              <a:avLst/>
              <a:gdLst/>
              <a:ahLst/>
              <a:cxnLst/>
              <a:rect l="l" t="t" r="r" b="b"/>
              <a:pathLst>
                <a:path w="3104" h="1325" extrusionOk="0">
                  <a:moveTo>
                    <a:pt x="211" y="1"/>
                  </a:moveTo>
                  <a:cubicBezTo>
                    <a:pt x="182" y="1"/>
                    <a:pt x="153" y="9"/>
                    <a:pt x="127" y="26"/>
                  </a:cubicBezTo>
                  <a:cubicBezTo>
                    <a:pt x="32" y="58"/>
                    <a:pt x="0" y="185"/>
                    <a:pt x="63" y="280"/>
                  </a:cubicBezTo>
                  <a:lnTo>
                    <a:pt x="317" y="818"/>
                  </a:lnTo>
                  <a:lnTo>
                    <a:pt x="380" y="945"/>
                  </a:lnTo>
                  <a:cubicBezTo>
                    <a:pt x="507" y="1166"/>
                    <a:pt x="728" y="1325"/>
                    <a:pt x="982" y="1325"/>
                  </a:cubicBezTo>
                  <a:lnTo>
                    <a:pt x="2122" y="1325"/>
                  </a:lnTo>
                  <a:cubicBezTo>
                    <a:pt x="2375" y="1325"/>
                    <a:pt x="2629" y="1166"/>
                    <a:pt x="2724" y="945"/>
                  </a:cubicBezTo>
                  <a:lnTo>
                    <a:pt x="3040" y="280"/>
                  </a:lnTo>
                  <a:cubicBezTo>
                    <a:pt x="3104" y="185"/>
                    <a:pt x="3072" y="58"/>
                    <a:pt x="2977" y="26"/>
                  </a:cubicBezTo>
                  <a:cubicBezTo>
                    <a:pt x="2950" y="9"/>
                    <a:pt x="2921" y="1"/>
                    <a:pt x="2893" y="1"/>
                  </a:cubicBezTo>
                  <a:cubicBezTo>
                    <a:pt x="2819" y="1"/>
                    <a:pt x="2746" y="53"/>
                    <a:pt x="2724" y="121"/>
                  </a:cubicBezTo>
                  <a:lnTo>
                    <a:pt x="2439" y="660"/>
                  </a:lnTo>
                  <a:lnTo>
                    <a:pt x="2375" y="786"/>
                  </a:lnTo>
                  <a:cubicBezTo>
                    <a:pt x="2344" y="881"/>
                    <a:pt x="2217" y="945"/>
                    <a:pt x="2122" y="945"/>
                  </a:cubicBezTo>
                  <a:lnTo>
                    <a:pt x="982" y="945"/>
                  </a:lnTo>
                  <a:cubicBezTo>
                    <a:pt x="855" y="945"/>
                    <a:pt x="760" y="881"/>
                    <a:pt x="728" y="786"/>
                  </a:cubicBezTo>
                  <a:lnTo>
                    <a:pt x="380" y="121"/>
                  </a:lnTo>
                  <a:cubicBezTo>
                    <a:pt x="357" y="53"/>
                    <a:pt x="285" y="1"/>
                    <a:pt x="21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8" name="Google Shape;3678;p36"/>
            <p:cNvSpPr/>
            <p:nvPr/>
          </p:nvSpPr>
          <p:spPr>
            <a:xfrm>
              <a:off x="1593550" y="2640950"/>
              <a:ext cx="17450" cy="9525"/>
            </a:xfrm>
            <a:custGeom>
              <a:avLst/>
              <a:gdLst/>
              <a:ahLst/>
              <a:cxnLst/>
              <a:rect l="l" t="t" r="r" b="b"/>
              <a:pathLst>
                <a:path w="698" h="381" extrusionOk="0">
                  <a:moveTo>
                    <a:pt x="32" y="0"/>
                  </a:moveTo>
                  <a:cubicBezTo>
                    <a:pt x="0" y="0"/>
                    <a:pt x="0" y="0"/>
                    <a:pt x="0" y="32"/>
                  </a:cubicBezTo>
                  <a:lnTo>
                    <a:pt x="0" y="317"/>
                  </a:lnTo>
                  <a:cubicBezTo>
                    <a:pt x="0" y="348"/>
                    <a:pt x="0" y="380"/>
                    <a:pt x="32" y="380"/>
                  </a:cubicBezTo>
                  <a:lnTo>
                    <a:pt x="665" y="380"/>
                  </a:lnTo>
                  <a:cubicBezTo>
                    <a:pt x="697" y="380"/>
                    <a:pt x="697" y="348"/>
                    <a:pt x="697" y="317"/>
                  </a:cubicBezTo>
                  <a:lnTo>
                    <a:pt x="697" y="32"/>
                  </a:lnTo>
                  <a:cubicBezTo>
                    <a:pt x="697" y="0"/>
                    <a:pt x="697" y="0"/>
                    <a:pt x="66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9" name="Google Shape;3679;p36"/>
            <p:cNvSpPr/>
            <p:nvPr/>
          </p:nvSpPr>
          <p:spPr>
            <a:xfrm>
              <a:off x="1588800" y="2635400"/>
              <a:ext cx="26950" cy="19825"/>
            </a:xfrm>
            <a:custGeom>
              <a:avLst/>
              <a:gdLst/>
              <a:ahLst/>
              <a:cxnLst/>
              <a:rect l="l" t="t" r="r" b="b"/>
              <a:pathLst>
                <a:path w="1078" h="793" extrusionOk="0">
                  <a:moveTo>
                    <a:pt x="222" y="0"/>
                  </a:moveTo>
                  <a:cubicBezTo>
                    <a:pt x="95" y="0"/>
                    <a:pt x="0" y="127"/>
                    <a:pt x="0" y="254"/>
                  </a:cubicBezTo>
                  <a:lnTo>
                    <a:pt x="0" y="539"/>
                  </a:lnTo>
                  <a:cubicBezTo>
                    <a:pt x="0" y="697"/>
                    <a:pt x="95" y="792"/>
                    <a:pt x="222" y="792"/>
                  </a:cubicBezTo>
                  <a:lnTo>
                    <a:pt x="855" y="792"/>
                  </a:lnTo>
                  <a:cubicBezTo>
                    <a:pt x="982" y="792"/>
                    <a:pt x="1077" y="697"/>
                    <a:pt x="1077" y="539"/>
                  </a:cubicBezTo>
                  <a:lnTo>
                    <a:pt x="1077" y="254"/>
                  </a:lnTo>
                  <a:cubicBezTo>
                    <a:pt x="1077" y="127"/>
                    <a:pt x="982" y="0"/>
                    <a:pt x="85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0" name="Google Shape;3680;p36"/>
            <p:cNvSpPr/>
            <p:nvPr/>
          </p:nvSpPr>
          <p:spPr>
            <a:xfrm>
              <a:off x="1345750" y="2596600"/>
              <a:ext cx="30900" cy="22975"/>
            </a:xfrm>
            <a:custGeom>
              <a:avLst/>
              <a:gdLst/>
              <a:ahLst/>
              <a:cxnLst/>
              <a:rect l="l" t="t" r="r" b="b"/>
              <a:pathLst>
                <a:path w="1236" h="919" extrusionOk="0">
                  <a:moveTo>
                    <a:pt x="855" y="381"/>
                  </a:moveTo>
                  <a:lnTo>
                    <a:pt x="855" y="539"/>
                  </a:lnTo>
                  <a:lnTo>
                    <a:pt x="380" y="539"/>
                  </a:lnTo>
                  <a:lnTo>
                    <a:pt x="380" y="381"/>
                  </a:lnTo>
                  <a:close/>
                  <a:moveTo>
                    <a:pt x="253" y="1"/>
                  </a:moveTo>
                  <a:cubicBezTo>
                    <a:pt x="127" y="1"/>
                    <a:pt x="0" y="96"/>
                    <a:pt x="0" y="254"/>
                  </a:cubicBezTo>
                  <a:lnTo>
                    <a:pt x="0" y="729"/>
                  </a:lnTo>
                  <a:cubicBezTo>
                    <a:pt x="0" y="856"/>
                    <a:pt x="95" y="919"/>
                    <a:pt x="190" y="919"/>
                  </a:cubicBezTo>
                  <a:lnTo>
                    <a:pt x="1045" y="919"/>
                  </a:lnTo>
                  <a:cubicBezTo>
                    <a:pt x="1172" y="919"/>
                    <a:pt x="1235" y="824"/>
                    <a:pt x="1235" y="729"/>
                  </a:cubicBezTo>
                  <a:lnTo>
                    <a:pt x="1235" y="254"/>
                  </a:lnTo>
                  <a:cubicBezTo>
                    <a:pt x="1235" y="96"/>
                    <a:pt x="1140" y="1"/>
                    <a:pt x="98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1" name="Google Shape;3681;p36"/>
            <p:cNvSpPr/>
            <p:nvPr/>
          </p:nvSpPr>
          <p:spPr>
            <a:xfrm>
              <a:off x="1328325" y="2614800"/>
              <a:ext cx="66525" cy="49925"/>
            </a:xfrm>
            <a:custGeom>
              <a:avLst/>
              <a:gdLst/>
              <a:ahLst/>
              <a:cxnLst/>
              <a:rect l="l" t="t" r="r" b="b"/>
              <a:pathLst>
                <a:path w="2661" h="1997" extrusionOk="0">
                  <a:moveTo>
                    <a:pt x="64" y="1"/>
                  </a:moveTo>
                  <a:cubicBezTo>
                    <a:pt x="32" y="1"/>
                    <a:pt x="0" y="33"/>
                    <a:pt x="0" y="96"/>
                  </a:cubicBezTo>
                  <a:lnTo>
                    <a:pt x="0" y="1901"/>
                  </a:lnTo>
                  <a:cubicBezTo>
                    <a:pt x="0" y="1964"/>
                    <a:pt x="32" y="1996"/>
                    <a:pt x="64" y="1996"/>
                  </a:cubicBezTo>
                  <a:lnTo>
                    <a:pt x="2566" y="1996"/>
                  </a:lnTo>
                  <a:cubicBezTo>
                    <a:pt x="2629" y="1996"/>
                    <a:pt x="2661" y="1933"/>
                    <a:pt x="2661" y="1901"/>
                  </a:cubicBezTo>
                  <a:lnTo>
                    <a:pt x="2661" y="96"/>
                  </a:lnTo>
                  <a:cubicBezTo>
                    <a:pt x="2661" y="33"/>
                    <a:pt x="2629" y="1"/>
                    <a:pt x="2566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2" name="Google Shape;3682;p36"/>
            <p:cNvSpPr/>
            <p:nvPr/>
          </p:nvSpPr>
          <p:spPr>
            <a:xfrm>
              <a:off x="1323575" y="2610050"/>
              <a:ext cx="76025" cy="59425"/>
            </a:xfrm>
            <a:custGeom>
              <a:avLst/>
              <a:gdLst/>
              <a:ahLst/>
              <a:cxnLst/>
              <a:rect l="l" t="t" r="r" b="b"/>
              <a:pathLst>
                <a:path w="3041" h="2377" extrusionOk="0">
                  <a:moveTo>
                    <a:pt x="2660" y="381"/>
                  </a:moveTo>
                  <a:lnTo>
                    <a:pt x="2660" y="1996"/>
                  </a:lnTo>
                  <a:lnTo>
                    <a:pt x="380" y="1996"/>
                  </a:lnTo>
                  <a:lnTo>
                    <a:pt x="380" y="381"/>
                  </a:lnTo>
                  <a:close/>
                  <a:moveTo>
                    <a:pt x="254" y="1"/>
                  </a:moveTo>
                  <a:cubicBezTo>
                    <a:pt x="127" y="1"/>
                    <a:pt x="0" y="128"/>
                    <a:pt x="0" y="286"/>
                  </a:cubicBezTo>
                  <a:lnTo>
                    <a:pt x="0" y="2091"/>
                  </a:lnTo>
                  <a:cubicBezTo>
                    <a:pt x="0" y="2249"/>
                    <a:pt x="95" y="2376"/>
                    <a:pt x="254" y="2376"/>
                  </a:cubicBezTo>
                  <a:lnTo>
                    <a:pt x="2756" y="2376"/>
                  </a:lnTo>
                  <a:cubicBezTo>
                    <a:pt x="2914" y="2376"/>
                    <a:pt x="3041" y="2249"/>
                    <a:pt x="3041" y="2091"/>
                  </a:cubicBezTo>
                  <a:lnTo>
                    <a:pt x="3041" y="286"/>
                  </a:lnTo>
                  <a:cubicBezTo>
                    <a:pt x="3041" y="128"/>
                    <a:pt x="2914" y="1"/>
                    <a:pt x="275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3" name="Google Shape;3683;p36"/>
            <p:cNvSpPr/>
            <p:nvPr/>
          </p:nvSpPr>
          <p:spPr>
            <a:xfrm>
              <a:off x="1322775" y="2618125"/>
              <a:ext cx="76825" cy="33125"/>
            </a:xfrm>
            <a:custGeom>
              <a:avLst/>
              <a:gdLst/>
              <a:ahLst/>
              <a:cxnLst/>
              <a:rect l="l" t="t" r="r" b="b"/>
              <a:pathLst>
                <a:path w="3073" h="1325" extrusionOk="0">
                  <a:moveTo>
                    <a:pt x="206" y="1"/>
                  </a:moveTo>
                  <a:cubicBezTo>
                    <a:pt x="180" y="1"/>
                    <a:pt x="154" y="9"/>
                    <a:pt x="127" y="26"/>
                  </a:cubicBezTo>
                  <a:cubicBezTo>
                    <a:pt x="32" y="58"/>
                    <a:pt x="1" y="185"/>
                    <a:pt x="32" y="280"/>
                  </a:cubicBezTo>
                  <a:lnTo>
                    <a:pt x="317" y="818"/>
                  </a:lnTo>
                  <a:lnTo>
                    <a:pt x="381" y="945"/>
                  </a:lnTo>
                  <a:cubicBezTo>
                    <a:pt x="476" y="1166"/>
                    <a:pt x="729" y="1325"/>
                    <a:pt x="982" y="1325"/>
                  </a:cubicBezTo>
                  <a:lnTo>
                    <a:pt x="2091" y="1325"/>
                  </a:lnTo>
                  <a:cubicBezTo>
                    <a:pt x="2376" y="1325"/>
                    <a:pt x="2597" y="1166"/>
                    <a:pt x="2724" y="945"/>
                  </a:cubicBezTo>
                  <a:lnTo>
                    <a:pt x="3041" y="280"/>
                  </a:lnTo>
                  <a:cubicBezTo>
                    <a:pt x="3073" y="185"/>
                    <a:pt x="3041" y="58"/>
                    <a:pt x="2946" y="26"/>
                  </a:cubicBezTo>
                  <a:cubicBezTo>
                    <a:pt x="2919" y="9"/>
                    <a:pt x="2893" y="1"/>
                    <a:pt x="2867" y="1"/>
                  </a:cubicBezTo>
                  <a:cubicBezTo>
                    <a:pt x="2800" y="1"/>
                    <a:pt x="2738" y="53"/>
                    <a:pt x="2692" y="121"/>
                  </a:cubicBezTo>
                  <a:lnTo>
                    <a:pt x="2439" y="660"/>
                  </a:lnTo>
                  <a:lnTo>
                    <a:pt x="2376" y="786"/>
                  </a:lnTo>
                  <a:cubicBezTo>
                    <a:pt x="2312" y="881"/>
                    <a:pt x="2217" y="945"/>
                    <a:pt x="2091" y="945"/>
                  </a:cubicBezTo>
                  <a:lnTo>
                    <a:pt x="982" y="945"/>
                  </a:lnTo>
                  <a:cubicBezTo>
                    <a:pt x="856" y="945"/>
                    <a:pt x="761" y="881"/>
                    <a:pt x="697" y="786"/>
                  </a:cubicBezTo>
                  <a:lnTo>
                    <a:pt x="381" y="121"/>
                  </a:lnTo>
                  <a:cubicBezTo>
                    <a:pt x="335" y="53"/>
                    <a:pt x="273" y="1"/>
                    <a:pt x="20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4" name="Google Shape;3684;p36"/>
            <p:cNvSpPr/>
            <p:nvPr/>
          </p:nvSpPr>
          <p:spPr>
            <a:xfrm>
              <a:off x="1352075" y="2640950"/>
              <a:ext cx="18225" cy="9525"/>
            </a:xfrm>
            <a:custGeom>
              <a:avLst/>
              <a:gdLst/>
              <a:ahLst/>
              <a:cxnLst/>
              <a:rect l="l" t="t" r="r" b="b"/>
              <a:pathLst>
                <a:path w="729" h="381" extrusionOk="0">
                  <a:moveTo>
                    <a:pt x="64" y="0"/>
                  </a:moveTo>
                  <a:cubicBezTo>
                    <a:pt x="32" y="0"/>
                    <a:pt x="0" y="0"/>
                    <a:pt x="0" y="32"/>
                  </a:cubicBezTo>
                  <a:lnTo>
                    <a:pt x="0" y="317"/>
                  </a:lnTo>
                  <a:cubicBezTo>
                    <a:pt x="0" y="348"/>
                    <a:pt x="32" y="380"/>
                    <a:pt x="64" y="380"/>
                  </a:cubicBezTo>
                  <a:lnTo>
                    <a:pt x="665" y="380"/>
                  </a:lnTo>
                  <a:cubicBezTo>
                    <a:pt x="697" y="380"/>
                    <a:pt x="729" y="348"/>
                    <a:pt x="729" y="317"/>
                  </a:cubicBezTo>
                  <a:lnTo>
                    <a:pt x="729" y="32"/>
                  </a:lnTo>
                  <a:cubicBezTo>
                    <a:pt x="729" y="0"/>
                    <a:pt x="697" y="0"/>
                    <a:pt x="66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5" name="Google Shape;3685;p36"/>
            <p:cNvSpPr/>
            <p:nvPr/>
          </p:nvSpPr>
          <p:spPr>
            <a:xfrm>
              <a:off x="1347325" y="2635400"/>
              <a:ext cx="27725" cy="19825"/>
            </a:xfrm>
            <a:custGeom>
              <a:avLst/>
              <a:gdLst/>
              <a:ahLst/>
              <a:cxnLst/>
              <a:rect l="l" t="t" r="r" b="b"/>
              <a:pathLst>
                <a:path w="1109" h="793" extrusionOk="0">
                  <a:moveTo>
                    <a:pt x="254" y="0"/>
                  </a:moveTo>
                  <a:cubicBezTo>
                    <a:pt x="127" y="0"/>
                    <a:pt x="0" y="127"/>
                    <a:pt x="0" y="254"/>
                  </a:cubicBezTo>
                  <a:lnTo>
                    <a:pt x="0" y="539"/>
                  </a:lnTo>
                  <a:cubicBezTo>
                    <a:pt x="0" y="697"/>
                    <a:pt x="127" y="792"/>
                    <a:pt x="254" y="792"/>
                  </a:cubicBezTo>
                  <a:lnTo>
                    <a:pt x="855" y="792"/>
                  </a:lnTo>
                  <a:cubicBezTo>
                    <a:pt x="1014" y="792"/>
                    <a:pt x="1109" y="697"/>
                    <a:pt x="1109" y="539"/>
                  </a:cubicBezTo>
                  <a:lnTo>
                    <a:pt x="1109" y="254"/>
                  </a:lnTo>
                  <a:cubicBezTo>
                    <a:pt x="1109" y="127"/>
                    <a:pt x="1014" y="0"/>
                    <a:pt x="85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6" name="Google Shape;3686;p36"/>
            <p:cNvSpPr/>
            <p:nvPr/>
          </p:nvSpPr>
          <p:spPr>
            <a:xfrm>
              <a:off x="1089225" y="2824625"/>
              <a:ext cx="123525" cy="98200"/>
            </a:xfrm>
            <a:custGeom>
              <a:avLst/>
              <a:gdLst/>
              <a:ahLst/>
              <a:cxnLst/>
              <a:rect l="l" t="t" r="r" b="b"/>
              <a:pathLst>
                <a:path w="4941" h="3928" extrusionOk="0">
                  <a:moveTo>
                    <a:pt x="1552" y="0"/>
                  </a:moveTo>
                  <a:cubicBezTo>
                    <a:pt x="697" y="32"/>
                    <a:pt x="0" y="602"/>
                    <a:pt x="32" y="1425"/>
                  </a:cubicBezTo>
                  <a:lnTo>
                    <a:pt x="32" y="3927"/>
                  </a:lnTo>
                  <a:lnTo>
                    <a:pt x="4941" y="3832"/>
                  </a:lnTo>
                  <a:lnTo>
                    <a:pt x="4909" y="1425"/>
                  </a:lnTo>
                  <a:cubicBezTo>
                    <a:pt x="4909" y="729"/>
                    <a:pt x="4244" y="0"/>
                    <a:pt x="3357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7" name="Google Shape;3687;p36"/>
            <p:cNvSpPr/>
            <p:nvPr/>
          </p:nvSpPr>
          <p:spPr>
            <a:xfrm>
              <a:off x="1084475" y="2819875"/>
              <a:ext cx="133025" cy="107700"/>
            </a:xfrm>
            <a:custGeom>
              <a:avLst/>
              <a:gdLst/>
              <a:ahLst/>
              <a:cxnLst/>
              <a:rect l="l" t="t" r="r" b="b"/>
              <a:pathLst>
                <a:path w="5321" h="4308" extrusionOk="0">
                  <a:moveTo>
                    <a:pt x="1742" y="0"/>
                  </a:moveTo>
                  <a:cubicBezTo>
                    <a:pt x="729" y="32"/>
                    <a:pt x="0" y="729"/>
                    <a:pt x="32" y="1647"/>
                  </a:cubicBezTo>
                  <a:lnTo>
                    <a:pt x="32" y="4117"/>
                  </a:lnTo>
                  <a:cubicBezTo>
                    <a:pt x="32" y="4244"/>
                    <a:pt x="127" y="4307"/>
                    <a:pt x="222" y="4307"/>
                  </a:cubicBezTo>
                  <a:cubicBezTo>
                    <a:pt x="317" y="4307"/>
                    <a:pt x="412" y="4212"/>
                    <a:pt x="412" y="4117"/>
                  </a:cubicBezTo>
                  <a:lnTo>
                    <a:pt x="412" y="1615"/>
                  </a:lnTo>
                  <a:cubicBezTo>
                    <a:pt x="412" y="919"/>
                    <a:pt x="982" y="412"/>
                    <a:pt x="1742" y="380"/>
                  </a:cubicBezTo>
                  <a:lnTo>
                    <a:pt x="1774" y="380"/>
                  </a:lnTo>
                  <a:lnTo>
                    <a:pt x="3516" y="412"/>
                  </a:lnTo>
                  <a:lnTo>
                    <a:pt x="3547" y="412"/>
                  </a:lnTo>
                  <a:cubicBezTo>
                    <a:pt x="4339" y="412"/>
                    <a:pt x="4909" y="1045"/>
                    <a:pt x="4941" y="1615"/>
                  </a:cubicBezTo>
                  <a:lnTo>
                    <a:pt x="4941" y="4022"/>
                  </a:lnTo>
                  <a:cubicBezTo>
                    <a:pt x="4941" y="4117"/>
                    <a:pt x="5004" y="4212"/>
                    <a:pt x="5131" y="4212"/>
                  </a:cubicBezTo>
                  <a:cubicBezTo>
                    <a:pt x="5226" y="4212"/>
                    <a:pt x="5321" y="4117"/>
                    <a:pt x="5321" y="4022"/>
                  </a:cubicBezTo>
                  <a:lnTo>
                    <a:pt x="5321" y="1615"/>
                  </a:lnTo>
                  <a:cubicBezTo>
                    <a:pt x="5289" y="855"/>
                    <a:pt x="4592" y="32"/>
                    <a:pt x="3547" y="32"/>
                  </a:cubicBezTo>
                  <a:lnTo>
                    <a:pt x="3516" y="32"/>
                  </a:lnTo>
                  <a:lnTo>
                    <a:pt x="1774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8" name="Google Shape;3688;p36"/>
            <p:cNvSpPr/>
            <p:nvPr/>
          </p:nvSpPr>
          <p:spPr>
            <a:xfrm>
              <a:off x="1117725" y="2875300"/>
              <a:ext cx="69700" cy="58600"/>
            </a:xfrm>
            <a:custGeom>
              <a:avLst/>
              <a:gdLst/>
              <a:ahLst/>
              <a:cxnLst/>
              <a:rect l="l" t="t" r="r" b="b"/>
              <a:pathLst>
                <a:path w="2788" h="2344" extrusionOk="0">
                  <a:moveTo>
                    <a:pt x="0" y="0"/>
                  </a:moveTo>
                  <a:lnTo>
                    <a:pt x="0" y="2344"/>
                  </a:lnTo>
                  <a:lnTo>
                    <a:pt x="2787" y="2344"/>
                  </a:lnTo>
                  <a:lnTo>
                    <a:pt x="2787" y="0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9" name="Google Shape;3689;p36"/>
            <p:cNvSpPr/>
            <p:nvPr/>
          </p:nvSpPr>
          <p:spPr>
            <a:xfrm>
              <a:off x="1112975" y="2870550"/>
              <a:ext cx="79200" cy="68100"/>
            </a:xfrm>
            <a:custGeom>
              <a:avLst/>
              <a:gdLst/>
              <a:ahLst/>
              <a:cxnLst/>
              <a:rect l="l" t="t" r="r" b="b"/>
              <a:pathLst>
                <a:path w="3168" h="2724" extrusionOk="0"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lnTo>
                    <a:pt x="0" y="2534"/>
                  </a:lnTo>
                  <a:cubicBezTo>
                    <a:pt x="0" y="2597"/>
                    <a:pt x="32" y="2629"/>
                    <a:pt x="64" y="2660"/>
                  </a:cubicBezTo>
                  <a:cubicBezTo>
                    <a:pt x="95" y="2692"/>
                    <a:pt x="159" y="2724"/>
                    <a:pt x="190" y="2724"/>
                  </a:cubicBezTo>
                  <a:lnTo>
                    <a:pt x="2977" y="2724"/>
                  </a:lnTo>
                  <a:cubicBezTo>
                    <a:pt x="3072" y="2724"/>
                    <a:pt x="3167" y="2629"/>
                    <a:pt x="3167" y="2534"/>
                  </a:cubicBezTo>
                  <a:lnTo>
                    <a:pt x="3167" y="190"/>
                  </a:lnTo>
                  <a:cubicBezTo>
                    <a:pt x="3167" y="63"/>
                    <a:pt x="3072" y="0"/>
                    <a:pt x="2977" y="0"/>
                  </a:cubicBezTo>
                  <a:cubicBezTo>
                    <a:pt x="2851" y="0"/>
                    <a:pt x="2787" y="95"/>
                    <a:pt x="2787" y="190"/>
                  </a:cubicBezTo>
                  <a:lnTo>
                    <a:pt x="2787" y="2344"/>
                  </a:lnTo>
                  <a:lnTo>
                    <a:pt x="380" y="2344"/>
                  </a:lnTo>
                  <a:lnTo>
                    <a:pt x="380" y="190"/>
                  </a:lnTo>
                  <a:cubicBezTo>
                    <a:pt x="380" y="63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0" name="Google Shape;3690;p36"/>
            <p:cNvSpPr/>
            <p:nvPr/>
          </p:nvSpPr>
          <p:spPr>
            <a:xfrm>
              <a:off x="990250" y="2758900"/>
              <a:ext cx="71275" cy="70500"/>
            </a:xfrm>
            <a:custGeom>
              <a:avLst/>
              <a:gdLst/>
              <a:ahLst/>
              <a:cxnLst/>
              <a:rect l="l" t="t" r="r" b="b"/>
              <a:pathLst>
                <a:path w="2851" h="2820" extrusionOk="0">
                  <a:moveTo>
                    <a:pt x="1426" y="381"/>
                  </a:moveTo>
                  <a:cubicBezTo>
                    <a:pt x="1996" y="381"/>
                    <a:pt x="2471" y="824"/>
                    <a:pt x="2471" y="1394"/>
                  </a:cubicBezTo>
                  <a:cubicBezTo>
                    <a:pt x="2471" y="1964"/>
                    <a:pt x="1996" y="2439"/>
                    <a:pt x="1426" y="2439"/>
                  </a:cubicBezTo>
                  <a:cubicBezTo>
                    <a:pt x="856" y="2439"/>
                    <a:pt x="381" y="1964"/>
                    <a:pt x="381" y="1394"/>
                  </a:cubicBezTo>
                  <a:cubicBezTo>
                    <a:pt x="381" y="824"/>
                    <a:pt x="856" y="381"/>
                    <a:pt x="1426" y="381"/>
                  </a:cubicBezTo>
                  <a:close/>
                  <a:moveTo>
                    <a:pt x="1426" y="1"/>
                  </a:moveTo>
                  <a:cubicBezTo>
                    <a:pt x="634" y="1"/>
                    <a:pt x="1" y="634"/>
                    <a:pt x="1" y="1394"/>
                  </a:cubicBezTo>
                  <a:cubicBezTo>
                    <a:pt x="1" y="2186"/>
                    <a:pt x="634" y="2819"/>
                    <a:pt x="1426" y="2819"/>
                  </a:cubicBezTo>
                  <a:cubicBezTo>
                    <a:pt x="2217" y="2819"/>
                    <a:pt x="2851" y="2186"/>
                    <a:pt x="2851" y="1394"/>
                  </a:cubicBezTo>
                  <a:cubicBezTo>
                    <a:pt x="2851" y="634"/>
                    <a:pt x="2217" y="1"/>
                    <a:pt x="142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1" name="Google Shape;3691;p36"/>
            <p:cNvSpPr/>
            <p:nvPr/>
          </p:nvSpPr>
          <p:spPr>
            <a:xfrm>
              <a:off x="972825" y="2837175"/>
              <a:ext cx="147300" cy="119675"/>
            </a:xfrm>
            <a:custGeom>
              <a:avLst/>
              <a:gdLst/>
              <a:ahLst/>
              <a:cxnLst/>
              <a:rect l="l" t="t" r="r" b="b"/>
              <a:pathLst>
                <a:path w="5892" h="4787" extrusionOk="0">
                  <a:moveTo>
                    <a:pt x="1757" y="1"/>
                  </a:moveTo>
                  <a:cubicBezTo>
                    <a:pt x="746" y="1"/>
                    <a:pt x="251" y="644"/>
                    <a:pt x="191" y="1462"/>
                  </a:cubicBezTo>
                  <a:lnTo>
                    <a:pt x="1" y="4787"/>
                  </a:lnTo>
                  <a:lnTo>
                    <a:pt x="4371" y="4787"/>
                  </a:lnTo>
                  <a:lnTo>
                    <a:pt x="3146" y="3596"/>
                  </a:lnTo>
                  <a:lnTo>
                    <a:pt x="3146" y="3596"/>
                  </a:lnTo>
                  <a:cubicBezTo>
                    <a:pt x="3332" y="3617"/>
                    <a:pt x="3594" y="3625"/>
                    <a:pt x="3871" y="3625"/>
                  </a:cubicBezTo>
                  <a:cubicBezTo>
                    <a:pt x="4524" y="3625"/>
                    <a:pt x="5258" y="3584"/>
                    <a:pt x="5258" y="3584"/>
                  </a:cubicBezTo>
                  <a:cubicBezTo>
                    <a:pt x="5606" y="3552"/>
                    <a:pt x="5891" y="3330"/>
                    <a:pt x="5860" y="2982"/>
                  </a:cubicBezTo>
                  <a:cubicBezTo>
                    <a:pt x="5828" y="2570"/>
                    <a:pt x="5480" y="2412"/>
                    <a:pt x="5100" y="2412"/>
                  </a:cubicBezTo>
                  <a:lnTo>
                    <a:pt x="4023" y="2443"/>
                  </a:lnTo>
                  <a:cubicBezTo>
                    <a:pt x="4023" y="2443"/>
                    <a:pt x="3516" y="2443"/>
                    <a:pt x="3389" y="2095"/>
                  </a:cubicBezTo>
                  <a:cubicBezTo>
                    <a:pt x="3231" y="1683"/>
                    <a:pt x="3073" y="860"/>
                    <a:pt x="2788" y="480"/>
                  </a:cubicBezTo>
                  <a:cubicBezTo>
                    <a:pt x="2566" y="195"/>
                    <a:pt x="2249" y="37"/>
                    <a:pt x="1901" y="5"/>
                  </a:cubicBezTo>
                  <a:cubicBezTo>
                    <a:pt x="1852" y="2"/>
                    <a:pt x="1804" y="1"/>
                    <a:pt x="175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2" name="Google Shape;3692;p36"/>
            <p:cNvSpPr/>
            <p:nvPr/>
          </p:nvSpPr>
          <p:spPr>
            <a:xfrm>
              <a:off x="972825" y="2837175"/>
              <a:ext cx="147300" cy="119675"/>
            </a:xfrm>
            <a:custGeom>
              <a:avLst/>
              <a:gdLst/>
              <a:ahLst/>
              <a:cxnLst/>
              <a:rect l="l" t="t" r="r" b="b"/>
              <a:pathLst>
                <a:path w="5892" h="4787" extrusionOk="0">
                  <a:moveTo>
                    <a:pt x="1757" y="1"/>
                  </a:moveTo>
                  <a:cubicBezTo>
                    <a:pt x="746" y="1"/>
                    <a:pt x="251" y="644"/>
                    <a:pt x="191" y="1462"/>
                  </a:cubicBezTo>
                  <a:lnTo>
                    <a:pt x="1" y="4787"/>
                  </a:lnTo>
                  <a:lnTo>
                    <a:pt x="1" y="4787"/>
                  </a:lnTo>
                  <a:lnTo>
                    <a:pt x="2123" y="2602"/>
                  </a:lnTo>
                  <a:lnTo>
                    <a:pt x="2883" y="3520"/>
                  </a:lnTo>
                  <a:cubicBezTo>
                    <a:pt x="2937" y="3602"/>
                    <a:pt x="3381" y="3625"/>
                    <a:pt x="3871" y="3625"/>
                  </a:cubicBezTo>
                  <a:cubicBezTo>
                    <a:pt x="4524" y="3625"/>
                    <a:pt x="5258" y="3584"/>
                    <a:pt x="5258" y="3584"/>
                  </a:cubicBezTo>
                  <a:cubicBezTo>
                    <a:pt x="5606" y="3552"/>
                    <a:pt x="5891" y="3330"/>
                    <a:pt x="5860" y="2982"/>
                  </a:cubicBezTo>
                  <a:cubicBezTo>
                    <a:pt x="5828" y="2570"/>
                    <a:pt x="5480" y="2412"/>
                    <a:pt x="5100" y="2412"/>
                  </a:cubicBezTo>
                  <a:lnTo>
                    <a:pt x="4023" y="2443"/>
                  </a:lnTo>
                  <a:cubicBezTo>
                    <a:pt x="4023" y="2443"/>
                    <a:pt x="3516" y="2443"/>
                    <a:pt x="3389" y="2095"/>
                  </a:cubicBezTo>
                  <a:cubicBezTo>
                    <a:pt x="3231" y="1683"/>
                    <a:pt x="3073" y="860"/>
                    <a:pt x="2788" y="480"/>
                  </a:cubicBezTo>
                  <a:cubicBezTo>
                    <a:pt x="2566" y="195"/>
                    <a:pt x="2249" y="37"/>
                    <a:pt x="1901" y="5"/>
                  </a:cubicBezTo>
                  <a:cubicBezTo>
                    <a:pt x="1852" y="2"/>
                    <a:pt x="1804" y="1"/>
                    <a:pt x="175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3" name="Google Shape;3693;p36"/>
            <p:cNvSpPr/>
            <p:nvPr/>
          </p:nvSpPr>
          <p:spPr>
            <a:xfrm>
              <a:off x="968075" y="2833075"/>
              <a:ext cx="156800" cy="129325"/>
            </a:xfrm>
            <a:custGeom>
              <a:avLst/>
              <a:gdLst/>
              <a:ahLst/>
              <a:cxnLst/>
              <a:rect l="l" t="t" r="r" b="b"/>
              <a:pathLst>
                <a:path w="6272" h="5173" extrusionOk="0">
                  <a:moveTo>
                    <a:pt x="1868" y="1"/>
                  </a:moveTo>
                  <a:cubicBezTo>
                    <a:pt x="890" y="1"/>
                    <a:pt x="279" y="594"/>
                    <a:pt x="191" y="1626"/>
                  </a:cubicBezTo>
                  <a:lnTo>
                    <a:pt x="1" y="4951"/>
                  </a:lnTo>
                  <a:cubicBezTo>
                    <a:pt x="1" y="5078"/>
                    <a:pt x="64" y="5141"/>
                    <a:pt x="159" y="5173"/>
                  </a:cubicBezTo>
                  <a:lnTo>
                    <a:pt x="191" y="5173"/>
                  </a:lnTo>
                  <a:cubicBezTo>
                    <a:pt x="286" y="5173"/>
                    <a:pt x="381" y="5078"/>
                    <a:pt x="381" y="4983"/>
                  </a:cubicBezTo>
                  <a:lnTo>
                    <a:pt x="571" y="1657"/>
                  </a:lnTo>
                  <a:cubicBezTo>
                    <a:pt x="601" y="1177"/>
                    <a:pt x="830" y="383"/>
                    <a:pt x="1907" y="383"/>
                  </a:cubicBezTo>
                  <a:cubicBezTo>
                    <a:pt x="1966" y="383"/>
                    <a:pt x="2027" y="386"/>
                    <a:pt x="2091" y="391"/>
                  </a:cubicBezTo>
                  <a:cubicBezTo>
                    <a:pt x="2376" y="391"/>
                    <a:pt x="2629" y="549"/>
                    <a:pt x="2819" y="771"/>
                  </a:cubicBezTo>
                  <a:cubicBezTo>
                    <a:pt x="3009" y="992"/>
                    <a:pt x="3136" y="1467"/>
                    <a:pt x="3231" y="1847"/>
                  </a:cubicBezTo>
                  <a:cubicBezTo>
                    <a:pt x="3294" y="2037"/>
                    <a:pt x="3358" y="2196"/>
                    <a:pt x="3389" y="2322"/>
                  </a:cubicBezTo>
                  <a:cubicBezTo>
                    <a:pt x="3548" y="2766"/>
                    <a:pt x="4181" y="2797"/>
                    <a:pt x="4213" y="2797"/>
                  </a:cubicBezTo>
                  <a:lnTo>
                    <a:pt x="5258" y="2766"/>
                  </a:lnTo>
                  <a:lnTo>
                    <a:pt x="5290" y="2766"/>
                  </a:lnTo>
                  <a:cubicBezTo>
                    <a:pt x="5448" y="2766"/>
                    <a:pt x="5828" y="2797"/>
                    <a:pt x="5860" y="3146"/>
                  </a:cubicBezTo>
                  <a:cubicBezTo>
                    <a:pt x="5891" y="3463"/>
                    <a:pt x="5606" y="3526"/>
                    <a:pt x="5416" y="3558"/>
                  </a:cubicBezTo>
                  <a:cubicBezTo>
                    <a:pt x="4957" y="3589"/>
                    <a:pt x="4458" y="3605"/>
                    <a:pt x="4047" y="3605"/>
                  </a:cubicBezTo>
                  <a:cubicBezTo>
                    <a:pt x="3635" y="3605"/>
                    <a:pt x="3310" y="3589"/>
                    <a:pt x="3199" y="3558"/>
                  </a:cubicBezTo>
                  <a:lnTo>
                    <a:pt x="2439" y="2639"/>
                  </a:lnTo>
                  <a:cubicBezTo>
                    <a:pt x="2405" y="2587"/>
                    <a:pt x="2350" y="2563"/>
                    <a:pt x="2298" y="2563"/>
                  </a:cubicBezTo>
                  <a:cubicBezTo>
                    <a:pt x="2256" y="2563"/>
                    <a:pt x="2215" y="2579"/>
                    <a:pt x="2186" y="2607"/>
                  </a:cubicBezTo>
                  <a:cubicBezTo>
                    <a:pt x="2091" y="2671"/>
                    <a:pt x="2091" y="2797"/>
                    <a:pt x="2154" y="2861"/>
                  </a:cubicBezTo>
                  <a:lnTo>
                    <a:pt x="2914" y="3811"/>
                  </a:lnTo>
                  <a:cubicBezTo>
                    <a:pt x="2961" y="3881"/>
                    <a:pt x="3076" y="3985"/>
                    <a:pt x="4038" y="3985"/>
                  </a:cubicBezTo>
                  <a:cubicBezTo>
                    <a:pt x="4386" y="3985"/>
                    <a:pt x="4843" y="3971"/>
                    <a:pt x="5448" y="3938"/>
                  </a:cubicBezTo>
                  <a:cubicBezTo>
                    <a:pt x="5986" y="3874"/>
                    <a:pt x="6271" y="3558"/>
                    <a:pt x="6240" y="3114"/>
                  </a:cubicBezTo>
                  <a:cubicBezTo>
                    <a:pt x="6176" y="2671"/>
                    <a:pt x="5796" y="2386"/>
                    <a:pt x="5258" y="2386"/>
                  </a:cubicBezTo>
                  <a:lnTo>
                    <a:pt x="4213" y="2417"/>
                  </a:lnTo>
                  <a:cubicBezTo>
                    <a:pt x="4118" y="2417"/>
                    <a:pt x="3801" y="2386"/>
                    <a:pt x="3738" y="2196"/>
                  </a:cubicBezTo>
                  <a:cubicBezTo>
                    <a:pt x="3706" y="2069"/>
                    <a:pt x="3643" y="1911"/>
                    <a:pt x="3611" y="1752"/>
                  </a:cubicBezTo>
                  <a:cubicBezTo>
                    <a:pt x="3484" y="1309"/>
                    <a:pt x="3358" y="834"/>
                    <a:pt x="3104" y="517"/>
                  </a:cubicBezTo>
                  <a:cubicBezTo>
                    <a:pt x="2883" y="232"/>
                    <a:pt x="2503" y="11"/>
                    <a:pt x="2091" y="11"/>
                  </a:cubicBezTo>
                  <a:cubicBezTo>
                    <a:pt x="2015" y="4"/>
                    <a:pt x="1940" y="1"/>
                    <a:pt x="186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4" name="Google Shape;3694;p36"/>
            <p:cNvSpPr/>
            <p:nvPr/>
          </p:nvSpPr>
          <p:spPr>
            <a:xfrm>
              <a:off x="1246775" y="2763650"/>
              <a:ext cx="61775" cy="61000"/>
            </a:xfrm>
            <a:custGeom>
              <a:avLst/>
              <a:gdLst/>
              <a:ahLst/>
              <a:cxnLst/>
              <a:rect l="l" t="t" r="r" b="b"/>
              <a:pathLst>
                <a:path w="2471" h="2440" extrusionOk="0">
                  <a:moveTo>
                    <a:pt x="1235" y="1"/>
                  </a:moveTo>
                  <a:cubicBezTo>
                    <a:pt x="539" y="1"/>
                    <a:pt x="0" y="539"/>
                    <a:pt x="0" y="1204"/>
                  </a:cubicBezTo>
                  <a:cubicBezTo>
                    <a:pt x="0" y="1901"/>
                    <a:pt x="539" y="2439"/>
                    <a:pt x="1235" y="2439"/>
                  </a:cubicBezTo>
                  <a:cubicBezTo>
                    <a:pt x="1901" y="2439"/>
                    <a:pt x="2471" y="1901"/>
                    <a:pt x="2471" y="1204"/>
                  </a:cubicBezTo>
                  <a:cubicBezTo>
                    <a:pt x="2471" y="539"/>
                    <a:pt x="1901" y="1"/>
                    <a:pt x="123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5" name="Google Shape;3695;p36"/>
            <p:cNvSpPr/>
            <p:nvPr/>
          </p:nvSpPr>
          <p:spPr>
            <a:xfrm>
              <a:off x="1242025" y="2758900"/>
              <a:ext cx="71275" cy="70500"/>
            </a:xfrm>
            <a:custGeom>
              <a:avLst/>
              <a:gdLst/>
              <a:ahLst/>
              <a:cxnLst/>
              <a:rect l="l" t="t" r="r" b="b"/>
              <a:pathLst>
                <a:path w="2851" h="2820" extrusionOk="0">
                  <a:moveTo>
                    <a:pt x="1425" y="381"/>
                  </a:moveTo>
                  <a:cubicBezTo>
                    <a:pt x="1996" y="381"/>
                    <a:pt x="2471" y="824"/>
                    <a:pt x="2471" y="1394"/>
                  </a:cubicBezTo>
                  <a:cubicBezTo>
                    <a:pt x="2471" y="1964"/>
                    <a:pt x="1996" y="2439"/>
                    <a:pt x="1425" y="2439"/>
                  </a:cubicBezTo>
                  <a:cubicBezTo>
                    <a:pt x="855" y="2439"/>
                    <a:pt x="380" y="1964"/>
                    <a:pt x="380" y="1394"/>
                  </a:cubicBezTo>
                  <a:cubicBezTo>
                    <a:pt x="380" y="824"/>
                    <a:pt x="855" y="381"/>
                    <a:pt x="1425" y="381"/>
                  </a:cubicBezTo>
                  <a:close/>
                  <a:moveTo>
                    <a:pt x="1425" y="1"/>
                  </a:moveTo>
                  <a:cubicBezTo>
                    <a:pt x="634" y="1"/>
                    <a:pt x="0" y="634"/>
                    <a:pt x="0" y="1394"/>
                  </a:cubicBezTo>
                  <a:cubicBezTo>
                    <a:pt x="0" y="2186"/>
                    <a:pt x="634" y="2819"/>
                    <a:pt x="1425" y="2819"/>
                  </a:cubicBezTo>
                  <a:cubicBezTo>
                    <a:pt x="2217" y="2819"/>
                    <a:pt x="2851" y="2186"/>
                    <a:pt x="2851" y="1394"/>
                  </a:cubicBezTo>
                  <a:cubicBezTo>
                    <a:pt x="2851" y="634"/>
                    <a:pt x="2217" y="1"/>
                    <a:pt x="142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6" name="Google Shape;3696;p36"/>
            <p:cNvSpPr/>
            <p:nvPr/>
          </p:nvSpPr>
          <p:spPr>
            <a:xfrm>
              <a:off x="1182650" y="2837175"/>
              <a:ext cx="148075" cy="119675"/>
            </a:xfrm>
            <a:custGeom>
              <a:avLst/>
              <a:gdLst/>
              <a:ahLst/>
              <a:cxnLst/>
              <a:rect l="l" t="t" r="r" b="b"/>
              <a:pathLst>
                <a:path w="5923" h="4787" extrusionOk="0">
                  <a:moveTo>
                    <a:pt x="4166" y="1"/>
                  </a:moveTo>
                  <a:cubicBezTo>
                    <a:pt x="4119" y="1"/>
                    <a:pt x="4071" y="2"/>
                    <a:pt x="4022" y="5"/>
                  </a:cubicBezTo>
                  <a:cubicBezTo>
                    <a:pt x="3674" y="37"/>
                    <a:pt x="3357" y="195"/>
                    <a:pt x="3135" y="480"/>
                  </a:cubicBezTo>
                  <a:cubicBezTo>
                    <a:pt x="2819" y="860"/>
                    <a:pt x="2692" y="1683"/>
                    <a:pt x="2534" y="2095"/>
                  </a:cubicBezTo>
                  <a:cubicBezTo>
                    <a:pt x="2407" y="2443"/>
                    <a:pt x="1900" y="2443"/>
                    <a:pt x="1900" y="2443"/>
                  </a:cubicBezTo>
                  <a:lnTo>
                    <a:pt x="824" y="2412"/>
                  </a:lnTo>
                  <a:cubicBezTo>
                    <a:pt x="444" y="2412"/>
                    <a:pt x="95" y="2570"/>
                    <a:pt x="64" y="2982"/>
                  </a:cubicBezTo>
                  <a:cubicBezTo>
                    <a:pt x="0" y="3330"/>
                    <a:pt x="285" y="3457"/>
                    <a:pt x="665" y="3520"/>
                  </a:cubicBezTo>
                  <a:cubicBezTo>
                    <a:pt x="665" y="3520"/>
                    <a:pt x="1399" y="3562"/>
                    <a:pt x="2052" y="3562"/>
                  </a:cubicBezTo>
                  <a:cubicBezTo>
                    <a:pt x="2542" y="3562"/>
                    <a:pt x="2986" y="3538"/>
                    <a:pt x="3040" y="3457"/>
                  </a:cubicBezTo>
                  <a:lnTo>
                    <a:pt x="3800" y="2602"/>
                  </a:lnTo>
                  <a:lnTo>
                    <a:pt x="5922" y="4787"/>
                  </a:lnTo>
                  <a:lnTo>
                    <a:pt x="5732" y="1462"/>
                  </a:lnTo>
                  <a:cubicBezTo>
                    <a:pt x="5672" y="644"/>
                    <a:pt x="5177" y="1"/>
                    <a:pt x="416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7" name="Google Shape;3697;p36"/>
            <p:cNvSpPr/>
            <p:nvPr/>
          </p:nvSpPr>
          <p:spPr>
            <a:xfrm>
              <a:off x="1177900" y="2833075"/>
              <a:ext cx="157575" cy="129325"/>
            </a:xfrm>
            <a:custGeom>
              <a:avLst/>
              <a:gdLst/>
              <a:ahLst/>
              <a:cxnLst/>
              <a:rect l="l" t="t" r="r" b="b"/>
              <a:pathLst>
                <a:path w="6303" h="5173" extrusionOk="0">
                  <a:moveTo>
                    <a:pt x="4404" y="1"/>
                  </a:moveTo>
                  <a:cubicBezTo>
                    <a:pt x="4331" y="1"/>
                    <a:pt x="4257" y="4"/>
                    <a:pt x="4181" y="11"/>
                  </a:cubicBezTo>
                  <a:cubicBezTo>
                    <a:pt x="3800" y="11"/>
                    <a:pt x="3420" y="232"/>
                    <a:pt x="3167" y="549"/>
                  </a:cubicBezTo>
                  <a:cubicBezTo>
                    <a:pt x="2945" y="834"/>
                    <a:pt x="2819" y="1309"/>
                    <a:pt x="2692" y="1752"/>
                  </a:cubicBezTo>
                  <a:cubicBezTo>
                    <a:pt x="2629" y="1911"/>
                    <a:pt x="2597" y="2069"/>
                    <a:pt x="2534" y="2196"/>
                  </a:cubicBezTo>
                  <a:cubicBezTo>
                    <a:pt x="2470" y="2354"/>
                    <a:pt x="2185" y="2417"/>
                    <a:pt x="2090" y="2417"/>
                  </a:cubicBezTo>
                  <a:lnTo>
                    <a:pt x="1014" y="2386"/>
                  </a:lnTo>
                  <a:cubicBezTo>
                    <a:pt x="475" y="2386"/>
                    <a:pt x="95" y="2671"/>
                    <a:pt x="32" y="3114"/>
                  </a:cubicBezTo>
                  <a:cubicBezTo>
                    <a:pt x="0" y="3399"/>
                    <a:pt x="127" y="3779"/>
                    <a:pt x="824" y="3874"/>
                  </a:cubicBezTo>
                  <a:lnTo>
                    <a:pt x="855" y="3874"/>
                  </a:lnTo>
                  <a:cubicBezTo>
                    <a:pt x="1443" y="3908"/>
                    <a:pt x="1891" y="3921"/>
                    <a:pt x="2232" y="3921"/>
                  </a:cubicBezTo>
                  <a:cubicBezTo>
                    <a:pt x="3179" y="3921"/>
                    <a:pt x="3311" y="3817"/>
                    <a:pt x="3357" y="3748"/>
                  </a:cubicBezTo>
                  <a:lnTo>
                    <a:pt x="4149" y="2892"/>
                  </a:lnTo>
                  <a:cubicBezTo>
                    <a:pt x="4212" y="2797"/>
                    <a:pt x="4212" y="2671"/>
                    <a:pt x="4117" y="2607"/>
                  </a:cubicBezTo>
                  <a:cubicBezTo>
                    <a:pt x="4089" y="2579"/>
                    <a:pt x="4047" y="2563"/>
                    <a:pt x="4005" y="2563"/>
                  </a:cubicBezTo>
                  <a:cubicBezTo>
                    <a:pt x="3953" y="2563"/>
                    <a:pt x="3899" y="2587"/>
                    <a:pt x="3864" y="2639"/>
                  </a:cubicBezTo>
                  <a:lnTo>
                    <a:pt x="3072" y="3463"/>
                  </a:lnTo>
                  <a:cubicBezTo>
                    <a:pt x="2967" y="3515"/>
                    <a:pt x="2585" y="3538"/>
                    <a:pt x="2108" y="3538"/>
                  </a:cubicBezTo>
                  <a:cubicBezTo>
                    <a:pt x="1719" y="3538"/>
                    <a:pt x="1268" y="3523"/>
                    <a:pt x="855" y="3494"/>
                  </a:cubicBezTo>
                  <a:cubicBezTo>
                    <a:pt x="380" y="3431"/>
                    <a:pt x="412" y="3241"/>
                    <a:pt x="412" y="3146"/>
                  </a:cubicBezTo>
                  <a:cubicBezTo>
                    <a:pt x="444" y="2797"/>
                    <a:pt x="855" y="2766"/>
                    <a:pt x="1014" y="2766"/>
                  </a:cubicBezTo>
                  <a:lnTo>
                    <a:pt x="2090" y="2797"/>
                  </a:lnTo>
                  <a:cubicBezTo>
                    <a:pt x="2122" y="2797"/>
                    <a:pt x="2724" y="2766"/>
                    <a:pt x="2914" y="2322"/>
                  </a:cubicBezTo>
                  <a:cubicBezTo>
                    <a:pt x="2945" y="2196"/>
                    <a:pt x="3009" y="2037"/>
                    <a:pt x="3040" y="1847"/>
                  </a:cubicBezTo>
                  <a:cubicBezTo>
                    <a:pt x="3167" y="1467"/>
                    <a:pt x="3294" y="992"/>
                    <a:pt x="3484" y="771"/>
                  </a:cubicBezTo>
                  <a:cubicBezTo>
                    <a:pt x="3642" y="549"/>
                    <a:pt x="3927" y="391"/>
                    <a:pt x="4212" y="391"/>
                  </a:cubicBezTo>
                  <a:cubicBezTo>
                    <a:pt x="4276" y="386"/>
                    <a:pt x="4338" y="383"/>
                    <a:pt x="4396" y="383"/>
                  </a:cubicBezTo>
                  <a:cubicBezTo>
                    <a:pt x="5473" y="383"/>
                    <a:pt x="5702" y="1177"/>
                    <a:pt x="5732" y="1657"/>
                  </a:cubicBezTo>
                  <a:lnTo>
                    <a:pt x="5922" y="4983"/>
                  </a:lnTo>
                  <a:cubicBezTo>
                    <a:pt x="5922" y="5078"/>
                    <a:pt x="6017" y="5173"/>
                    <a:pt x="6112" y="5173"/>
                  </a:cubicBezTo>
                  <a:cubicBezTo>
                    <a:pt x="6239" y="5141"/>
                    <a:pt x="6302" y="5078"/>
                    <a:pt x="6302" y="4951"/>
                  </a:cubicBezTo>
                  <a:lnTo>
                    <a:pt x="6112" y="1626"/>
                  </a:lnTo>
                  <a:cubicBezTo>
                    <a:pt x="6024" y="594"/>
                    <a:pt x="5386" y="1"/>
                    <a:pt x="440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8" name="Google Shape;3698;p36"/>
            <p:cNvSpPr/>
            <p:nvPr/>
          </p:nvSpPr>
          <p:spPr>
            <a:xfrm>
              <a:off x="1040925" y="2924375"/>
              <a:ext cx="216175" cy="36450"/>
            </a:xfrm>
            <a:custGeom>
              <a:avLst/>
              <a:gdLst/>
              <a:ahLst/>
              <a:cxnLst/>
              <a:rect l="l" t="t" r="r" b="b"/>
              <a:pathLst>
                <a:path w="8647" h="1458" extrusionOk="0">
                  <a:moveTo>
                    <a:pt x="32" y="1"/>
                  </a:moveTo>
                  <a:lnTo>
                    <a:pt x="0" y="1457"/>
                  </a:lnTo>
                  <a:lnTo>
                    <a:pt x="8646" y="1457"/>
                  </a:lnTo>
                  <a:lnTo>
                    <a:pt x="8583" y="64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9" name="Google Shape;3699;p36"/>
            <p:cNvSpPr/>
            <p:nvPr/>
          </p:nvSpPr>
          <p:spPr>
            <a:xfrm>
              <a:off x="1036175" y="2919625"/>
              <a:ext cx="225675" cy="45950"/>
            </a:xfrm>
            <a:custGeom>
              <a:avLst/>
              <a:gdLst/>
              <a:ahLst/>
              <a:cxnLst/>
              <a:rect l="l" t="t" r="r" b="b"/>
              <a:pathLst>
                <a:path w="9027" h="1838" extrusionOk="0">
                  <a:moveTo>
                    <a:pt x="412" y="381"/>
                  </a:moveTo>
                  <a:lnTo>
                    <a:pt x="8614" y="444"/>
                  </a:lnTo>
                  <a:lnTo>
                    <a:pt x="8646" y="1457"/>
                  </a:lnTo>
                  <a:lnTo>
                    <a:pt x="380" y="1457"/>
                  </a:lnTo>
                  <a:lnTo>
                    <a:pt x="412" y="381"/>
                  </a:lnTo>
                  <a:close/>
                  <a:moveTo>
                    <a:pt x="222" y="1"/>
                  </a:moveTo>
                  <a:cubicBezTo>
                    <a:pt x="127" y="1"/>
                    <a:pt x="32" y="96"/>
                    <a:pt x="32" y="191"/>
                  </a:cubicBezTo>
                  <a:lnTo>
                    <a:pt x="0" y="1616"/>
                  </a:lnTo>
                  <a:cubicBezTo>
                    <a:pt x="0" y="1679"/>
                    <a:pt x="32" y="1711"/>
                    <a:pt x="64" y="1774"/>
                  </a:cubicBezTo>
                  <a:cubicBezTo>
                    <a:pt x="95" y="1806"/>
                    <a:pt x="159" y="1837"/>
                    <a:pt x="190" y="1837"/>
                  </a:cubicBezTo>
                  <a:lnTo>
                    <a:pt x="8836" y="1837"/>
                  </a:lnTo>
                  <a:cubicBezTo>
                    <a:pt x="8899" y="1837"/>
                    <a:pt x="8931" y="1806"/>
                    <a:pt x="8994" y="1774"/>
                  </a:cubicBezTo>
                  <a:cubicBezTo>
                    <a:pt x="9026" y="1711"/>
                    <a:pt x="9026" y="1679"/>
                    <a:pt x="9026" y="1616"/>
                  </a:cubicBezTo>
                  <a:lnTo>
                    <a:pt x="8963" y="222"/>
                  </a:lnTo>
                  <a:cubicBezTo>
                    <a:pt x="8963" y="127"/>
                    <a:pt x="8899" y="64"/>
                    <a:pt x="8773" y="64"/>
                  </a:cubicBezTo>
                  <a:lnTo>
                    <a:pt x="222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0" name="Google Shape;3700;p36"/>
            <p:cNvSpPr/>
            <p:nvPr/>
          </p:nvSpPr>
          <p:spPr>
            <a:xfrm>
              <a:off x="1116925" y="2751000"/>
              <a:ext cx="68125" cy="68100"/>
            </a:xfrm>
            <a:custGeom>
              <a:avLst/>
              <a:gdLst/>
              <a:ahLst/>
              <a:cxnLst/>
              <a:rect l="l" t="t" r="r" b="b"/>
              <a:pathLst>
                <a:path w="2725" h="2724" extrusionOk="0">
                  <a:moveTo>
                    <a:pt x="1362" y="380"/>
                  </a:moveTo>
                  <a:cubicBezTo>
                    <a:pt x="1901" y="380"/>
                    <a:pt x="2344" y="823"/>
                    <a:pt x="2344" y="1362"/>
                  </a:cubicBezTo>
                  <a:cubicBezTo>
                    <a:pt x="2344" y="1900"/>
                    <a:pt x="1901" y="2344"/>
                    <a:pt x="1362" y="2344"/>
                  </a:cubicBezTo>
                  <a:cubicBezTo>
                    <a:pt x="824" y="2344"/>
                    <a:pt x="381" y="1900"/>
                    <a:pt x="381" y="1362"/>
                  </a:cubicBezTo>
                  <a:cubicBezTo>
                    <a:pt x="381" y="823"/>
                    <a:pt x="824" y="380"/>
                    <a:pt x="1362" y="380"/>
                  </a:cubicBezTo>
                  <a:close/>
                  <a:moveTo>
                    <a:pt x="1362" y="0"/>
                  </a:moveTo>
                  <a:cubicBezTo>
                    <a:pt x="602" y="0"/>
                    <a:pt x="1" y="602"/>
                    <a:pt x="1" y="1362"/>
                  </a:cubicBezTo>
                  <a:cubicBezTo>
                    <a:pt x="1" y="2122"/>
                    <a:pt x="602" y="2724"/>
                    <a:pt x="1362" y="2724"/>
                  </a:cubicBezTo>
                  <a:cubicBezTo>
                    <a:pt x="2122" y="2724"/>
                    <a:pt x="2724" y="2122"/>
                    <a:pt x="2724" y="1362"/>
                  </a:cubicBezTo>
                  <a:cubicBezTo>
                    <a:pt x="2724" y="602"/>
                    <a:pt x="2122" y="0"/>
                    <a:pt x="136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1" name="Google Shape;3701;p36"/>
            <p:cNvSpPr/>
            <p:nvPr/>
          </p:nvSpPr>
          <p:spPr>
            <a:xfrm>
              <a:off x="1183425" y="2709825"/>
              <a:ext cx="64175" cy="65725"/>
            </a:xfrm>
            <a:custGeom>
              <a:avLst/>
              <a:gdLst/>
              <a:ahLst/>
              <a:cxnLst/>
              <a:rect l="l" t="t" r="r" b="b"/>
              <a:pathLst>
                <a:path w="2567" h="2629" extrusionOk="0">
                  <a:moveTo>
                    <a:pt x="1299" y="0"/>
                  </a:moveTo>
                  <a:cubicBezTo>
                    <a:pt x="571" y="0"/>
                    <a:pt x="1" y="602"/>
                    <a:pt x="1" y="1330"/>
                  </a:cubicBezTo>
                  <a:cubicBezTo>
                    <a:pt x="1" y="2027"/>
                    <a:pt x="571" y="2629"/>
                    <a:pt x="1299" y="2629"/>
                  </a:cubicBezTo>
                  <a:cubicBezTo>
                    <a:pt x="1996" y="2629"/>
                    <a:pt x="2566" y="2027"/>
                    <a:pt x="2566" y="1299"/>
                  </a:cubicBezTo>
                  <a:cubicBezTo>
                    <a:pt x="2566" y="1172"/>
                    <a:pt x="2534" y="1014"/>
                    <a:pt x="2471" y="887"/>
                  </a:cubicBezTo>
                  <a:cubicBezTo>
                    <a:pt x="2445" y="809"/>
                    <a:pt x="2376" y="752"/>
                    <a:pt x="2300" y="752"/>
                  </a:cubicBezTo>
                  <a:cubicBezTo>
                    <a:pt x="2283" y="752"/>
                    <a:pt x="2266" y="755"/>
                    <a:pt x="2249" y="760"/>
                  </a:cubicBezTo>
                  <a:cubicBezTo>
                    <a:pt x="2154" y="792"/>
                    <a:pt x="2091" y="919"/>
                    <a:pt x="2123" y="1014"/>
                  </a:cubicBezTo>
                  <a:cubicBezTo>
                    <a:pt x="2154" y="1109"/>
                    <a:pt x="2186" y="1204"/>
                    <a:pt x="2186" y="1299"/>
                  </a:cubicBezTo>
                  <a:cubicBezTo>
                    <a:pt x="2186" y="1837"/>
                    <a:pt x="1774" y="2249"/>
                    <a:pt x="1268" y="2249"/>
                  </a:cubicBezTo>
                  <a:cubicBezTo>
                    <a:pt x="793" y="2249"/>
                    <a:pt x="381" y="1837"/>
                    <a:pt x="381" y="1299"/>
                  </a:cubicBezTo>
                  <a:cubicBezTo>
                    <a:pt x="381" y="792"/>
                    <a:pt x="793" y="380"/>
                    <a:pt x="1268" y="380"/>
                  </a:cubicBezTo>
                  <a:cubicBezTo>
                    <a:pt x="1394" y="380"/>
                    <a:pt x="1521" y="412"/>
                    <a:pt x="1616" y="475"/>
                  </a:cubicBezTo>
                  <a:cubicBezTo>
                    <a:pt x="1633" y="481"/>
                    <a:pt x="1651" y="484"/>
                    <a:pt x="1669" y="484"/>
                  </a:cubicBezTo>
                  <a:cubicBezTo>
                    <a:pt x="1753" y="484"/>
                    <a:pt x="1843" y="427"/>
                    <a:pt x="1869" y="349"/>
                  </a:cubicBezTo>
                  <a:cubicBezTo>
                    <a:pt x="1933" y="254"/>
                    <a:pt x="1869" y="159"/>
                    <a:pt x="1774" y="127"/>
                  </a:cubicBezTo>
                  <a:cubicBezTo>
                    <a:pt x="1616" y="64"/>
                    <a:pt x="1458" y="0"/>
                    <a:pt x="129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2" name="Google Shape;3702;p36"/>
            <p:cNvSpPr/>
            <p:nvPr/>
          </p:nvSpPr>
          <p:spPr>
            <a:xfrm>
              <a:off x="1203225" y="2729600"/>
              <a:ext cx="24575" cy="26175"/>
            </a:xfrm>
            <a:custGeom>
              <a:avLst/>
              <a:gdLst/>
              <a:ahLst/>
              <a:cxnLst/>
              <a:rect l="l" t="t" r="r" b="b"/>
              <a:pathLst>
                <a:path w="983" h="1047" extrusionOk="0">
                  <a:moveTo>
                    <a:pt x="507" y="1"/>
                  </a:moveTo>
                  <a:cubicBezTo>
                    <a:pt x="222" y="1"/>
                    <a:pt x="1" y="254"/>
                    <a:pt x="1" y="539"/>
                  </a:cubicBezTo>
                  <a:cubicBezTo>
                    <a:pt x="1" y="793"/>
                    <a:pt x="222" y="1046"/>
                    <a:pt x="507" y="1046"/>
                  </a:cubicBezTo>
                  <a:cubicBezTo>
                    <a:pt x="761" y="1046"/>
                    <a:pt x="982" y="793"/>
                    <a:pt x="982" y="539"/>
                  </a:cubicBezTo>
                  <a:lnTo>
                    <a:pt x="507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3" name="Google Shape;3703;p36"/>
            <p:cNvSpPr/>
            <p:nvPr/>
          </p:nvSpPr>
          <p:spPr>
            <a:xfrm>
              <a:off x="1198475" y="2724850"/>
              <a:ext cx="34075" cy="35675"/>
            </a:xfrm>
            <a:custGeom>
              <a:avLst/>
              <a:gdLst/>
              <a:ahLst/>
              <a:cxnLst/>
              <a:rect l="l" t="t" r="r" b="b"/>
              <a:pathLst>
                <a:path w="1363" h="1427" extrusionOk="0">
                  <a:moveTo>
                    <a:pt x="697" y="1"/>
                  </a:moveTo>
                  <a:cubicBezTo>
                    <a:pt x="317" y="1"/>
                    <a:pt x="1" y="318"/>
                    <a:pt x="1" y="729"/>
                  </a:cubicBezTo>
                  <a:cubicBezTo>
                    <a:pt x="1" y="1109"/>
                    <a:pt x="317" y="1426"/>
                    <a:pt x="697" y="1426"/>
                  </a:cubicBezTo>
                  <a:cubicBezTo>
                    <a:pt x="1077" y="1426"/>
                    <a:pt x="1362" y="1109"/>
                    <a:pt x="1362" y="698"/>
                  </a:cubicBezTo>
                  <a:cubicBezTo>
                    <a:pt x="1362" y="603"/>
                    <a:pt x="1299" y="508"/>
                    <a:pt x="1172" y="508"/>
                  </a:cubicBezTo>
                  <a:cubicBezTo>
                    <a:pt x="1077" y="508"/>
                    <a:pt x="982" y="603"/>
                    <a:pt x="982" y="698"/>
                  </a:cubicBezTo>
                  <a:cubicBezTo>
                    <a:pt x="982" y="888"/>
                    <a:pt x="856" y="1046"/>
                    <a:pt x="697" y="1046"/>
                  </a:cubicBezTo>
                  <a:cubicBezTo>
                    <a:pt x="507" y="1046"/>
                    <a:pt x="381" y="888"/>
                    <a:pt x="381" y="698"/>
                  </a:cubicBezTo>
                  <a:cubicBezTo>
                    <a:pt x="381" y="539"/>
                    <a:pt x="507" y="381"/>
                    <a:pt x="697" y="381"/>
                  </a:cubicBezTo>
                  <a:cubicBezTo>
                    <a:pt x="792" y="381"/>
                    <a:pt x="887" y="318"/>
                    <a:pt x="887" y="191"/>
                  </a:cubicBezTo>
                  <a:cubicBezTo>
                    <a:pt x="887" y="96"/>
                    <a:pt x="792" y="1"/>
                    <a:pt x="69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4" name="Google Shape;3704;p36"/>
            <p:cNvSpPr/>
            <p:nvPr/>
          </p:nvSpPr>
          <p:spPr>
            <a:xfrm>
              <a:off x="1210350" y="2710225"/>
              <a:ext cx="37250" cy="37625"/>
            </a:xfrm>
            <a:custGeom>
              <a:avLst/>
              <a:gdLst/>
              <a:ahLst/>
              <a:cxnLst/>
              <a:rect l="l" t="t" r="r" b="b"/>
              <a:pathLst>
                <a:path w="1490" h="1505" extrusionOk="0">
                  <a:moveTo>
                    <a:pt x="1283" y="0"/>
                  </a:moveTo>
                  <a:cubicBezTo>
                    <a:pt x="1236" y="0"/>
                    <a:pt x="1188" y="16"/>
                    <a:pt x="1141" y="48"/>
                  </a:cubicBezTo>
                  <a:lnTo>
                    <a:pt x="64" y="1156"/>
                  </a:lnTo>
                  <a:cubicBezTo>
                    <a:pt x="1" y="1251"/>
                    <a:pt x="1" y="1346"/>
                    <a:pt x="64" y="1441"/>
                  </a:cubicBezTo>
                  <a:cubicBezTo>
                    <a:pt x="127" y="1473"/>
                    <a:pt x="159" y="1504"/>
                    <a:pt x="222" y="1504"/>
                  </a:cubicBezTo>
                  <a:cubicBezTo>
                    <a:pt x="254" y="1504"/>
                    <a:pt x="317" y="1473"/>
                    <a:pt x="349" y="1441"/>
                  </a:cubicBezTo>
                  <a:lnTo>
                    <a:pt x="1426" y="333"/>
                  </a:lnTo>
                  <a:cubicBezTo>
                    <a:pt x="1489" y="238"/>
                    <a:pt x="1489" y="111"/>
                    <a:pt x="1426" y="48"/>
                  </a:cubicBezTo>
                  <a:cubicBezTo>
                    <a:pt x="1378" y="16"/>
                    <a:pt x="1331" y="0"/>
                    <a:pt x="128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5" name="Google Shape;3705;p36"/>
            <p:cNvSpPr/>
            <p:nvPr/>
          </p:nvSpPr>
          <p:spPr>
            <a:xfrm>
              <a:off x="1242825" y="2689225"/>
              <a:ext cx="24550" cy="26150"/>
            </a:xfrm>
            <a:custGeom>
              <a:avLst/>
              <a:gdLst/>
              <a:ahLst/>
              <a:cxnLst/>
              <a:rect l="l" t="t" r="r" b="b"/>
              <a:pathLst>
                <a:path w="982" h="1046" extrusionOk="0">
                  <a:moveTo>
                    <a:pt x="538" y="1"/>
                  </a:moveTo>
                  <a:lnTo>
                    <a:pt x="0" y="571"/>
                  </a:lnTo>
                  <a:lnTo>
                    <a:pt x="0" y="1046"/>
                  </a:lnTo>
                  <a:lnTo>
                    <a:pt x="443" y="1046"/>
                  </a:lnTo>
                  <a:lnTo>
                    <a:pt x="982" y="476"/>
                  </a:lnTo>
                  <a:lnTo>
                    <a:pt x="538" y="476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6" name="Google Shape;3706;p36"/>
            <p:cNvSpPr/>
            <p:nvPr/>
          </p:nvSpPr>
          <p:spPr>
            <a:xfrm>
              <a:off x="1238075" y="2684750"/>
              <a:ext cx="34850" cy="35375"/>
            </a:xfrm>
            <a:custGeom>
              <a:avLst/>
              <a:gdLst/>
              <a:ahLst/>
              <a:cxnLst/>
              <a:rect l="l" t="t" r="r" b="b"/>
              <a:pathLst>
                <a:path w="1394" h="1415" extrusionOk="0">
                  <a:moveTo>
                    <a:pt x="538" y="655"/>
                  </a:moveTo>
                  <a:cubicBezTo>
                    <a:pt x="538" y="750"/>
                    <a:pt x="633" y="845"/>
                    <a:pt x="728" y="845"/>
                  </a:cubicBezTo>
                  <a:lnTo>
                    <a:pt x="570" y="1035"/>
                  </a:lnTo>
                  <a:lnTo>
                    <a:pt x="380" y="1035"/>
                  </a:lnTo>
                  <a:lnTo>
                    <a:pt x="380" y="813"/>
                  </a:lnTo>
                  <a:lnTo>
                    <a:pt x="538" y="655"/>
                  </a:lnTo>
                  <a:close/>
                  <a:moveTo>
                    <a:pt x="713" y="1"/>
                  </a:moveTo>
                  <a:cubicBezTo>
                    <a:pt x="676" y="1"/>
                    <a:pt x="639" y="16"/>
                    <a:pt x="602" y="53"/>
                  </a:cubicBezTo>
                  <a:lnTo>
                    <a:pt x="63" y="623"/>
                  </a:lnTo>
                  <a:cubicBezTo>
                    <a:pt x="32" y="655"/>
                    <a:pt x="0" y="687"/>
                    <a:pt x="0" y="750"/>
                  </a:cubicBezTo>
                  <a:lnTo>
                    <a:pt x="0" y="1225"/>
                  </a:lnTo>
                  <a:cubicBezTo>
                    <a:pt x="0" y="1320"/>
                    <a:pt x="95" y="1415"/>
                    <a:pt x="190" y="1415"/>
                  </a:cubicBezTo>
                  <a:lnTo>
                    <a:pt x="633" y="1415"/>
                  </a:lnTo>
                  <a:cubicBezTo>
                    <a:pt x="697" y="1415"/>
                    <a:pt x="728" y="1383"/>
                    <a:pt x="760" y="1352"/>
                  </a:cubicBezTo>
                  <a:lnTo>
                    <a:pt x="1330" y="782"/>
                  </a:lnTo>
                  <a:cubicBezTo>
                    <a:pt x="1362" y="718"/>
                    <a:pt x="1393" y="655"/>
                    <a:pt x="1362" y="592"/>
                  </a:cubicBezTo>
                  <a:cubicBezTo>
                    <a:pt x="1330" y="497"/>
                    <a:pt x="1267" y="465"/>
                    <a:pt x="1172" y="465"/>
                  </a:cubicBezTo>
                  <a:lnTo>
                    <a:pt x="918" y="465"/>
                  </a:lnTo>
                  <a:lnTo>
                    <a:pt x="918" y="180"/>
                  </a:lnTo>
                  <a:cubicBezTo>
                    <a:pt x="918" y="117"/>
                    <a:pt x="887" y="53"/>
                    <a:pt x="792" y="22"/>
                  </a:cubicBezTo>
                  <a:cubicBezTo>
                    <a:pt x="766" y="8"/>
                    <a:pt x="739" y="1"/>
                    <a:pt x="71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7" name="Google Shape;3707;p36"/>
            <p:cNvSpPr/>
            <p:nvPr/>
          </p:nvSpPr>
          <p:spPr>
            <a:xfrm>
              <a:off x="1049625" y="2742275"/>
              <a:ext cx="27750" cy="27750"/>
            </a:xfrm>
            <a:custGeom>
              <a:avLst/>
              <a:gdLst/>
              <a:ahLst/>
              <a:cxnLst/>
              <a:rect l="l" t="t" r="r" b="b"/>
              <a:pathLst>
                <a:path w="1110" h="1110" extrusionOk="0">
                  <a:moveTo>
                    <a:pt x="191" y="1"/>
                  </a:moveTo>
                  <a:cubicBezTo>
                    <a:pt x="64" y="1"/>
                    <a:pt x="1" y="64"/>
                    <a:pt x="1" y="191"/>
                  </a:cubicBezTo>
                  <a:cubicBezTo>
                    <a:pt x="1" y="286"/>
                    <a:pt x="64" y="381"/>
                    <a:pt x="191" y="381"/>
                  </a:cubicBezTo>
                  <a:cubicBezTo>
                    <a:pt x="476" y="381"/>
                    <a:pt x="729" y="602"/>
                    <a:pt x="729" y="919"/>
                  </a:cubicBezTo>
                  <a:cubicBezTo>
                    <a:pt x="729" y="1014"/>
                    <a:pt x="824" y="1109"/>
                    <a:pt x="919" y="1109"/>
                  </a:cubicBezTo>
                  <a:cubicBezTo>
                    <a:pt x="1014" y="1109"/>
                    <a:pt x="1109" y="1014"/>
                    <a:pt x="1109" y="919"/>
                  </a:cubicBezTo>
                  <a:cubicBezTo>
                    <a:pt x="1109" y="412"/>
                    <a:pt x="698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8" name="Google Shape;3708;p36"/>
            <p:cNvSpPr/>
            <p:nvPr/>
          </p:nvSpPr>
          <p:spPr>
            <a:xfrm>
              <a:off x="1049625" y="2723275"/>
              <a:ext cx="45950" cy="46750"/>
            </a:xfrm>
            <a:custGeom>
              <a:avLst/>
              <a:gdLst/>
              <a:ahLst/>
              <a:cxnLst/>
              <a:rect l="l" t="t" r="r" b="b"/>
              <a:pathLst>
                <a:path w="1838" h="1870" extrusionOk="0">
                  <a:moveTo>
                    <a:pt x="191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286"/>
                    <a:pt x="64" y="381"/>
                    <a:pt x="191" y="381"/>
                  </a:cubicBezTo>
                  <a:cubicBezTo>
                    <a:pt x="888" y="381"/>
                    <a:pt x="1458" y="951"/>
                    <a:pt x="1458" y="1679"/>
                  </a:cubicBezTo>
                  <a:cubicBezTo>
                    <a:pt x="1458" y="1774"/>
                    <a:pt x="1553" y="1869"/>
                    <a:pt x="1648" y="1869"/>
                  </a:cubicBezTo>
                  <a:cubicBezTo>
                    <a:pt x="1743" y="1869"/>
                    <a:pt x="1838" y="1774"/>
                    <a:pt x="1838" y="1679"/>
                  </a:cubicBezTo>
                  <a:cubicBezTo>
                    <a:pt x="1838" y="761"/>
                    <a:pt x="1078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9" name="Google Shape;3709;p36"/>
            <p:cNvSpPr/>
            <p:nvPr/>
          </p:nvSpPr>
          <p:spPr>
            <a:xfrm>
              <a:off x="1049625" y="2705075"/>
              <a:ext cx="64150" cy="64950"/>
            </a:xfrm>
            <a:custGeom>
              <a:avLst/>
              <a:gdLst/>
              <a:ahLst/>
              <a:cxnLst/>
              <a:rect l="l" t="t" r="r" b="b"/>
              <a:pathLst>
                <a:path w="2566" h="2598" extrusionOk="0">
                  <a:moveTo>
                    <a:pt x="191" y="0"/>
                  </a:moveTo>
                  <a:cubicBezTo>
                    <a:pt x="64" y="0"/>
                    <a:pt x="1" y="64"/>
                    <a:pt x="1" y="190"/>
                  </a:cubicBezTo>
                  <a:cubicBezTo>
                    <a:pt x="1" y="285"/>
                    <a:pt x="96" y="380"/>
                    <a:pt x="191" y="380"/>
                  </a:cubicBezTo>
                  <a:cubicBezTo>
                    <a:pt x="1299" y="380"/>
                    <a:pt x="2186" y="1267"/>
                    <a:pt x="2186" y="2407"/>
                  </a:cubicBezTo>
                  <a:cubicBezTo>
                    <a:pt x="2186" y="2502"/>
                    <a:pt x="2281" y="2597"/>
                    <a:pt x="2376" y="2597"/>
                  </a:cubicBezTo>
                  <a:cubicBezTo>
                    <a:pt x="2471" y="2597"/>
                    <a:pt x="2566" y="2502"/>
                    <a:pt x="2566" y="2407"/>
                  </a:cubicBezTo>
                  <a:cubicBezTo>
                    <a:pt x="2566" y="1077"/>
                    <a:pt x="1489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0" name="Google Shape;3710;p36"/>
            <p:cNvSpPr/>
            <p:nvPr/>
          </p:nvSpPr>
          <p:spPr>
            <a:xfrm>
              <a:off x="2144600" y="2931500"/>
              <a:ext cx="159950" cy="293750"/>
            </a:xfrm>
            <a:custGeom>
              <a:avLst/>
              <a:gdLst/>
              <a:ahLst/>
              <a:cxnLst/>
              <a:rect l="l" t="t" r="r" b="b"/>
              <a:pathLst>
                <a:path w="6398" h="11750" extrusionOk="0">
                  <a:moveTo>
                    <a:pt x="190" y="1"/>
                  </a:moveTo>
                  <a:cubicBezTo>
                    <a:pt x="63" y="1"/>
                    <a:pt x="0" y="96"/>
                    <a:pt x="0" y="222"/>
                  </a:cubicBezTo>
                  <a:cubicBezTo>
                    <a:pt x="0" y="856"/>
                    <a:pt x="63" y="1489"/>
                    <a:pt x="158" y="2122"/>
                  </a:cubicBezTo>
                  <a:cubicBezTo>
                    <a:pt x="190" y="2217"/>
                    <a:pt x="253" y="2281"/>
                    <a:pt x="348" y="2281"/>
                  </a:cubicBezTo>
                  <a:lnTo>
                    <a:pt x="380" y="2281"/>
                  </a:lnTo>
                  <a:cubicBezTo>
                    <a:pt x="475" y="2281"/>
                    <a:pt x="570" y="2154"/>
                    <a:pt x="538" y="2059"/>
                  </a:cubicBezTo>
                  <a:cubicBezTo>
                    <a:pt x="443" y="1457"/>
                    <a:pt x="380" y="824"/>
                    <a:pt x="380" y="191"/>
                  </a:cubicBezTo>
                  <a:cubicBezTo>
                    <a:pt x="380" y="96"/>
                    <a:pt x="285" y="1"/>
                    <a:pt x="190" y="1"/>
                  </a:cubicBezTo>
                  <a:close/>
                  <a:moveTo>
                    <a:pt x="779" y="3761"/>
                  </a:moveTo>
                  <a:cubicBezTo>
                    <a:pt x="762" y="3761"/>
                    <a:pt x="745" y="3764"/>
                    <a:pt x="729" y="3769"/>
                  </a:cubicBezTo>
                  <a:cubicBezTo>
                    <a:pt x="634" y="3801"/>
                    <a:pt x="570" y="3896"/>
                    <a:pt x="602" y="3991"/>
                  </a:cubicBezTo>
                  <a:cubicBezTo>
                    <a:pt x="792" y="4624"/>
                    <a:pt x="1014" y="5226"/>
                    <a:pt x="1267" y="5796"/>
                  </a:cubicBezTo>
                  <a:cubicBezTo>
                    <a:pt x="1299" y="5859"/>
                    <a:pt x="1362" y="5923"/>
                    <a:pt x="1425" y="5923"/>
                  </a:cubicBezTo>
                  <a:cubicBezTo>
                    <a:pt x="1457" y="5923"/>
                    <a:pt x="1489" y="5891"/>
                    <a:pt x="1520" y="5891"/>
                  </a:cubicBezTo>
                  <a:cubicBezTo>
                    <a:pt x="1615" y="5859"/>
                    <a:pt x="1647" y="5733"/>
                    <a:pt x="1615" y="5638"/>
                  </a:cubicBezTo>
                  <a:cubicBezTo>
                    <a:pt x="1362" y="5068"/>
                    <a:pt x="1140" y="4498"/>
                    <a:pt x="950" y="3896"/>
                  </a:cubicBezTo>
                  <a:cubicBezTo>
                    <a:pt x="924" y="3818"/>
                    <a:pt x="855" y="3761"/>
                    <a:pt x="779" y="3761"/>
                  </a:cubicBezTo>
                  <a:close/>
                  <a:moveTo>
                    <a:pt x="2298" y="7209"/>
                  </a:moveTo>
                  <a:cubicBezTo>
                    <a:pt x="2270" y="7209"/>
                    <a:pt x="2242" y="7213"/>
                    <a:pt x="2217" y="7221"/>
                  </a:cubicBezTo>
                  <a:cubicBezTo>
                    <a:pt x="2154" y="7284"/>
                    <a:pt x="2122" y="7411"/>
                    <a:pt x="2154" y="7506"/>
                  </a:cubicBezTo>
                  <a:cubicBezTo>
                    <a:pt x="2502" y="8044"/>
                    <a:pt x="2882" y="8583"/>
                    <a:pt x="3294" y="9058"/>
                  </a:cubicBezTo>
                  <a:cubicBezTo>
                    <a:pt x="3325" y="9121"/>
                    <a:pt x="3357" y="9121"/>
                    <a:pt x="3420" y="9121"/>
                  </a:cubicBezTo>
                  <a:cubicBezTo>
                    <a:pt x="3452" y="9121"/>
                    <a:pt x="3515" y="9121"/>
                    <a:pt x="3547" y="9090"/>
                  </a:cubicBezTo>
                  <a:cubicBezTo>
                    <a:pt x="3642" y="9026"/>
                    <a:pt x="3642" y="8900"/>
                    <a:pt x="3579" y="8836"/>
                  </a:cubicBezTo>
                  <a:cubicBezTo>
                    <a:pt x="3167" y="8329"/>
                    <a:pt x="2819" y="7823"/>
                    <a:pt x="2502" y="7284"/>
                  </a:cubicBezTo>
                  <a:cubicBezTo>
                    <a:pt x="2456" y="7238"/>
                    <a:pt x="2375" y="7209"/>
                    <a:pt x="2298" y="7209"/>
                  </a:cubicBezTo>
                  <a:close/>
                  <a:moveTo>
                    <a:pt x="4715" y="10150"/>
                  </a:moveTo>
                  <a:cubicBezTo>
                    <a:pt x="4663" y="10150"/>
                    <a:pt x="4608" y="10166"/>
                    <a:pt x="4560" y="10198"/>
                  </a:cubicBezTo>
                  <a:cubicBezTo>
                    <a:pt x="4497" y="10293"/>
                    <a:pt x="4497" y="10420"/>
                    <a:pt x="4592" y="10483"/>
                  </a:cubicBezTo>
                  <a:cubicBezTo>
                    <a:pt x="5036" y="10926"/>
                    <a:pt x="5542" y="11338"/>
                    <a:pt x="6049" y="11718"/>
                  </a:cubicBezTo>
                  <a:cubicBezTo>
                    <a:pt x="6081" y="11718"/>
                    <a:pt x="6144" y="11750"/>
                    <a:pt x="6176" y="11750"/>
                  </a:cubicBezTo>
                  <a:cubicBezTo>
                    <a:pt x="6239" y="11750"/>
                    <a:pt x="6302" y="11718"/>
                    <a:pt x="6334" y="11655"/>
                  </a:cubicBezTo>
                  <a:cubicBezTo>
                    <a:pt x="6397" y="11591"/>
                    <a:pt x="6366" y="11465"/>
                    <a:pt x="6271" y="11401"/>
                  </a:cubicBezTo>
                  <a:cubicBezTo>
                    <a:pt x="5764" y="11021"/>
                    <a:pt x="5289" y="10641"/>
                    <a:pt x="4845" y="10198"/>
                  </a:cubicBezTo>
                  <a:cubicBezTo>
                    <a:pt x="4814" y="10166"/>
                    <a:pt x="4766" y="10150"/>
                    <a:pt x="4715" y="1015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1" name="Google Shape;3711;p36"/>
            <p:cNvSpPr/>
            <p:nvPr/>
          </p:nvSpPr>
          <p:spPr>
            <a:xfrm>
              <a:off x="2729675" y="2921200"/>
              <a:ext cx="152050" cy="297725"/>
            </a:xfrm>
            <a:custGeom>
              <a:avLst/>
              <a:gdLst/>
              <a:ahLst/>
              <a:cxnLst/>
              <a:rect l="l" t="t" r="r" b="b"/>
              <a:pathLst>
                <a:path w="6082" h="11909" extrusionOk="0">
                  <a:moveTo>
                    <a:pt x="5891" y="1"/>
                  </a:moveTo>
                  <a:cubicBezTo>
                    <a:pt x="5796" y="1"/>
                    <a:pt x="5701" y="96"/>
                    <a:pt x="5701" y="191"/>
                  </a:cubicBezTo>
                  <a:cubicBezTo>
                    <a:pt x="5701" y="824"/>
                    <a:pt x="5669" y="1458"/>
                    <a:pt x="5574" y="2059"/>
                  </a:cubicBezTo>
                  <a:cubicBezTo>
                    <a:pt x="5574" y="2154"/>
                    <a:pt x="5638" y="2281"/>
                    <a:pt x="5733" y="2281"/>
                  </a:cubicBezTo>
                  <a:lnTo>
                    <a:pt x="5764" y="2281"/>
                  </a:lnTo>
                  <a:cubicBezTo>
                    <a:pt x="5859" y="2281"/>
                    <a:pt x="5954" y="2218"/>
                    <a:pt x="5954" y="2123"/>
                  </a:cubicBezTo>
                  <a:cubicBezTo>
                    <a:pt x="6049" y="1489"/>
                    <a:pt x="6081" y="824"/>
                    <a:pt x="6081" y="191"/>
                  </a:cubicBezTo>
                  <a:cubicBezTo>
                    <a:pt x="6081" y="96"/>
                    <a:pt x="5986" y="1"/>
                    <a:pt x="5891" y="1"/>
                  </a:cubicBezTo>
                  <a:close/>
                  <a:moveTo>
                    <a:pt x="5398" y="3761"/>
                  </a:moveTo>
                  <a:cubicBezTo>
                    <a:pt x="5321" y="3761"/>
                    <a:pt x="5252" y="3818"/>
                    <a:pt x="5226" y="3896"/>
                  </a:cubicBezTo>
                  <a:cubicBezTo>
                    <a:pt x="5068" y="4498"/>
                    <a:pt x="4846" y="5100"/>
                    <a:pt x="4624" y="5670"/>
                  </a:cubicBezTo>
                  <a:cubicBezTo>
                    <a:pt x="4561" y="5765"/>
                    <a:pt x="4624" y="5891"/>
                    <a:pt x="4719" y="5923"/>
                  </a:cubicBezTo>
                  <a:lnTo>
                    <a:pt x="4783" y="5923"/>
                  </a:lnTo>
                  <a:cubicBezTo>
                    <a:pt x="4846" y="5923"/>
                    <a:pt x="4941" y="5891"/>
                    <a:pt x="4973" y="5828"/>
                  </a:cubicBezTo>
                  <a:cubicBezTo>
                    <a:pt x="5194" y="5226"/>
                    <a:pt x="5416" y="4625"/>
                    <a:pt x="5574" y="3991"/>
                  </a:cubicBezTo>
                  <a:cubicBezTo>
                    <a:pt x="5606" y="3896"/>
                    <a:pt x="5543" y="3801"/>
                    <a:pt x="5448" y="3769"/>
                  </a:cubicBezTo>
                  <a:cubicBezTo>
                    <a:pt x="5431" y="3764"/>
                    <a:pt x="5414" y="3761"/>
                    <a:pt x="5398" y="3761"/>
                  </a:cubicBezTo>
                  <a:close/>
                  <a:moveTo>
                    <a:pt x="3946" y="7252"/>
                  </a:moveTo>
                  <a:cubicBezTo>
                    <a:pt x="3877" y="7252"/>
                    <a:pt x="3810" y="7287"/>
                    <a:pt x="3769" y="7348"/>
                  </a:cubicBezTo>
                  <a:cubicBezTo>
                    <a:pt x="3484" y="7886"/>
                    <a:pt x="3136" y="8425"/>
                    <a:pt x="2756" y="8900"/>
                  </a:cubicBezTo>
                  <a:cubicBezTo>
                    <a:pt x="2692" y="8995"/>
                    <a:pt x="2692" y="9121"/>
                    <a:pt x="2787" y="9185"/>
                  </a:cubicBezTo>
                  <a:cubicBezTo>
                    <a:pt x="2819" y="9216"/>
                    <a:pt x="2851" y="9216"/>
                    <a:pt x="2882" y="9216"/>
                  </a:cubicBezTo>
                  <a:cubicBezTo>
                    <a:pt x="2946" y="9216"/>
                    <a:pt x="3009" y="9185"/>
                    <a:pt x="3041" y="9153"/>
                  </a:cubicBezTo>
                  <a:cubicBezTo>
                    <a:pt x="3452" y="8646"/>
                    <a:pt x="3801" y="8108"/>
                    <a:pt x="4118" y="7538"/>
                  </a:cubicBezTo>
                  <a:cubicBezTo>
                    <a:pt x="4181" y="7443"/>
                    <a:pt x="4149" y="7348"/>
                    <a:pt x="4054" y="7285"/>
                  </a:cubicBezTo>
                  <a:cubicBezTo>
                    <a:pt x="4021" y="7262"/>
                    <a:pt x="3983" y="7252"/>
                    <a:pt x="3946" y="7252"/>
                  </a:cubicBezTo>
                  <a:close/>
                  <a:moveTo>
                    <a:pt x="1647" y="10277"/>
                  </a:moveTo>
                  <a:cubicBezTo>
                    <a:pt x="1600" y="10277"/>
                    <a:pt x="1552" y="10293"/>
                    <a:pt x="1521" y="10325"/>
                  </a:cubicBezTo>
                  <a:cubicBezTo>
                    <a:pt x="1077" y="10768"/>
                    <a:pt x="602" y="11180"/>
                    <a:pt x="96" y="11560"/>
                  </a:cubicBezTo>
                  <a:cubicBezTo>
                    <a:pt x="32" y="11623"/>
                    <a:pt x="1" y="11750"/>
                    <a:pt x="64" y="11813"/>
                  </a:cubicBezTo>
                  <a:cubicBezTo>
                    <a:pt x="96" y="11877"/>
                    <a:pt x="159" y="11908"/>
                    <a:pt x="222" y="11908"/>
                  </a:cubicBezTo>
                  <a:cubicBezTo>
                    <a:pt x="254" y="11908"/>
                    <a:pt x="317" y="11877"/>
                    <a:pt x="349" y="11877"/>
                  </a:cubicBezTo>
                  <a:cubicBezTo>
                    <a:pt x="856" y="11465"/>
                    <a:pt x="1331" y="11053"/>
                    <a:pt x="1774" y="10578"/>
                  </a:cubicBezTo>
                  <a:cubicBezTo>
                    <a:pt x="1869" y="10515"/>
                    <a:pt x="1869" y="10388"/>
                    <a:pt x="1774" y="10325"/>
                  </a:cubicBezTo>
                  <a:cubicBezTo>
                    <a:pt x="1742" y="10293"/>
                    <a:pt x="1695" y="10277"/>
                    <a:pt x="1647" y="10277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2" name="Google Shape;3712;p36"/>
            <p:cNvSpPr/>
            <p:nvPr/>
          </p:nvSpPr>
          <p:spPr>
            <a:xfrm>
              <a:off x="2336200" y="2557800"/>
              <a:ext cx="330950" cy="52275"/>
            </a:xfrm>
            <a:custGeom>
              <a:avLst/>
              <a:gdLst/>
              <a:ahLst/>
              <a:cxnLst/>
              <a:rect l="l" t="t" r="r" b="b"/>
              <a:pathLst>
                <a:path w="13238" h="2091" extrusionOk="0">
                  <a:moveTo>
                    <a:pt x="7506" y="1"/>
                  </a:moveTo>
                  <a:cubicBezTo>
                    <a:pt x="7411" y="1"/>
                    <a:pt x="7316" y="64"/>
                    <a:pt x="7316" y="159"/>
                  </a:cubicBezTo>
                  <a:cubicBezTo>
                    <a:pt x="7316" y="286"/>
                    <a:pt x="7411" y="349"/>
                    <a:pt x="7506" y="381"/>
                  </a:cubicBezTo>
                  <a:cubicBezTo>
                    <a:pt x="8139" y="381"/>
                    <a:pt x="8772" y="444"/>
                    <a:pt x="9374" y="539"/>
                  </a:cubicBezTo>
                  <a:lnTo>
                    <a:pt x="9406" y="539"/>
                  </a:lnTo>
                  <a:cubicBezTo>
                    <a:pt x="9501" y="539"/>
                    <a:pt x="9564" y="476"/>
                    <a:pt x="9596" y="381"/>
                  </a:cubicBezTo>
                  <a:cubicBezTo>
                    <a:pt x="9596" y="286"/>
                    <a:pt x="9532" y="191"/>
                    <a:pt x="9437" y="159"/>
                  </a:cubicBezTo>
                  <a:cubicBezTo>
                    <a:pt x="8804" y="64"/>
                    <a:pt x="8171" y="1"/>
                    <a:pt x="7506" y="1"/>
                  </a:cubicBezTo>
                  <a:close/>
                  <a:moveTo>
                    <a:pt x="5643" y="58"/>
                  </a:moveTo>
                  <a:cubicBezTo>
                    <a:pt x="5631" y="58"/>
                    <a:pt x="5618" y="60"/>
                    <a:pt x="5605" y="64"/>
                  </a:cubicBezTo>
                  <a:cubicBezTo>
                    <a:pt x="4972" y="128"/>
                    <a:pt x="4339" y="223"/>
                    <a:pt x="3705" y="349"/>
                  </a:cubicBezTo>
                  <a:cubicBezTo>
                    <a:pt x="3610" y="381"/>
                    <a:pt x="3547" y="508"/>
                    <a:pt x="3579" y="603"/>
                  </a:cubicBezTo>
                  <a:cubicBezTo>
                    <a:pt x="3579" y="698"/>
                    <a:pt x="3674" y="729"/>
                    <a:pt x="3737" y="729"/>
                  </a:cubicBezTo>
                  <a:lnTo>
                    <a:pt x="3800" y="729"/>
                  </a:lnTo>
                  <a:cubicBezTo>
                    <a:pt x="4402" y="603"/>
                    <a:pt x="5004" y="508"/>
                    <a:pt x="5637" y="444"/>
                  </a:cubicBezTo>
                  <a:cubicBezTo>
                    <a:pt x="5732" y="413"/>
                    <a:pt x="5827" y="318"/>
                    <a:pt x="5795" y="223"/>
                  </a:cubicBezTo>
                  <a:cubicBezTo>
                    <a:pt x="5795" y="140"/>
                    <a:pt x="5724" y="58"/>
                    <a:pt x="5643" y="58"/>
                  </a:cubicBezTo>
                  <a:close/>
                  <a:moveTo>
                    <a:pt x="11256" y="594"/>
                  </a:moveTo>
                  <a:cubicBezTo>
                    <a:pt x="11179" y="594"/>
                    <a:pt x="11110" y="651"/>
                    <a:pt x="11084" y="729"/>
                  </a:cubicBezTo>
                  <a:cubicBezTo>
                    <a:pt x="11053" y="824"/>
                    <a:pt x="11116" y="951"/>
                    <a:pt x="11211" y="983"/>
                  </a:cubicBezTo>
                  <a:cubicBezTo>
                    <a:pt x="11781" y="1141"/>
                    <a:pt x="12383" y="1363"/>
                    <a:pt x="12953" y="1616"/>
                  </a:cubicBezTo>
                  <a:cubicBezTo>
                    <a:pt x="12984" y="1648"/>
                    <a:pt x="13016" y="1648"/>
                    <a:pt x="13048" y="1648"/>
                  </a:cubicBezTo>
                  <a:cubicBezTo>
                    <a:pt x="13111" y="1648"/>
                    <a:pt x="13174" y="1616"/>
                    <a:pt x="13206" y="1521"/>
                  </a:cubicBezTo>
                  <a:cubicBezTo>
                    <a:pt x="13238" y="1426"/>
                    <a:pt x="13206" y="1331"/>
                    <a:pt x="13111" y="1268"/>
                  </a:cubicBezTo>
                  <a:cubicBezTo>
                    <a:pt x="12541" y="1014"/>
                    <a:pt x="11939" y="793"/>
                    <a:pt x="11306" y="603"/>
                  </a:cubicBezTo>
                  <a:cubicBezTo>
                    <a:pt x="11289" y="597"/>
                    <a:pt x="11272" y="594"/>
                    <a:pt x="11256" y="594"/>
                  </a:cubicBezTo>
                  <a:close/>
                  <a:moveTo>
                    <a:pt x="1921" y="911"/>
                  </a:moveTo>
                  <a:cubicBezTo>
                    <a:pt x="1903" y="911"/>
                    <a:pt x="1885" y="914"/>
                    <a:pt x="1869" y="919"/>
                  </a:cubicBezTo>
                  <a:cubicBezTo>
                    <a:pt x="1267" y="1141"/>
                    <a:pt x="697" y="1426"/>
                    <a:pt x="127" y="1711"/>
                  </a:cubicBezTo>
                  <a:cubicBezTo>
                    <a:pt x="32" y="1774"/>
                    <a:pt x="0" y="1901"/>
                    <a:pt x="32" y="1996"/>
                  </a:cubicBezTo>
                  <a:cubicBezTo>
                    <a:pt x="63" y="2059"/>
                    <a:pt x="127" y="2091"/>
                    <a:pt x="222" y="2091"/>
                  </a:cubicBezTo>
                  <a:cubicBezTo>
                    <a:pt x="253" y="2091"/>
                    <a:pt x="253" y="2059"/>
                    <a:pt x="285" y="2059"/>
                  </a:cubicBezTo>
                  <a:cubicBezTo>
                    <a:pt x="855" y="1774"/>
                    <a:pt x="1425" y="1521"/>
                    <a:pt x="1995" y="1299"/>
                  </a:cubicBezTo>
                  <a:cubicBezTo>
                    <a:pt x="2090" y="1236"/>
                    <a:pt x="2154" y="1141"/>
                    <a:pt x="2122" y="1046"/>
                  </a:cubicBezTo>
                  <a:cubicBezTo>
                    <a:pt x="2096" y="968"/>
                    <a:pt x="2005" y="911"/>
                    <a:pt x="1921" y="91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3" name="Google Shape;3713;p36"/>
            <p:cNvSpPr/>
            <p:nvPr/>
          </p:nvSpPr>
          <p:spPr>
            <a:xfrm>
              <a:off x="2610125" y="2667075"/>
              <a:ext cx="247825" cy="247825"/>
            </a:xfrm>
            <a:custGeom>
              <a:avLst/>
              <a:gdLst/>
              <a:ahLst/>
              <a:cxnLst/>
              <a:rect l="l" t="t" r="r" b="b"/>
              <a:pathLst>
                <a:path w="9913" h="9913" extrusionOk="0">
                  <a:moveTo>
                    <a:pt x="4973" y="0"/>
                  </a:moveTo>
                  <a:cubicBezTo>
                    <a:pt x="2217" y="0"/>
                    <a:pt x="1" y="2217"/>
                    <a:pt x="1" y="4940"/>
                  </a:cubicBezTo>
                  <a:cubicBezTo>
                    <a:pt x="1" y="7696"/>
                    <a:pt x="2217" y="9912"/>
                    <a:pt x="4973" y="9912"/>
                  </a:cubicBezTo>
                  <a:cubicBezTo>
                    <a:pt x="7696" y="9912"/>
                    <a:pt x="9913" y="7696"/>
                    <a:pt x="9913" y="4940"/>
                  </a:cubicBezTo>
                  <a:cubicBezTo>
                    <a:pt x="9913" y="2217"/>
                    <a:pt x="7696" y="0"/>
                    <a:pt x="49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4" name="Google Shape;3714;p36"/>
            <p:cNvSpPr/>
            <p:nvPr/>
          </p:nvSpPr>
          <p:spPr>
            <a:xfrm>
              <a:off x="2727300" y="2664700"/>
              <a:ext cx="135400" cy="254950"/>
            </a:xfrm>
            <a:custGeom>
              <a:avLst/>
              <a:gdLst/>
              <a:ahLst/>
              <a:cxnLst/>
              <a:rect l="l" t="t" r="r" b="b"/>
              <a:pathLst>
                <a:path w="5416" h="10198" extrusionOk="0">
                  <a:moveTo>
                    <a:pt x="1362" y="0"/>
                  </a:moveTo>
                  <a:cubicBezTo>
                    <a:pt x="1267" y="0"/>
                    <a:pt x="1172" y="63"/>
                    <a:pt x="1141" y="158"/>
                  </a:cubicBezTo>
                  <a:cubicBezTo>
                    <a:pt x="1109" y="253"/>
                    <a:pt x="1172" y="348"/>
                    <a:pt x="1299" y="380"/>
                  </a:cubicBezTo>
                  <a:cubicBezTo>
                    <a:pt x="1584" y="443"/>
                    <a:pt x="1869" y="539"/>
                    <a:pt x="2122" y="634"/>
                  </a:cubicBezTo>
                  <a:cubicBezTo>
                    <a:pt x="2692" y="887"/>
                    <a:pt x="3199" y="1235"/>
                    <a:pt x="3642" y="1679"/>
                  </a:cubicBezTo>
                  <a:cubicBezTo>
                    <a:pt x="4086" y="2090"/>
                    <a:pt x="4434" y="2629"/>
                    <a:pt x="4656" y="3167"/>
                  </a:cubicBezTo>
                  <a:cubicBezTo>
                    <a:pt x="4909" y="3769"/>
                    <a:pt x="5036" y="4402"/>
                    <a:pt x="5036" y="5035"/>
                  </a:cubicBezTo>
                  <a:cubicBezTo>
                    <a:pt x="5036" y="5669"/>
                    <a:pt x="4909" y="6302"/>
                    <a:pt x="4656" y="6872"/>
                  </a:cubicBezTo>
                  <a:cubicBezTo>
                    <a:pt x="4434" y="7442"/>
                    <a:pt x="4086" y="7949"/>
                    <a:pt x="3642" y="8392"/>
                  </a:cubicBezTo>
                  <a:cubicBezTo>
                    <a:pt x="3199" y="8836"/>
                    <a:pt x="2692" y="9184"/>
                    <a:pt x="2122" y="9437"/>
                  </a:cubicBezTo>
                  <a:cubicBezTo>
                    <a:pt x="1552" y="9691"/>
                    <a:pt x="919" y="9817"/>
                    <a:pt x="286" y="9817"/>
                  </a:cubicBezTo>
                  <a:lnTo>
                    <a:pt x="191" y="9817"/>
                  </a:lnTo>
                  <a:cubicBezTo>
                    <a:pt x="96" y="9817"/>
                    <a:pt x="1" y="9881"/>
                    <a:pt x="1" y="9976"/>
                  </a:cubicBezTo>
                  <a:cubicBezTo>
                    <a:pt x="1" y="10103"/>
                    <a:pt x="96" y="10166"/>
                    <a:pt x="191" y="10198"/>
                  </a:cubicBezTo>
                  <a:lnTo>
                    <a:pt x="286" y="10198"/>
                  </a:lnTo>
                  <a:cubicBezTo>
                    <a:pt x="951" y="10198"/>
                    <a:pt x="1647" y="10039"/>
                    <a:pt x="2281" y="9786"/>
                  </a:cubicBezTo>
                  <a:cubicBezTo>
                    <a:pt x="2882" y="9532"/>
                    <a:pt x="3421" y="9152"/>
                    <a:pt x="3896" y="8677"/>
                  </a:cubicBezTo>
                  <a:cubicBezTo>
                    <a:pt x="4371" y="8202"/>
                    <a:pt x="4751" y="7664"/>
                    <a:pt x="5004" y="7031"/>
                  </a:cubicBezTo>
                  <a:cubicBezTo>
                    <a:pt x="5289" y="6397"/>
                    <a:pt x="5416" y="5732"/>
                    <a:pt x="5416" y="5035"/>
                  </a:cubicBezTo>
                  <a:cubicBezTo>
                    <a:pt x="5416" y="4339"/>
                    <a:pt x="5289" y="3674"/>
                    <a:pt x="5004" y="3040"/>
                  </a:cubicBezTo>
                  <a:cubicBezTo>
                    <a:pt x="4751" y="2439"/>
                    <a:pt x="4371" y="1869"/>
                    <a:pt x="3896" y="1394"/>
                  </a:cubicBezTo>
                  <a:cubicBezTo>
                    <a:pt x="3452" y="919"/>
                    <a:pt x="2882" y="570"/>
                    <a:pt x="2281" y="285"/>
                  </a:cubicBezTo>
                  <a:cubicBezTo>
                    <a:pt x="1996" y="158"/>
                    <a:pt x="1679" y="63"/>
                    <a:pt x="136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5" name="Google Shape;3715;p36"/>
            <p:cNvSpPr/>
            <p:nvPr/>
          </p:nvSpPr>
          <p:spPr>
            <a:xfrm>
              <a:off x="2605375" y="2662325"/>
              <a:ext cx="133825" cy="254950"/>
            </a:xfrm>
            <a:custGeom>
              <a:avLst/>
              <a:gdLst/>
              <a:ahLst/>
              <a:cxnLst/>
              <a:rect l="l" t="t" r="r" b="b"/>
              <a:pathLst>
                <a:path w="5353" h="10198" extrusionOk="0">
                  <a:moveTo>
                    <a:pt x="5163" y="0"/>
                  </a:moveTo>
                  <a:cubicBezTo>
                    <a:pt x="4466" y="0"/>
                    <a:pt x="3801" y="127"/>
                    <a:pt x="3167" y="380"/>
                  </a:cubicBezTo>
                  <a:cubicBezTo>
                    <a:pt x="2534" y="665"/>
                    <a:pt x="1996" y="1014"/>
                    <a:pt x="1521" y="1489"/>
                  </a:cubicBezTo>
                  <a:cubicBezTo>
                    <a:pt x="1046" y="1964"/>
                    <a:pt x="666" y="2502"/>
                    <a:pt x="412" y="3135"/>
                  </a:cubicBezTo>
                  <a:cubicBezTo>
                    <a:pt x="159" y="3769"/>
                    <a:pt x="1" y="4434"/>
                    <a:pt x="1" y="5130"/>
                  </a:cubicBezTo>
                  <a:cubicBezTo>
                    <a:pt x="1" y="5827"/>
                    <a:pt x="159" y="6492"/>
                    <a:pt x="412" y="7126"/>
                  </a:cubicBezTo>
                  <a:cubicBezTo>
                    <a:pt x="666" y="7759"/>
                    <a:pt x="1046" y="8297"/>
                    <a:pt x="1521" y="8772"/>
                  </a:cubicBezTo>
                  <a:cubicBezTo>
                    <a:pt x="1996" y="9247"/>
                    <a:pt x="2534" y="9627"/>
                    <a:pt x="3167" y="9881"/>
                  </a:cubicBezTo>
                  <a:cubicBezTo>
                    <a:pt x="3484" y="10007"/>
                    <a:pt x="3801" y="10102"/>
                    <a:pt x="4149" y="10198"/>
                  </a:cubicBezTo>
                  <a:lnTo>
                    <a:pt x="4213" y="10198"/>
                  </a:lnTo>
                  <a:cubicBezTo>
                    <a:pt x="4276" y="10198"/>
                    <a:pt x="4371" y="10134"/>
                    <a:pt x="4403" y="10039"/>
                  </a:cubicBezTo>
                  <a:cubicBezTo>
                    <a:pt x="4403" y="9912"/>
                    <a:pt x="4339" y="9817"/>
                    <a:pt x="4244" y="9817"/>
                  </a:cubicBezTo>
                  <a:cubicBezTo>
                    <a:pt x="3927" y="9754"/>
                    <a:pt x="3611" y="9659"/>
                    <a:pt x="3294" y="9532"/>
                  </a:cubicBezTo>
                  <a:cubicBezTo>
                    <a:pt x="2724" y="9279"/>
                    <a:pt x="2217" y="8931"/>
                    <a:pt x="1774" y="8487"/>
                  </a:cubicBezTo>
                  <a:cubicBezTo>
                    <a:pt x="1362" y="8076"/>
                    <a:pt x="1014" y="7537"/>
                    <a:pt x="761" y="6999"/>
                  </a:cubicBezTo>
                  <a:cubicBezTo>
                    <a:pt x="507" y="6397"/>
                    <a:pt x="381" y="5764"/>
                    <a:pt x="381" y="5130"/>
                  </a:cubicBezTo>
                  <a:cubicBezTo>
                    <a:pt x="381" y="4497"/>
                    <a:pt x="507" y="3864"/>
                    <a:pt x="761" y="3294"/>
                  </a:cubicBezTo>
                  <a:cubicBezTo>
                    <a:pt x="1014" y="2724"/>
                    <a:pt x="1331" y="2217"/>
                    <a:pt x="1774" y="1774"/>
                  </a:cubicBezTo>
                  <a:cubicBezTo>
                    <a:pt x="2217" y="1330"/>
                    <a:pt x="2724" y="982"/>
                    <a:pt x="3294" y="729"/>
                  </a:cubicBezTo>
                  <a:cubicBezTo>
                    <a:pt x="3896" y="507"/>
                    <a:pt x="4529" y="380"/>
                    <a:pt x="5163" y="380"/>
                  </a:cubicBezTo>
                  <a:cubicBezTo>
                    <a:pt x="5258" y="380"/>
                    <a:pt x="5353" y="285"/>
                    <a:pt x="5353" y="190"/>
                  </a:cubicBezTo>
                  <a:cubicBezTo>
                    <a:pt x="5353" y="63"/>
                    <a:pt x="5258" y="0"/>
                    <a:pt x="516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6" name="Google Shape;3716;p36"/>
            <p:cNvSpPr/>
            <p:nvPr/>
          </p:nvSpPr>
          <p:spPr>
            <a:xfrm>
              <a:off x="2674250" y="2790575"/>
              <a:ext cx="219350" cy="175775"/>
            </a:xfrm>
            <a:custGeom>
              <a:avLst/>
              <a:gdLst/>
              <a:ahLst/>
              <a:cxnLst/>
              <a:rect l="l" t="t" r="r" b="b"/>
              <a:pathLst>
                <a:path w="8774" h="7031" extrusionOk="0">
                  <a:moveTo>
                    <a:pt x="7348" y="0"/>
                  </a:moveTo>
                  <a:cubicBezTo>
                    <a:pt x="7348" y="666"/>
                    <a:pt x="7221" y="1331"/>
                    <a:pt x="6968" y="1932"/>
                  </a:cubicBezTo>
                  <a:cubicBezTo>
                    <a:pt x="6715" y="2502"/>
                    <a:pt x="6366" y="3041"/>
                    <a:pt x="5891" y="3484"/>
                  </a:cubicBezTo>
                  <a:cubicBezTo>
                    <a:pt x="5448" y="3959"/>
                    <a:pt x="4909" y="4307"/>
                    <a:pt x="4339" y="4561"/>
                  </a:cubicBezTo>
                  <a:cubicBezTo>
                    <a:pt x="3738" y="4814"/>
                    <a:pt x="3073" y="4941"/>
                    <a:pt x="2408" y="4941"/>
                  </a:cubicBezTo>
                  <a:lnTo>
                    <a:pt x="2313" y="4941"/>
                  </a:lnTo>
                  <a:lnTo>
                    <a:pt x="2313" y="4339"/>
                  </a:lnTo>
                  <a:lnTo>
                    <a:pt x="1" y="5701"/>
                  </a:lnTo>
                  <a:lnTo>
                    <a:pt x="2313" y="7031"/>
                  </a:lnTo>
                  <a:lnTo>
                    <a:pt x="2313" y="6366"/>
                  </a:lnTo>
                  <a:lnTo>
                    <a:pt x="2408" y="6366"/>
                  </a:lnTo>
                  <a:cubicBezTo>
                    <a:pt x="3294" y="6366"/>
                    <a:pt x="4118" y="6208"/>
                    <a:pt x="4878" y="5859"/>
                  </a:cubicBezTo>
                  <a:cubicBezTo>
                    <a:pt x="5638" y="5543"/>
                    <a:pt x="6335" y="5099"/>
                    <a:pt x="6905" y="4497"/>
                  </a:cubicBezTo>
                  <a:cubicBezTo>
                    <a:pt x="7475" y="3927"/>
                    <a:pt x="7950" y="3231"/>
                    <a:pt x="8266" y="2471"/>
                  </a:cubicBezTo>
                  <a:cubicBezTo>
                    <a:pt x="8615" y="1711"/>
                    <a:pt x="8773" y="887"/>
                    <a:pt x="8773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7" name="Google Shape;3717;p36"/>
            <p:cNvSpPr/>
            <p:nvPr/>
          </p:nvSpPr>
          <p:spPr>
            <a:xfrm>
              <a:off x="2669500" y="2785825"/>
              <a:ext cx="228850" cy="185275"/>
            </a:xfrm>
            <a:custGeom>
              <a:avLst/>
              <a:gdLst/>
              <a:ahLst/>
              <a:cxnLst/>
              <a:rect l="l" t="t" r="r" b="b"/>
              <a:pathLst>
                <a:path w="9154" h="7411" extrusionOk="0">
                  <a:moveTo>
                    <a:pt x="7538" y="0"/>
                  </a:moveTo>
                  <a:cubicBezTo>
                    <a:pt x="7443" y="0"/>
                    <a:pt x="7348" y="95"/>
                    <a:pt x="7348" y="190"/>
                  </a:cubicBezTo>
                  <a:cubicBezTo>
                    <a:pt x="7348" y="824"/>
                    <a:pt x="7221" y="1457"/>
                    <a:pt x="6968" y="2059"/>
                  </a:cubicBezTo>
                  <a:cubicBezTo>
                    <a:pt x="6746" y="2597"/>
                    <a:pt x="6398" y="3136"/>
                    <a:pt x="5954" y="3547"/>
                  </a:cubicBezTo>
                  <a:cubicBezTo>
                    <a:pt x="5511" y="3991"/>
                    <a:pt x="5004" y="4339"/>
                    <a:pt x="4434" y="4592"/>
                  </a:cubicBezTo>
                  <a:cubicBezTo>
                    <a:pt x="3896" y="4814"/>
                    <a:pt x="3294" y="4941"/>
                    <a:pt x="2693" y="4941"/>
                  </a:cubicBezTo>
                  <a:lnTo>
                    <a:pt x="2693" y="4561"/>
                  </a:lnTo>
                  <a:cubicBezTo>
                    <a:pt x="2693" y="4466"/>
                    <a:pt x="2661" y="4402"/>
                    <a:pt x="2598" y="4371"/>
                  </a:cubicBezTo>
                  <a:cubicBezTo>
                    <a:pt x="2566" y="4355"/>
                    <a:pt x="2534" y="4347"/>
                    <a:pt x="2503" y="4347"/>
                  </a:cubicBezTo>
                  <a:cubicBezTo>
                    <a:pt x="2471" y="4347"/>
                    <a:pt x="2439" y="4355"/>
                    <a:pt x="2408" y="4371"/>
                  </a:cubicBezTo>
                  <a:lnTo>
                    <a:pt x="96" y="5733"/>
                  </a:lnTo>
                  <a:cubicBezTo>
                    <a:pt x="32" y="5764"/>
                    <a:pt x="1" y="5828"/>
                    <a:pt x="1" y="5891"/>
                  </a:cubicBezTo>
                  <a:cubicBezTo>
                    <a:pt x="1" y="5954"/>
                    <a:pt x="32" y="6018"/>
                    <a:pt x="96" y="6049"/>
                  </a:cubicBezTo>
                  <a:lnTo>
                    <a:pt x="2408" y="7379"/>
                  </a:lnTo>
                  <a:cubicBezTo>
                    <a:pt x="2439" y="7411"/>
                    <a:pt x="2471" y="7411"/>
                    <a:pt x="2503" y="7411"/>
                  </a:cubicBezTo>
                  <a:cubicBezTo>
                    <a:pt x="2534" y="7411"/>
                    <a:pt x="2566" y="7411"/>
                    <a:pt x="2629" y="7379"/>
                  </a:cubicBezTo>
                  <a:cubicBezTo>
                    <a:pt x="2661" y="7348"/>
                    <a:pt x="2724" y="7284"/>
                    <a:pt x="2724" y="7221"/>
                  </a:cubicBezTo>
                  <a:lnTo>
                    <a:pt x="2724" y="6778"/>
                  </a:lnTo>
                  <a:cubicBezTo>
                    <a:pt x="3548" y="6746"/>
                    <a:pt x="4371" y="6588"/>
                    <a:pt x="5163" y="6239"/>
                  </a:cubicBezTo>
                  <a:cubicBezTo>
                    <a:pt x="5923" y="5923"/>
                    <a:pt x="6651" y="5448"/>
                    <a:pt x="7253" y="4846"/>
                  </a:cubicBezTo>
                  <a:cubicBezTo>
                    <a:pt x="7855" y="4244"/>
                    <a:pt x="8330" y="3547"/>
                    <a:pt x="8646" y="2756"/>
                  </a:cubicBezTo>
                  <a:cubicBezTo>
                    <a:pt x="8995" y="1932"/>
                    <a:pt x="9153" y="1077"/>
                    <a:pt x="9153" y="190"/>
                  </a:cubicBezTo>
                  <a:cubicBezTo>
                    <a:pt x="9153" y="95"/>
                    <a:pt x="9090" y="0"/>
                    <a:pt x="8963" y="0"/>
                  </a:cubicBezTo>
                  <a:cubicBezTo>
                    <a:pt x="8868" y="0"/>
                    <a:pt x="8773" y="95"/>
                    <a:pt x="8773" y="190"/>
                  </a:cubicBezTo>
                  <a:cubicBezTo>
                    <a:pt x="8773" y="1014"/>
                    <a:pt x="8615" y="1837"/>
                    <a:pt x="8298" y="2597"/>
                  </a:cubicBezTo>
                  <a:cubicBezTo>
                    <a:pt x="7981" y="3326"/>
                    <a:pt x="7538" y="3991"/>
                    <a:pt x="6968" y="4561"/>
                  </a:cubicBezTo>
                  <a:cubicBezTo>
                    <a:pt x="6398" y="5131"/>
                    <a:pt x="5733" y="5574"/>
                    <a:pt x="5004" y="5891"/>
                  </a:cubicBezTo>
                  <a:cubicBezTo>
                    <a:pt x="4244" y="6208"/>
                    <a:pt x="3421" y="6398"/>
                    <a:pt x="2598" y="6398"/>
                  </a:cubicBezTo>
                  <a:lnTo>
                    <a:pt x="2503" y="6398"/>
                  </a:lnTo>
                  <a:cubicBezTo>
                    <a:pt x="2408" y="6398"/>
                    <a:pt x="2313" y="6461"/>
                    <a:pt x="2313" y="6588"/>
                  </a:cubicBezTo>
                  <a:lnTo>
                    <a:pt x="2313" y="6904"/>
                  </a:lnTo>
                  <a:lnTo>
                    <a:pt x="571" y="5891"/>
                  </a:lnTo>
                  <a:lnTo>
                    <a:pt x="2313" y="4877"/>
                  </a:lnTo>
                  <a:lnTo>
                    <a:pt x="2313" y="5162"/>
                  </a:lnTo>
                  <a:cubicBezTo>
                    <a:pt x="2313" y="5258"/>
                    <a:pt x="2408" y="5321"/>
                    <a:pt x="2503" y="5353"/>
                  </a:cubicBezTo>
                  <a:lnTo>
                    <a:pt x="2598" y="5353"/>
                  </a:lnTo>
                  <a:cubicBezTo>
                    <a:pt x="3294" y="5353"/>
                    <a:pt x="3959" y="5194"/>
                    <a:pt x="4593" y="4941"/>
                  </a:cubicBezTo>
                  <a:cubicBezTo>
                    <a:pt x="5194" y="4687"/>
                    <a:pt x="5764" y="4307"/>
                    <a:pt x="6240" y="3832"/>
                  </a:cubicBezTo>
                  <a:cubicBezTo>
                    <a:pt x="6715" y="3357"/>
                    <a:pt x="7063" y="2819"/>
                    <a:pt x="7348" y="2186"/>
                  </a:cubicBezTo>
                  <a:cubicBezTo>
                    <a:pt x="7601" y="1552"/>
                    <a:pt x="7728" y="887"/>
                    <a:pt x="7728" y="190"/>
                  </a:cubicBezTo>
                  <a:cubicBezTo>
                    <a:pt x="7728" y="95"/>
                    <a:pt x="7633" y="0"/>
                    <a:pt x="753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8" name="Google Shape;3718;p36"/>
            <p:cNvSpPr/>
            <p:nvPr/>
          </p:nvSpPr>
          <p:spPr>
            <a:xfrm>
              <a:off x="2574500" y="2617975"/>
              <a:ext cx="217750" cy="172625"/>
            </a:xfrm>
            <a:custGeom>
              <a:avLst/>
              <a:gdLst/>
              <a:ahLst/>
              <a:cxnLst/>
              <a:rect l="l" t="t" r="r" b="b"/>
              <a:pathLst>
                <a:path w="8710" h="6905" extrusionOk="0">
                  <a:moveTo>
                    <a:pt x="6398" y="1"/>
                  </a:moveTo>
                  <a:lnTo>
                    <a:pt x="6398" y="444"/>
                  </a:lnTo>
                  <a:lnTo>
                    <a:pt x="6398" y="539"/>
                  </a:lnTo>
                  <a:cubicBezTo>
                    <a:pt x="5511" y="539"/>
                    <a:pt x="4656" y="697"/>
                    <a:pt x="3896" y="1014"/>
                  </a:cubicBezTo>
                  <a:cubicBezTo>
                    <a:pt x="3136" y="1362"/>
                    <a:pt x="2471" y="1806"/>
                    <a:pt x="1869" y="2408"/>
                  </a:cubicBezTo>
                  <a:cubicBezTo>
                    <a:pt x="1299" y="2978"/>
                    <a:pt x="824" y="3643"/>
                    <a:pt x="507" y="4434"/>
                  </a:cubicBezTo>
                  <a:cubicBezTo>
                    <a:pt x="190" y="5194"/>
                    <a:pt x="0" y="6018"/>
                    <a:pt x="0" y="6904"/>
                  </a:cubicBezTo>
                  <a:lnTo>
                    <a:pt x="1426" y="6904"/>
                  </a:lnTo>
                  <a:cubicBezTo>
                    <a:pt x="1426" y="6208"/>
                    <a:pt x="1584" y="5574"/>
                    <a:pt x="1806" y="4973"/>
                  </a:cubicBezTo>
                  <a:cubicBezTo>
                    <a:pt x="2059" y="4371"/>
                    <a:pt x="2439" y="3833"/>
                    <a:pt x="2882" y="3389"/>
                  </a:cubicBezTo>
                  <a:cubicBezTo>
                    <a:pt x="3326" y="2946"/>
                    <a:pt x="3864" y="2598"/>
                    <a:pt x="4466" y="2344"/>
                  </a:cubicBezTo>
                  <a:cubicBezTo>
                    <a:pt x="5067" y="2091"/>
                    <a:pt x="5701" y="1932"/>
                    <a:pt x="6398" y="1932"/>
                  </a:cubicBezTo>
                  <a:lnTo>
                    <a:pt x="6398" y="2661"/>
                  </a:lnTo>
                  <a:lnTo>
                    <a:pt x="8709" y="1331"/>
                  </a:lnTo>
                  <a:lnTo>
                    <a:pt x="6398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9" name="Google Shape;3719;p36"/>
            <p:cNvSpPr/>
            <p:nvPr/>
          </p:nvSpPr>
          <p:spPr>
            <a:xfrm>
              <a:off x="2569750" y="2612625"/>
              <a:ext cx="227250" cy="182725"/>
            </a:xfrm>
            <a:custGeom>
              <a:avLst/>
              <a:gdLst/>
              <a:ahLst/>
              <a:cxnLst/>
              <a:rect l="l" t="t" r="r" b="b"/>
              <a:pathLst>
                <a:path w="9090" h="7309" extrusionOk="0">
                  <a:moveTo>
                    <a:pt x="6576" y="1"/>
                  </a:moveTo>
                  <a:cubicBezTo>
                    <a:pt x="6540" y="1"/>
                    <a:pt x="6508" y="9"/>
                    <a:pt x="6493" y="25"/>
                  </a:cubicBezTo>
                  <a:cubicBezTo>
                    <a:pt x="6429" y="88"/>
                    <a:pt x="6398" y="151"/>
                    <a:pt x="6398" y="215"/>
                  </a:cubicBezTo>
                  <a:lnTo>
                    <a:pt x="6398" y="531"/>
                  </a:lnTo>
                  <a:cubicBezTo>
                    <a:pt x="5574" y="563"/>
                    <a:pt x="4782" y="753"/>
                    <a:pt x="4022" y="1070"/>
                  </a:cubicBezTo>
                  <a:cubicBezTo>
                    <a:pt x="3231" y="1386"/>
                    <a:pt x="2534" y="1861"/>
                    <a:pt x="1932" y="2463"/>
                  </a:cubicBezTo>
                  <a:cubicBezTo>
                    <a:pt x="1331" y="3065"/>
                    <a:pt x="855" y="3762"/>
                    <a:pt x="507" y="4553"/>
                  </a:cubicBezTo>
                  <a:cubicBezTo>
                    <a:pt x="190" y="5377"/>
                    <a:pt x="0" y="6232"/>
                    <a:pt x="0" y="7118"/>
                  </a:cubicBezTo>
                  <a:cubicBezTo>
                    <a:pt x="0" y="7213"/>
                    <a:pt x="95" y="7308"/>
                    <a:pt x="190" y="7308"/>
                  </a:cubicBezTo>
                  <a:cubicBezTo>
                    <a:pt x="317" y="7308"/>
                    <a:pt x="380" y="7213"/>
                    <a:pt x="380" y="7118"/>
                  </a:cubicBezTo>
                  <a:cubicBezTo>
                    <a:pt x="380" y="6295"/>
                    <a:pt x="539" y="5472"/>
                    <a:pt x="887" y="4712"/>
                  </a:cubicBezTo>
                  <a:cubicBezTo>
                    <a:pt x="1172" y="3983"/>
                    <a:pt x="1616" y="3318"/>
                    <a:pt x="2186" y="2748"/>
                  </a:cubicBezTo>
                  <a:cubicBezTo>
                    <a:pt x="2756" y="2178"/>
                    <a:pt x="3421" y="1735"/>
                    <a:pt x="4181" y="1418"/>
                  </a:cubicBezTo>
                  <a:cubicBezTo>
                    <a:pt x="4941" y="1101"/>
                    <a:pt x="5733" y="943"/>
                    <a:pt x="6588" y="943"/>
                  </a:cubicBezTo>
                  <a:cubicBezTo>
                    <a:pt x="6683" y="943"/>
                    <a:pt x="6778" y="848"/>
                    <a:pt x="6778" y="753"/>
                  </a:cubicBezTo>
                  <a:lnTo>
                    <a:pt x="6778" y="531"/>
                  </a:lnTo>
                  <a:lnTo>
                    <a:pt x="8519" y="1545"/>
                  </a:lnTo>
                  <a:lnTo>
                    <a:pt x="6778" y="2558"/>
                  </a:lnTo>
                  <a:lnTo>
                    <a:pt x="6778" y="2146"/>
                  </a:lnTo>
                  <a:cubicBezTo>
                    <a:pt x="6778" y="2051"/>
                    <a:pt x="6683" y="1956"/>
                    <a:pt x="6588" y="1956"/>
                  </a:cubicBezTo>
                  <a:cubicBezTo>
                    <a:pt x="5891" y="1956"/>
                    <a:pt x="5194" y="2115"/>
                    <a:pt x="4561" y="2368"/>
                  </a:cubicBezTo>
                  <a:cubicBezTo>
                    <a:pt x="3959" y="2622"/>
                    <a:pt x="3421" y="3002"/>
                    <a:pt x="2946" y="3477"/>
                  </a:cubicBezTo>
                  <a:cubicBezTo>
                    <a:pt x="2471" y="3952"/>
                    <a:pt x="2091" y="4490"/>
                    <a:pt x="1837" y="5123"/>
                  </a:cubicBezTo>
                  <a:cubicBezTo>
                    <a:pt x="1552" y="5757"/>
                    <a:pt x="1426" y="6422"/>
                    <a:pt x="1426" y="7118"/>
                  </a:cubicBezTo>
                  <a:cubicBezTo>
                    <a:pt x="1426" y="7213"/>
                    <a:pt x="1521" y="7308"/>
                    <a:pt x="1616" y="7308"/>
                  </a:cubicBezTo>
                  <a:cubicBezTo>
                    <a:pt x="1711" y="7308"/>
                    <a:pt x="1806" y="7213"/>
                    <a:pt x="1806" y="7118"/>
                  </a:cubicBezTo>
                  <a:cubicBezTo>
                    <a:pt x="1806" y="6485"/>
                    <a:pt x="1932" y="5852"/>
                    <a:pt x="2186" y="5250"/>
                  </a:cubicBezTo>
                  <a:cubicBezTo>
                    <a:pt x="2407" y="4680"/>
                    <a:pt x="2756" y="4173"/>
                    <a:pt x="3199" y="3730"/>
                  </a:cubicBezTo>
                  <a:cubicBezTo>
                    <a:pt x="3642" y="3318"/>
                    <a:pt x="4149" y="2970"/>
                    <a:pt x="4719" y="2717"/>
                  </a:cubicBezTo>
                  <a:cubicBezTo>
                    <a:pt x="5257" y="2495"/>
                    <a:pt x="5796" y="2368"/>
                    <a:pt x="6398" y="2336"/>
                  </a:cubicBezTo>
                  <a:lnTo>
                    <a:pt x="6398" y="2875"/>
                  </a:lnTo>
                  <a:cubicBezTo>
                    <a:pt x="6398" y="2938"/>
                    <a:pt x="6429" y="3002"/>
                    <a:pt x="6493" y="3033"/>
                  </a:cubicBezTo>
                  <a:cubicBezTo>
                    <a:pt x="6508" y="3065"/>
                    <a:pt x="6540" y="3081"/>
                    <a:pt x="6576" y="3081"/>
                  </a:cubicBezTo>
                  <a:cubicBezTo>
                    <a:pt x="6611" y="3081"/>
                    <a:pt x="6651" y="3065"/>
                    <a:pt x="6683" y="3033"/>
                  </a:cubicBezTo>
                  <a:lnTo>
                    <a:pt x="8994" y="1703"/>
                  </a:lnTo>
                  <a:cubicBezTo>
                    <a:pt x="9058" y="1671"/>
                    <a:pt x="9089" y="1608"/>
                    <a:pt x="9089" y="1545"/>
                  </a:cubicBezTo>
                  <a:cubicBezTo>
                    <a:pt x="9089" y="1481"/>
                    <a:pt x="9058" y="1418"/>
                    <a:pt x="8994" y="1386"/>
                  </a:cubicBezTo>
                  <a:lnTo>
                    <a:pt x="6683" y="25"/>
                  </a:lnTo>
                  <a:cubicBezTo>
                    <a:pt x="6651" y="9"/>
                    <a:pt x="6611" y="1"/>
                    <a:pt x="657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0" name="Google Shape;3720;p36"/>
            <p:cNvSpPr/>
            <p:nvPr/>
          </p:nvSpPr>
          <p:spPr>
            <a:xfrm>
              <a:off x="2652875" y="2705075"/>
              <a:ext cx="163125" cy="163125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3276" y="2141"/>
                  </a:moveTo>
                  <a:cubicBezTo>
                    <a:pt x="3519" y="2141"/>
                    <a:pt x="3761" y="2217"/>
                    <a:pt x="3959" y="2375"/>
                  </a:cubicBezTo>
                  <a:cubicBezTo>
                    <a:pt x="4434" y="2755"/>
                    <a:pt x="4529" y="3484"/>
                    <a:pt x="4149" y="3959"/>
                  </a:cubicBezTo>
                  <a:cubicBezTo>
                    <a:pt x="3932" y="4248"/>
                    <a:pt x="3601" y="4393"/>
                    <a:pt x="3269" y="4393"/>
                  </a:cubicBezTo>
                  <a:cubicBezTo>
                    <a:pt x="3020" y="4393"/>
                    <a:pt x="2769" y="4312"/>
                    <a:pt x="2566" y="4149"/>
                  </a:cubicBezTo>
                  <a:cubicBezTo>
                    <a:pt x="2059" y="3769"/>
                    <a:pt x="1996" y="3040"/>
                    <a:pt x="2376" y="2565"/>
                  </a:cubicBezTo>
                  <a:cubicBezTo>
                    <a:pt x="2597" y="2289"/>
                    <a:pt x="2937" y="2141"/>
                    <a:pt x="3276" y="2141"/>
                  </a:cubicBezTo>
                  <a:close/>
                  <a:moveTo>
                    <a:pt x="3453" y="0"/>
                  </a:moveTo>
                  <a:lnTo>
                    <a:pt x="2376" y="127"/>
                  </a:lnTo>
                  <a:cubicBezTo>
                    <a:pt x="2281" y="127"/>
                    <a:pt x="2249" y="190"/>
                    <a:pt x="2249" y="254"/>
                  </a:cubicBezTo>
                  <a:lnTo>
                    <a:pt x="2313" y="824"/>
                  </a:lnTo>
                  <a:cubicBezTo>
                    <a:pt x="2313" y="887"/>
                    <a:pt x="2281" y="950"/>
                    <a:pt x="2249" y="950"/>
                  </a:cubicBezTo>
                  <a:cubicBezTo>
                    <a:pt x="2122" y="1014"/>
                    <a:pt x="1996" y="1077"/>
                    <a:pt x="1869" y="1172"/>
                  </a:cubicBezTo>
                  <a:cubicBezTo>
                    <a:pt x="1853" y="1188"/>
                    <a:pt x="1830" y="1196"/>
                    <a:pt x="1802" y="1196"/>
                  </a:cubicBezTo>
                  <a:cubicBezTo>
                    <a:pt x="1774" y="1196"/>
                    <a:pt x="1742" y="1188"/>
                    <a:pt x="1711" y="1172"/>
                  </a:cubicBezTo>
                  <a:lnTo>
                    <a:pt x="1267" y="792"/>
                  </a:lnTo>
                  <a:cubicBezTo>
                    <a:pt x="1241" y="779"/>
                    <a:pt x="1215" y="771"/>
                    <a:pt x="1189" y="771"/>
                  </a:cubicBezTo>
                  <a:cubicBezTo>
                    <a:pt x="1152" y="771"/>
                    <a:pt x="1115" y="787"/>
                    <a:pt x="1077" y="824"/>
                  </a:cubicBezTo>
                  <a:lnTo>
                    <a:pt x="412" y="1679"/>
                  </a:lnTo>
                  <a:cubicBezTo>
                    <a:pt x="381" y="1742"/>
                    <a:pt x="381" y="1805"/>
                    <a:pt x="444" y="1869"/>
                  </a:cubicBezTo>
                  <a:lnTo>
                    <a:pt x="887" y="2217"/>
                  </a:lnTo>
                  <a:cubicBezTo>
                    <a:pt x="919" y="2249"/>
                    <a:pt x="951" y="2312"/>
                    <a:pt x="919" y="2375"/>
                  </a:cubicBezTo>
                  <a:cubicBezTo>
                    <a:pt x="856" y="2502"/>
                    <a:pt x="824" y="2629"/>
                    <a:pt x="792" y="2755"/>
                  </a:cubicBezTo>
                  <a:cubicBezTo>
                    <a:pt x="792" y="2819"/>
                    <a:pt x="761" y="2850"/>
                    <a:pt x="697" y="2882"/>
                  </a:cubicBezTo>
                  <a:lnTo>
                    <a:pt x="127" y="2945"/>
                  </a:lnTo>
                  <a:cubicBezTo>
                    <a:pt x="32" y="2945"/>
                    <a:pt x="1" y="3009"/>
                    <a:pt x="1" y="3072"/>
                  </a:cubicBezTo>
                  <a:lnTo>
                    <a:pt x="127" y="4149"/>
                  </a:lnTo>
                  <a:cubicBezTo>
                    <a:pt x="127" y="4244"/>
                    <a:pt x="191" y="4276"/>
                    <a:pt x="254" y="4276"/>
                  </a:cubicBezTo>
                  <a:lnTo>
                    <a:pt x="856" y="4212"/>
                  </a:lnTo>
                  <a:cubicBezTo>
                    <a:pt x="887" y="4212"/>
                    <a:pt x="951" y="4244"/>
                    <a:pt x="982" y="4276"/>
                  </a:cubicBezTo>
                  <a:cubicBezTo>
                    <a:pt x="1014" y="4402"/>
                    <a:pt x="1109" y="4529"/>
                    <a:pt x="1172" y="4656"/>
                  </a:cubicBezTo>
                  <a:cubicBezTo>
                    <a:pt x="1204" y="4687"/>
                    <a:pt x="1204" y="4751"/>
                    <a:pt x="1172" y="4814"/>
                  </a:cubicBezTo>
                  <a:lnTo>
                    <a:pt x="824" y="5257"/>
                  </a:lnTo>
                  <a:cubicBezTo>
                    <a:pt x="761" y="5321"/>
                    <a:pt x="761" y="5384"/>
                    <a:pt x="824" y="5447"/>
                  </a:cubicBezTo>
                  <a:lnTo>
                    <a:pt x="1679" y="6112"/>
                  </a:lnTo>
                  <a:cubicBezTo>
                    <a:pt x="1705" y="6125"/>
                    <a:pt x="1732" y="6133"/>
                    <a:pt x="1758" y="6133"/>
                  </a:cubicBezTo>
                  <a:cubicBezTo>
                    <a:pt x="1795" y="6133"/>
                    <a:pt x="1832" y="6118"/>
                    <a:pt x="1869" y="6081"/>
                  </a:cubicBezTo>
                  <a:lnTo>
                    <a:pt x="2217" y="5637"/>
                  </a:lnTo>
                  <a:cubicBezTo>
                    <a:pt x="2240" y="5615"/>
                    <a:pt x="2278" y="5593"/>
                    <a:pt x="2321" y="5593"/>
                  </a:cubicBezTo>
                  <a:cubicBezTo>
                    <a:pt x="2339" y="5593"/>
                    <a:pt x="2357" y="5596"/>
                    <a:pt x="2376" y="5606"/>
                  </a:cubicBezTo>
                  <a:cubicBezTo>
                    <a:pt x="2503" y="5669"/>
                    <a:pt x="2629" y="5701"/>
                    <a:pt x="2788" y="5732"/>
                  </a:cubicBezTo>
                  <a:cubicBezTo>
                    <a:pt x="2819" y="5732"/>
                    <a:pt x="2883" y="5764"/>
                    <a:pt x="2883" y="5827"/>
                  </a:cubicBezTo>
                  <a:lnTo>
                    <a:pt x="2946" y="6397"/>
                  </a:lnTo>
                  <a:cubicBezTo>
                    <a:pt x="2946" y="6461"/>
                    <a:pt x="3009" y="6524"/>
                    <a:pt x="3073" y="6524"/>
                  </a:cubicBezTo>
                  <a:lnTo>
                    <a:pt x="4149" y="6397"/>
                  </a:lnTo>
                  <a:cubicBezTo>
                    <a:pt x="4244" y="6397"/>
                    <a:pt x="4276" y="6334"/>
                    <a:pt x="4276" y="6239"/>
                  </a:cubicBezTo>
                  <a:lnTo>
                    <a:pt x="4213" y="5669"/>
                  </a:lnTo>
                  <a:cubicBezTo>
                    <a:pt x="4213" y="5637"/>
                    <a:pt x="4244" y="5574"/>
                    <a:pt x="4276" y="5542"/>
                  </a:cubicBezTo>
                  <a:cubicBezTo>
                    <a:pt x="4403" y="5479"/>
                    <a:pt x="4529" y="5416"/>
                    <a:pt x="4656" y="5352"/>
                  </a:cubicBezTo>
                  <a:cubicBezTo>
                    <a:pt x="4672" y="5336"/>
                    <a:pt x="4696" y="5329"/>
                    <a:pt x="4723" y="5329"/>
                  </a:cubicBezTo>
                  <a:cubicBezTo>
                    <a:pt x="4751" y="5329"/>
                    <a:pt x="4783" y="5336"/>
                    <a:pt x="4814" y="5352"/>
                  </a:cubicBezTo>
                  <a:lnTo>
                    <a:pt x="5258" y="5701"/>
                  </a:lnTo>
                  <a:cubicBezTo>
                    <a:pt x="5289" y="5732"/>
                    <a:pt x="5321" y="5748"/>
                    <a:pt x="5353" y="5748"/>
                  </a:cubicBezTo>
                  <a:cubicBezTo>
                    <a:pt x="5384" y="5748"/>
                    <a:pt x="5416" y="5732"/>
                    <a:pt x="5448" y="5701"/>
                  </a:cubicBezTo>
                  <a:lnTo>
                    <a:pt x="6113" y="4846"/>
                  </a:lnTo>
                  <a:cubicBezTo>
                    <a:pt x="6176" y="4782"/>
                    <a:pt x="6144" y="4687"/>
                    <a:pt x="6081" y="4656"/>
                  </a:cubicBezTo>
                  <a:lnTo>
                    <a:pt x="5638" y="4307"/>
                  </a:lnTo>
                  <a:cubicBezTo>
                    <a:pt x="5606" y="4244"/>
                    <a:pt x="5606" y="4212"/>
                    <a:pt x="5606" y="4149"/>
                  </a:cubicBezTo>
                  <a:cubicBezTo>
                    <a:pt x="5669" y="4022"/>
                    <a:pt x="5701" y="3896"/>
                    <a:pt x="5733" y="3737"/>
                  </a:cubicBezTo>
                  <a:cubicBezTo>
                    <a:pt x="5733" y="3706"/>
                    <a:pt x="5796" y="3642"/>
                    <a:pt x="5828" y="3642"/>
                  </a:cubicBezTo>
                  <a:lnTo>
                    <a:pt x="6303" y="3579"/>
                  </a:lnTo>
                  <a:cubicBezTo>
                    <a:pt x="6429" y="3579"/>
                    <a:pt x="6524" y="3452"/>
                    <a:pt x="6524" y="3325"/>
                  </a:cubicBezTo>
                  <a:lnTo>
                    <a:pt x="6398" y="2344"/>
                  </a:lnTo>
                  <a:cubicBezTo>
                    <a:pt x="6398" y="2280"/>
                    <a:pt x="6334" y="2249"/>
                    <a:pt x="6271" y="2249"/>
                  </a:cubicBezTo>
                  <a:lnTo>
                    <a:pt x="5669" y="2312"/>
                  </a:lnTo>
                  <a:cubicBezTo>
                    <a:pt x="5638" y="2312"/>
                    <a:pt x="5574" y="2280"/>
                    <a:pt x="5543" y="2249"/>
                  </a:cubicBezTo>
                  <a:cubicBezTo>
                    <a:pt x="5511" y="2090"/>
                    <a:pt x="5416" y="1995"/>
                    <a:pt x="5353" y="1869"/>
                  </a:cubicBezTo>
                  <a:cubicBezTo>
                    <a:pt x="5321" y="1805"/>
                    <a:pt x="5321" y="1774"/>
                    <a:pt x="5353" y="1710"/>
                  </a:cubicBezTo>
                  <a:lnTo>
                    <a:pt x="5701" y="1267"/>
                  </a:lnTo>
                  <a:cubicBezTo>
                    <a:pt x="5764" y="1204"/>
                    <a:pt x="5764" y="1140"/>
                    <a:pt x="5701" y="1077"/>
                  </a:cubicBezTo>
                  <a:lnTo>
                    <a:pt x="4846" y="412"/>
                  </a:lnTo>
                  <a:cubicBezTo>
                    <a:pt x="4819" y="385"/>
                    <a:pt x="4792" y="375"/>
                    <a:pt x="4766" y="375"/>
                  </a:cubicBezTo>
                  <a:cubicBezTo>
                    <a:pt x="4729" y="375"/>
                    <a:pt x="4693" y="394"/>
                    <a:pt x="4656" y="412"/>
                  </a:cubicBezTo>
                  <a:lnTo>
                    <a:pt x="4308" y="887"/>
                  </a:lnTo>
                  <a:cubicBezTo>
                    <a:pt x="4276" y="919"/>
                    <a:pt x="4213" y="919"/>
                    <a:pt x="4149" y="919"/>
                  </a:cubicBezTo>
                  <a:cubicBezTo>
                    <a:pt x="4023" y="855"/>
                    <a:pt x="3896" y="824"/>
                    <a:pt x="3738" y="792"/>
                  </a:cubicBezTo>
                  <a:cubicBezTo>
                    <a:pt x="3706" y="792"/>
                    <a:pt x="3643" y="729"/>
                    <a:pt x="3643" y="697"/>
                  </a:cubicBezTo>
                  <a:lnTo>
                    <a:pt x="3579" y="127"/>
                  </a:lnTo>
                  <a:cubicBezTo>
                    <a:pt x="3579" y="32"/>
                    <a:pt x="3516" y="0"/>
                    <a:pt x="3453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1" name="Google Shape;3721;p36"/>
            <p:cNvSpPr/>
            <p:nvPr/>
          </p:nvSpPr>
          <p:spPr>
            <a:xfrm>
              <a:off x="2647325" y="2700325"/>
              <a:ext cx="173425" cy="172625"/>
            </a:xfrm>
            <a:custGeom>
              <a:avLst/>
              <a:gdLst/>
              <a:ahLst/>
              <a:cxnLst/>
              <a:rect l="l" t="t" r="r" b="b"/>
              <a:pathLst>
                <a:path w="6937" h="6905" extrusionOk="0">
                  <a:moveTo>
                    <a:pt x="3485" y="2502"/>
                  </a:moveTo>
                  <a:cubicBezTo>
                    <a:pt x="3706" y="2502"/>
                    <a:pt x="3896" y="2597"/>
                    <a:pt x="4055" y="2724"/>
                  </a:cubicBezTo>
                  <a:cubicBezTo>
                    <a:pt x="4276" y="2882"/>
                    <a:pt x="4371" y="3104"/>
                    <a:pt x="4403" y="3357"/>
                  </a:cubicBezTo>
                  <a:cubicBezTo>
                    <a:pt x="4435" y="3610"/>
                    <a:pt x="4371" y="3832"/>
                    <a:pt x="4213" y="4054"/>
                  </a:cubicBezTo>
                  <a:cubicBezTo>
                    <a:pt x="4055" y="4244"/>
                    <a:pt x="3833" y="4371"/>
                    <a:pt x="3580" y="4402"/>
                  </a:cubicBezTo>
                  <a:cubicBezTo>
                    <a:pt x="3326" y="4402"/>
                    <a:pt x="3073" y="4339"/>
                    <a:pt x="2883" y="4181"/>
                  </a:cubicBezTo>
                  <a:cubicBezTo>
                    <a:pt x="2693" y="4022"/>
                    <a:pt x="2566" y="3800"/>
                    <a:pt x="2535" y="3547"/>
                  </a:cubicBezTo>
                  <a:cubicBezTo>
                    <a:pt x="2535" y="3325"/>
                    <a:pt x="2598" y="3072"/>
                    <a:pt x="2756" y="2882"/>
                  </a:cubicBezTo>
                  <a:cubicBezTo>
                    <a:pt x="2915" y="2660"/>
                    <a:pt x="3136" y="2565"/>
                    <a:pt x="3358" y="2534"/>
                  </a:cubicBezTo>
                  <a:cubicBezTo>
                    <a:pt x="3421" y="2534"/>
                    <a:pt x="3453" y="2502"/>
                    <a:pt x="3485" y="2502"/>
                  </a:cubicBezTo>
                  <a:close/>
                  <a:moveTo>
                    <a:pt x="3511" y="2137"/>
                  </a:moveTo>
                  <a:cubicBezTo>
                    <a:pt x="3450" y="2137"/>
                    <a:pt x="3388" y="2142"/>
                    <a:pt x="3326" y="2154"/>
                  </a:cubicBezTo>
                  <a:cubicBezTo>
                    <a:pt x="2978" y="2185"/>
                    <a:pt x="2661" y="2344"/>
                    <a:pt x="2439" y="2629"/>
                  </a:cubicBezTo>
                  <a:cubicBezTo>
                    <a:pt x="2218" y="2914"/>
                    <a:pt x="2123" y="3262"/>
                    <a:pt x="2186" y="3610"/>
                  </a:cubicBezTo>
                  <a:cubicBezTo>
                    <a:pt x="2218" y="3959"/>
                    <a:pt x="2376" y="4276"/>
                    <a:pt x="2661" y="4497"/>
                  </a:cubicBezTo>
                  <a:cubicBezTo>
                    <a:pt x="2883" y="4687"/>
                    <a:pt x="3168" y="4782"/>
                    <a:pt x="3485" y="4782"/>
                  </a:cubicBezTo>
                  <a:cubicBezTo>
                    <a:pt x="3516" y="4782"/>
                    <a:pt x="3580" y="4782"/>
                    <a:pt x="3643" y="4751"/>
                  </a:cubicBezTo>
                  <a:cubicBezTo>
                    <a:pt x="3991" y="4719"/>
                    <a:pt x="4308" y="4561"/>
                    <a:pt x="4498" y="4276"/>
                  </a:cubicBezTo>
                  <a:cubicBezTo>
                    <a:pt x="4720" y="3991"/>
                    <a:pt x="4815" y="3642"/>
                    <a:pt x="4783" y="3294"/>
                  </a:cubicBezTo>
                  <a:cubicBezTo>
                    <a:pt x="4751" y="2945"/>
                    <a:pt x="4561" y="2629"/>
                    <a:pt x="4308" y="2407"/>
                  </a:cubicBezTo>
                  <a:cubicBezTo>
                    <a:pt x="4073" y="2251"/>
                    <a:pt x="3796" y="2137"/>
                    <a:pt x="3511" y="2137"/>
                  </a:cubicBezTo>
                  <a:close/>
                  <a:moveTo>
                    <a:pt x="3611" y="380"/>
                  </a:moveTo>
                  <a:lnTo>
                    <a:pt x="3675" y="887"/>
                  </a:lnTo>
                  <a:cubicBezTo>
                    <a:pt x="3675" y="1014"/>
                    <a:pt x="3801" y="1140"/>
                    <a:pt x="3928" y="1172"/>
                  </a:cubicBezTo>
                  <a:cubicBezTo>
                    <a:pt x="4055" y="1172"/>
                    <a:pt x="4181" y="1235"/>
                    <a:pt x="4308" y="1267"/>
                  </a:cubicBezTo>
                  <a:cubicBezTo>
                    <a:pt x="4343" y="1285"/>
                    <a:pt x="4381" y="1292"/>
                    <a:pt x="4419" y="1292"/>
                  </a:cubicBezTo>
                  <a:cubicBezTo>
                    <a:pt x="4516" y="1292"/>
                    <a:pt x="4611" y="1240"/>
                    <a:pt x="4656" y="1172"/>
                  </a:cubicBezTo>
                  <a:lnTo>
                    <a:pt x="4973" y="760"/>
                  </a:lnTo>
                  <a:lnTo>
                    <a:pt x="5733" y="1362"/>
                  </a:lnTo>
                  <a:lnTo>
                    <a:pt x="5416" y="1774"/>
                  </a:lnTo>
                  <a:cubicBezTo>
                    <a:pt x="5353" y="1869"/>
                    <a:pt x="5321" y="2027"/>
                    <a:pt x="5416" y="2154"/>
                  </a:cubicBezTo>
                  <a:cubicBezTo>
                    <a:pt x="5480" y="2249"/>
                    <a:pt x="5543" y="2375"/>
                    <a:pt x="5606" y="2502"/>
                  </a:cubicBezTo>
                  <a:cubicBezTo>
                    <a:pt x="5670" y="2629"/>
                    <a:pt x="5796" y="2692"/>
                    <a:pt x="5923" y="2692"/>
                  </a:cubicBezTo>
                  <a:lnTo>
                    <a:pt x="6430" y="2629"/>
                  </a:lnTo>
                  <a:lnTo>
                    <a:pt x="6556" y="3547"/>
                  </a:lnTo>
                  <a:cubicBezTo>
                    <a:pt x="6556" y="3547"/>
                    <a:pt x="6525" y="3579"/>
                    <a:pt x="6525" y="3579"/>
                  </a:cubicBezTo>
                  <a:lnTo>
                    <a:pt x="6493" y="3579"/>
                  </a:lnTo>
                  <a:lnTo>
                    <a:pt x="6050" y="3642"/>
                  </a:lnTo>
                  <a:cubicBezTo>
                    <a:pt x="5891" y="3674"/>
                    <a:pt x="5796" y="3769"/>
                    <a:pt x="5765" y="3896"/>
                  </a:cubicBezTo>
                  <a:cubicBezTo>
                    <a:pt x="5733" y="4022"/>
                    <a:pt x="5701" y="4149"/>
                    <a:pt x="5670" y="4276"/>
                  </a:cubicBezTo>
                  <a:cubicBezTo>
                    <a:pt x="5606" y="4402"/>
                    <a:pt x="5638" y="4561"/>
                    <a:pt x="5765" y="4624"/>
                  </a:cubicBezTo>
                  <a:lnTo>
                    <a:pt x="6145" y="4941"/>
                  </a:lnTo>
                  <a:lnTo>
                    <a:pt x="5543" y="5701"/>
                  </a:lnTo>
                  <a:lnTo>
                    <a:pt x="5163" y="5384"/>
                  </a:lnTo>
                  <a:cubicBezTo>
                    <a:pt x="5100" y="5352"/>
                    <a:pt x="5036" y="5336"/>
                    <a:pt x="4973" y="5336"/>
                  </a:cubicBezTo>
                  <a:cubicBezTo>
                    <a:pt x="4910" y="5336"/>
                    <a:pt x="4846" y="5352"/>
                    <a:pt x="4783" y="5384"/>
                  </a:cubicBezTo>
                  <a:cubicBezTo>
                    <a:pt x="4656" y="5447"/>
                    <a:pt x="4561" y="5511"/>
                    <a:pt x="4435" y="5574"/>
                  </a:cubicBezTo>
                  <a:cubicBezTo>
                    <a:pt x="4308" y="5637"/>
                    <a:pt x="4245" y="5764"/>
                    <a:pt x="4245" y="5891"/>
                  </a:cubicBezTo>
                  <a:lnTo>
                    <a:pt x="4308" y="6397"/>
                  </a:lnTo>
                  <a:lnTo>
                    <a:pt x="3358" y="6524"/>
                  </a:lnTo>
                  <a:lnTo>
                    <a:pt x="3295" y="6017"/>
                  </a:lnTo>
                  <a:cubicBezTo>
                    <a:pt x="3263" y="5859"/>
                    <a:pt x="3168" y="5764"/>
                    <a:pt x="3041" y="5732"/>
                  </a:cubicBezTo>
                  <a:cubicBezTo>
                    <a:pt x="2915" y="5701"/>
                    <a:pt x="2788" y="5669"/>
                    <a:pt x="2661" y="5637"/>
                  </a:cubicBezTo>
                  <a:cubicBezTo>
                    <a:pt x="2630" y="5606"/>
                    <a:pt x="2566" y="5606"/>
                    <a:pt x="2535" y="5606"/>
                  </a:cubicBezTo>
                  <a:cubicBezTo>
                    <a:pt x="2439" y="5606"/>
                    <a:pt x="2344" y="5637"/>
                    <a:pt x="2281" y="5701"/>
                  </a:cubicBezTo>
                  <a:lnTo>
                    <a:pt x="1964" y="6112"/>
                  </a:lnTo>
                  <a:lnTo>
                    <a:pt x="1204" y="5511"/>
                  </a:lnTo>
                  <a:lnTo>
                    <a:pt x="1521" y="5099"/>
                  </a:lnTo>
                  <a:cubicBezTo>
                    <a:pt x="1616" y="5004"/>
                    <a:pt x="1616" y="4846"/>
                    <a:pt x="1553" y="4751"/>
                  </a:cubicBezTo>
                  <a:cubicBezTo>
                    <a:pt x="1489" y="4624"/>
                    <a:pt x="1394" y="4529"/>
                    <a:pt x="1363" y="4402"/>
                  </a:cubicBezTo>
                  <a:cubicBezTo>
                    <a:pt x="1308" y="4292"/>
                    <a:pt x="1205" y="4206"/>
                    <a:pt x="1096" y="4206"/>
                  </a:cubicBezTo>
                  <a:cubicBezTo>
                    <a:pt x="1079" y="4206"/>
                    <a:pt x="1063" y="4208"/>
                    <a:pt x="1046" y="4212"/>
                  </a:cubicBezTo>
                  <a:lnTo>
                    <a:pt x="508" y="4276"/>
                  </a:lnTo>
                  <a:lnTo>
                    <a:pt x="413" y="3294"/>
                  </a:lnTo>
                  <a:lnTo>
                    <a:pt x="919" y="3262"/>
                  </a:lnTo>
                  <a:cubicBezTo>
                    <a:pt x="1046" y="3230"/>
                    <a:pt x="1173" y="3135"/>
                    <a:pt x="1204" y="3009"/>
                  </a:cubicBezTo>
                  <a:cubicBezTo>
                    <a:pt x="1204" y="2850"/>
                    <a:pt x="1268" y="2724"/>
                    <a:pt x="1299" y="2629"/>
                  </a:cubicBezTo>
                  <a:cubicBezTo>
                    <a:pt x="1363" y="2502"/>
                    <a:pt x="1299" y="2344"/>
                    <a:pt x="1204" y="2249"/>
                  </a:cubicBezTo>
                  <a:lnTo>
                    <a:pt x="793" y="1932"/>
                  </a:lnTo>
                  <a:lnTo>
                    <a:pt x="1394" y="1172"/>
                  </a:lnTo>
                  <a:lnTo>
                    <a:pt x="1806" y="1489"/>
                  </a:lnTo>
                  <a:cubicBezTo>
                    <a:pt x="1858" y="1541"/>
                    <a:pt x="1930" y="1564"/>
                    <a:pt x="2005" y="1564"/>
                  </a:cubicBezTo>
                  <a:cubicBezTo>
                    <a:pt x="2066" y="1564"/>
                    <a:pt x="2129" y="1549"/>
                    <a:pt x="2186" y="1520"/>
                  </a:cubicBezTo>
                  <a:cubicBezTo>
                    <a:pt x="2281" y="1425"/>
                    <a:pt x="2408" y="1362"/>
                    <a:pt x="2535" y="1330"/>
                  </a:cubicBezTo>
                  <a:cubicBezTo>
                    <a:pt x="2661" y="1267"/>
                    <a:pt x="2725" y="1140"/>
                    <a:pt x="2725" y="1014"/>
                  </a:cubicBezTo>
                  <a:lnTo>
                    <a:pt x="2661" y="475"/>
                  </a:lnTo>
                  <a:lnTo>
                    <a:pt x="3611" y="380"/>
                  </a:lnTo>
                  <a:close/>
                  <a:moveTo>
                    <a:pt x="3643" y="0"/>
                  </a:moveTo>
                  <a:lnTo>
                    <a:pt x="2535" y="127"/>
                  </a:lnTo>
                  <a:cubicBezTo>
                    <a:pt x="2471" y="127"/>
                    <a:pt x="2376" y="190"/>
                    <a:pt x="2344" y="254"/>
                  </a:cubicBezTo>
                  <a:cubicBezTo>
                    <a:pt x="2281" y="317"/>
                    <a:pt x="2249" y="412"/>
                    <a:pt x="2281" y="475"/>
                  </a:cubicBezTo>
                  <a:lnTo>
                    <a:pt x="2344" y="1014"/>
                  </a:lnTo>
                  <a:cubicBezTo>
                    <a:pt x="2218" y="1045"/>
                    <a:pt x="2123" y="1109"/>
                    <a:pt x="2028" y="1172"/>
                  </a:cubicBezTo>
                  <a:lnTo>
                    <a:pt x="1616" y="855"/>
                  </a:lnTo>
                  <a:cubicBezTo>
                    <a:pt x="1547" y="814"/>
                    <a:pt x="1472" y="790"/>
                    <a:pt x="1399" y="790"/>
                  </a:cubicBezTo>
                  <a:cubicBezTo>
                    <a:pt x="1304" y="790"/>
                    <a:pt x="1212" y="829"/>
                    <a:pt x="1141" y="919"/>
                  </a:cubicBezTo>
                  <a:lnTo>
                    <a:pt x="476" y="1774"/>
                  </a:lnTo>
                  <a:cubicBezTo>
                    <a:pt x="413" y="1837"/>
                    <a:pt x="413" y="1900"/>
                    <a:pt x="413" y="1995"/>
                  </a:cubicBezTo>
                  <a:cubicBezTo>
                    <a:pt x="413" y="2090"/>
                    <a:pt x="444" y="2154"/>
                    <a:pt x="539" y="2217"/>
                  </a:cubicBezTo>
                  <a:lnTo>
                    <a:pt x="951" y="2534"/>
                  </a:lnTo>
                  <a:cubicBezTo>
                    <a:pt x="888" y="2660"/>
                    <a:pt x="856" y="2755"/>
                    <a:pt x="824" y="2882"/>
                  </a:cubicBezTo>
                  <a:lnTo>
                    <a:pt x="318" y="2945"/>
                  </a:lnTo>
                  <a:cubicBezTo>
                    <a:pt x="128" y="2977"/>
                    <a:pt x="1" y="3135"/>
                    <a:pt x="33" y="3294"/>
                  </a:cubicBezTo>
                  <a:lnTo>
                    <a:pt x="159" y="4371"/>
                  </a:lnTo>
                  <a:cubicBezTo>
                    <a:pt x="188" y="4541"/>
                    <a:pt x="318" y="4660"/>
                    <a:pt x="459" y="4660"/>
                  </a:cubicBezTo>
                  <a:cubicBezTo>
                    <a:pt x="475" y="4660"/>
                    <a:pt x="491" y="4659"/>
                    <a:pt x="508" y="4656"/>
                  </a:cubicBezTo>
                  <a:lnTo>
                    <a:pt x="1046" y="4592"/>
                  </a:lnTo>
                  <a:cubicBezTo>
                    <a:pt x="1078" y="4719"/>
                    <a:pt x="1141" y="4814"/>
                    <a:pt x="1204" y="4909"/>
                  </a:cubicBezTo>
                  <a:lnTo>
                    <a:pt x="888" y="5321"/>
                  </a:lnTo>
                  <a:cubicBezTo>
                    <a:pt x="761" y="5479"/>
                    <a:pt x="793" y="5669"/>
                    <a:pt x="951" y="5796"/>
                  </a:cubicBezTo>
                  <a:lnTo>
                    <a:pt x="1774" y="6461"/>
                  </a:lnTo>
                  <a:cubicBezTo>
                    <a:pt x="1821" y="6507"/>
                    <a:pt x="1884" y="6536"/>
                    <a:pt x="1952" y="6536"/>
                  </a:cubicBezTo>
                  <a:cubicBezTo>
                    <a:pt x="1977" y="6536"/>
                    <a:pt x="2002" y="6533"/>
                    <a:pt x="2028" y="6524"/>
                  </a:cubicBezTo>
                  <a:cubicBezTo>
                    <a:pt x="2091" y="6524"/>
                    <a:pt x="2186" y="6492"/>
                    <a:pt x="2249" y="6397"/>
                  </a:cubicBezTo>
                  <a:lnTo>
                    <a:pt x="2566" y="5986"/>
                  </a:lnTo>
                  <a:cubicBezTo>
                    <a:pt x="2693" y="6049"/>
                    <a:pt x="2788" y="6081"/>
                    <a:pt x="2915" y="6112"/>
                  </a:cubicBezTo>
                  <a:lnTo>
                    <a:pt x="2978" y="6619"/>
                  </a:lnTo>
                  <a:cubicBezTo>
                    <a:pt x="2978" y="6777"/>
                    <a:pt x="3136" y="6904"/>
                    <a:pt x="3295" y="6904"/>
                  </a:cubicBezTo>
                  <a:lnTo>
                    <a:pt x="3326" y="6904"/>
                  </a:lnTo>
                  <a:lnTo>
                    <a:pt x="4403" y="6777"/>
                  </a:lnTo>
                  <a:cubicBezTo>
                    <a:pt x="4498" y="6777"/>
                    <a:pt x="4561" y="6714"/>
                    <a:pt x="4625" y="6651"/>
                  </a:cubicBezTo>
                  <a:cubicBezTo>
                    <a:pt x="4688" y="6587"/>
                    <a:pt x="4688" y="6492"/>
                    <a:pt x="4688" y="6429"/>
                  </a:cubicBezTo>
                  <a:lnTo>
                    <a:pt x="4625" y="5891"/>
                  </a:lnTo>
                  <a:cubicBezTo>
                    <a:pt x="4751" y="5859"/>
                    <a:pt x="4846" y="5796"/>
                    <a:pt x="4941" y="5732"/>
                  </a:cubicBezTo>
                  <a:lnTo>
                    <a:pt x="5353" y="6049"/>
                  </a:lnTo>
                  <a:cubicBezTo>
                    <a:pt x="5416" y="6112"/>
                    <a:pt x="5511" y="6112"/>
                    <a:pt x="5606" y="6112"/>
                  </a:cubicBezTo>
                  <a:cubicBezTo>
                    <a:pt x="5670" y="6112"/>
                    <a:pt x="5765" y="6081"/>
                    <a:pt x="5796" y="5986"/>
                  </a:cubicBezTo>
                  <a:lnTo>
                    <a:pt x="6493" y="5162"/>
                  </a:lnTo>
                  <a:cubicBezTo>
                    <a:pt x="6525" y="5067"/>
                    <a:pt x="6556" y="5004"/>
                    <a:pt x="6556" y="4909"/>
                  </a:cubicBezTo>
                  <a:cubicBezTo>
                    <a:pt x="6556" y="4814"/>
                    <a:pt x="6493" y="4751"/>
                    <a:pt x="6430" y="4687"/>
                  </a:cubicBezTo>
                  <a:lnTo>
                    <a:pt x="6018" y="4371"/>
                  </a:lnTo>
                  <a:cubicBezTo>
                    <a:pt x="6050" y="4244"/>
                    <a:pt x="6113" y="4149"/>
                    <a:pt x="6113" y="4022"/>
                  </a:cubicBezTo>
                  <a:lnTo>
                    <a:pt x="6556" y="3959"/>
                  </a:lnTo>
                  <a:cubicBezTo>
                    <a:pt x="6651" y="3959"/>
                    <a:pt x="6746" y="3896"/>
                    <a:pt x="6841" y="3832"/>
                  </a:cubicBezTo>
                  <a:cubicBezTo>
                    <a:pt x="6905" y="3737"/>
                    <a:pt x="6937" y="3610"/>
                    <a:pt x="6905" y="3515"/>
                  </a:cubicBezTo>
                  <a:lnTo>
                    <a:pt x="6810" y="2534"/>
                  </a:lnTo>
                  <a:cubicBezTo>
                    <a:pt x="6781" y="2363"/>
                    <a:pt x="6651" y="2244"/>
                    <a:pt x="6510" y="2244"/>
                  </a:cubicBezTo>
                  <a:cubicBezTo>
                    <a:pt x="6494" y="2244"/>
                    <a:pt x="6478" y="2245"/>
                    <a:pt x="6461" y="2249"/>
                  </a:cubicBezTo>
                  <a:lnTo>
                    <a:pt x="5923" y="2312"/>
                  </a:lnTo>
                  <a:cubicBezTo>
                    <a:pt x="5860" y="2185"/>
                    <a:pt x="5828" y="2090"/>
                    <a:pt x="5733" y="1995"/>
                  </a:cubicBezTo>
                  <a:lnTo>
                    <a:pt x="6081" y="1584"/>
                  </a:lnTo>
                  <a:cubicBezTo>
                    <a:pt x="6176" y="1425"/>
                    <a:pt x="6176" y="1235"/>
                    <a:pt x="6018" y="1140"/>
                  </a:cubicBezTo>
                  <a:lnTo>
                    <a:pt x="5163" y="444"/>
                  </a:lnTo>
                  <a:cubicBezTo>
                    <a:pt x="5100" y="412"/>
                    <a:pt x="5005" y="380"/>
                    <a:pt x="4941" y="380"/>
                  </a:cubicBezTo>
                  <a:cubicBezTo>
                    <a:pt x="4846" y="380"/>
                    <a:pt x="4783" y="444"/>
                    <a:pt x="4720" y="507"/>
                  </a:cubicBezTo>
                  <a:lnTo>
                    <a:pt x="4403" y="919"/>
                  </a:lnTo>
                  <a:cubicBezTo>
                    <a:pt x="4276" y="887"/>
                    <a:pt x="4150" y="824"/>
                    <a:pt x="4055" y="824"/>
                  </a:cubicBezTo>
                  <a:lnTo>
                    <a:pt x="3991" y="285"/>
                  </a:lnTo>
                  <a:cubicBezTo>
                    <a:pt x="3960" y="127"/>
                    <a:pt x="3801" y="0"/>
                    <a:pt x="364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2" name="Google Shape;3722;p36"/>
            <p:cNvSpPr/>
            <p:nvPr/>
          </p:nvSpPr>
          <p:spPr>
            <a:xfrm>
              <a:off x="2572125" y="2992475"/>
              <a:ext cx="61775" cy="90275"/>
            </a:xfrm>
            <a:custGeom>
              <a:avLst/>
              <a:gdLst/>
              <a:ahLst/>
              <a:cxnLst/>
              <a:rect l="l" t="t" r="r" b="b"/>
              <a:pathLst>
                <a:path w="2471" h="3611" extrusionOk="0">
                  <a:moveTo>
                    <a:pt x="190" y="0"/>
                  </a:moveTo>
                  <a:cubicBezTo>
                    <a:pt x="64" y="0"/>
                    <a:pt x="0" y="95"/>
                    <a:pt x="0" y="190"/>
                  </a:cubicBezTo>
                  <a:cubicBezTo>
                    <a:pt x="0" y="317"/>
                    <a:pt x="64" y="380"/>
                    <a:pt x="190" y="380"/>
                  </a:cubicBezTo>
                  <a:lnTo>
                    <a:pt x="2027" y="380"/>
                  </a:lnTo>
                  <a:cubicBezTo>
                    <a:pt x="2059" y="380"/>
                    <a:pt x="2091" y="412"/>
                    <a:pt x="2091" y="443"/>
                  </a:cubicBezTo>
                  <a:lnTo>
                    <a:pt x="2091" y="3420"/>
                  </a:lnTo>
                  <a:cubicBezTo>
                    <a:pt x="2091" y="3515"/>
                    <a:pt x="2186" y="3610"/>
                    <a:pt x="2281" y="3610"/>
                  </a:cubicBezTo>
                  <a:cubicBezTo>
                    <a:pt x="2376" y="3610"/>
                    <a:pt x="2471" y="3515"/>
                    <a:pt x="2471" y="3420"/>
                  </a:cubicBezTo>
                  <a:lnTo>
                    <a:pt x="2471" y="443"/>
                  </a:lnTo>
                  <a:cubicBezTo>
                    <a:pt x="2471" y="190"/>
                    <a:pt x="2281" y="0"/>
                    <a:pt x="20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3" name="Google Shape;3723;p36"/>
            <p:cNvSpPr/>
            <p:nvPr/>
          </p:nvSpPr>
          <p:spPr>
            <a:xfrm>
              <a:off x="2458125" y="3210175"/>
              <a:ext cx="103725" cy="9550"/>
            </a:xfrm>
            <a:custGeom>
              <a:avLst/>
              <a:gdLst/>
              <a:ahLst/>
              <a:cxnLst/>
              <a:rect l="l" t="t" r="r" b="b"/>
              <a:pathLst>
                <a:path w="4149" h="382" extrusionOk="0">
                  <a:moveTo>
                    <a:pt x="190" y="1"/>
                  </a:moveTo>
                  <a:cubicBezTo>
                    <a:pt x="63" y="1"/>
                    <a:pt x="0" y="96"/>
                    <a:pt x="0" y="191"/>
                  </a:cubicBezTo>
                  <a:cubicBezTo>
                    <a:pt x="0" y="286"/>
                    <a:pt x="63" y="381"/>
                    <a:pt x="190" y="381"/>
                  </a:cubicBezTo>
                  <a:lnTo>
                    <a:pt x="3959" y="381"/>
                  </a:lnTo>
                  <a:cubicBezTo>
                    <a:pt x="4054" y="381"/>
                    <a:pt x="4149" y="286"/>
                    <a:pt x="4149" y="191"/>
                  </a:cubicBezTo>
                  <a:cubicBezTo>
                    <a:pt x="4149" y="96"/>
                    <a:pt x="4054" y="1"/>
                    <a:pt x="395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4" name="Google Shape;3724;p36"/>
            <p:cNvSpPr/>
            <p:nvPr/>
          </p:nvSpPr>
          <p:spPr>
            <a:xfrm>
              <a:off x="2378150" y="2992475"/>
              <a:ext cx="61775" cy="90275"/>
            </a:xfrm>
            <a:custGeom>
              <a:avLst/>
              <a:gdLst/>
              <a:ahLst/>
              <a:cxnLst/>
              <a:rect l="l" t="t" r="r" b="b"/>
              <a:pathLst>
                <a:path w="2471" h="3611" extrusionOk="0">
                  <a:moveTo>
                    <a:pt x="476" y="0"/>
                  </a:moveTo>
                  <a:cubicBezTo>
                    <a:pt x="191" y="0"/>
                    <a:pt x="0" y="222"/>
                    <a:pt x="0" y="475"/>
                  </a:cubicBezTo>
                  <a:lnTo>
                    <a:pt x="0" y="3420"/>
                  </a:lnTo>
                  <a:cubicBezTo>
                    <a:pt x="0" y="3515"/>
                    <a:pt x="96" y="3610"/>
                    <a:pt x="191" y="3610"/>
                  </a:cubicBezTo>
                  <a:cubicBezTo>
                    <a:pt x="286" y="3610"/>
                    <a:pt x="381" y="3515"/>
                    <a:pt x="381" y="3420"/>
                  </a:cubicBezTo>
                  <a:lnTo>
                    <a:pt x="381" y="475"/>
                  </a:lnTo>
                  <a:cubicBezTo>
                    <a:pt x="381" y="412"/>
                    <a:pt x="412" y="380"/>
                    <a:pt x="476" y="380"/>
                  </a:cubicBezTo>
                  <a:lnTo>
                    <a:pt x="2281" y="380"/>
                  </a:lnTo>
                  <a:cubicBezTo>
                    <a:pt x="2376" y="380"/>
                    <a:pt x="2471" y="285"/>
                    <a:pt x="2471" y="190"/>
                  </a:cubicBezTo>
                  <a:cubicBezTo>
                    <a:pt x="2471" y="95"/>
                    <a:pt x="2376" y="0"/>
                    <a:pt x="228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5" name="Google Shape;3725;p36"/>
            <p:cNvSpPr/>
            <p:nvPr/>
          </p:nvSpPr>
          <p:spPr>
            <a:xfrm>
              <a:off x="2483450" y="2925175"/>
              <a:ext cx="47525" cy="49100"/>
            </a:xfrm>
            <a:custGeom>
              <a:avLst/>
              <a:gdLst/>
              <a:ahLst/>
              <a:cxnLst/>
              <a:rect l="l" t="t" r="r" b="b"/>
              <a:pathLst>
                <a:path w="1901" h="1964" extrusionOk="0">
                  <a:moveTo>
                    <a:pt x="951" y="0"/>
                  </a:moveTo>
                  <a:cubicBezTo>
                    <a:pt x="412" y="0"/>
                    <a:pt x="0" y="444"/>
                    <a:pt x="0" y="982"/>
                  </a:cubicBezTo>
                  <a:cubicBezTo>
                    <a:pt x="0" y="1520"/>
                    <a:pt x="412" y="1964"/>
                    <a:pt x="951" y="1964"/>
                  </a:cubicBezTo>
                  <a:cubicBezTo>
                    <a:pt x="1457" y="1964"/>
                    <a:pt x="1901" y="1520"/>
                    <a:pt x="1901" y="982"/>
                  </a:cubicBezTo>
                  <a:cubicBezTo>
                    <a:pt x="1901" y="444"/>
                    <a:pt x="1457" y="0"/>
                    <a:pt x="9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6" name="Google Shape;3726;p36"/>
            <p:cNvSpPr/>
            <p:nvPr/>
          </p:nvSpPr>
          <p:spPr>
            <a:xfrm>
              <a:off x="2478700" y="2920425"/>
              <a:ext cx="57025" cy="58600"/>
            </a:xfrm>
            <a:custGeom>
              <a:avLst/>
              <a:gdLst/>
              <a:ahLst/>
              <a:cxnLst/>
              <a:rect l="l" t="t" r="r" b="b"/>
              <a:pathLst>
                <a:path w="2281" h="2344" extrusionOk="0">
                  <a:moveTo>
                    <a:pt x="1141" y="380"/>
                  </a:moveTo>
                  <a:cubicBezTo>
                    <a:pt x="1552" y="380"/>
                    <a:pt x="1901" y="729"/>
                    <a:pt x="1901" y="1172"/>
                  </a:cubicBezTo>
                  <a:cubicBezTo>
                    <a:pt x="1901" y="1615"/>
                    <a:pt x="1552" y="1964"/>
                    <a:pt x="1141" y="1964"/>
                  </a:cubicBezTo>
                  <a:cubicBezTo>
                    <a:pt x="697" y="1964"/>
                    <a:pt x="380" y="1615"/>
                    <a:pt x="380" y="1172"/>
                  </a:cubicBezTo>
                  <a:cubicBezTo>
                    <a:pt x="380" y="729"/>
                    <a:pt x="697" y="380"/>
                    <a:pt x="1141" y="380"/>
                  </a:cubicBezTo>
                  <a:close/>
                  <a:moveTo>
                    <a:pt x="1141" y="0"/>
                  </a:moveTo>
                  <a:cubicBezTo>
                    <a:pt x="507" y="0"/>
                    <a:pt x="0" y="539"/>
                    <a:pt x="0" y="1172"/>
                  </a:cubicBezTo>
                  <a:cubicBezTo>
                    <a:pt x="0" y="1805"/>
                    <a:pt x="507" y="2344"/>
                    <a:pt x="1141" y="2344"/>
                  </a:cubicBezTo>
                  <a:cubicBezTo>
                    <a:pt x="1774" y="2344"/>
                    <a:pt x="2281" y="1805"/>
                    <a:pt x="2281" y="1172"/>
                  </a:cubicBezTo>
                  <a:cubicBezTo>
                    <a:pt x="2281" y="539"/>
                    <a:pt x="1774" y="0"/>
                    <a:pt x="114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7" name="Google Shape;3727;p36"/>
            <p:cNvSpPr/>
            <p:nvPr/>
          </p:nvSpPr>
          <p:spPr>
            <a:xfrm>
              <a:off x="2462875" y="2986925"/>
              <a:ext cx="89475" cy="57025"/>
            </a:xfrm>
            <a:custGeom>
              <a:avLst/>
              <a:gdLst/>
              <a:ahLst/>
              <a:cxnLst/>
              <a:rect l="l" t="t" r="r" b="b"/>
              <a:pathLst>
                <a:path w="3579" h="2281" extrusionOk="0">
                  <a:moveTo>
                    <a:pt x="1172" y="0"/>
                  </a:moveTo>
                  <a:cubicBezTo>
                    <a:pt x="0" y="32"/>
                    <a:pt x="0" y="1964"/>
                    <a:pt x="0" y="1964"/>
                  </a:cubicBezTo>
                  <a:cubicBezTo>
                    <a:pt x="0" y="2122"/>
                    <a:pt x="823" y="2281"/>
                    <a:pt x="1805" y="2281"/>
                  </a:cubicBezTo>
                  <a:cubicBezTo>
                    <a:pt x="2787" y="2281"/>
                    <a:pt x="3579" y="2122"/>
                    <a:pt x="3579" y="1964"/>
                  </a:cubicBezTo>
                  <a:cubicBezTo>
                    <a:pt x="3579" y="1964"/>
                    <a:pt x="3579" y="1964"/>
                    <a:pt x="3579" y="1932"/>
                  </a:cubicBezTo>
                  <a:cubicBezTo>
                    <a:pt x="3579" y="1932"/>
                    <a:pt x="3484" y="32"/>
                    <a:pt x="23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8" name="Google Shape;3728;p36"/>
            <p:cNvSpPr/>
            <p:nvPr/>
          </p:nvSpPr>
          <p:spPr>
            <a:xfrm>
              <a:off x="2458125" y="2982175"/>
              <a:ext cx="98975" cy="66525"/>
            </a:xfrm>
            <a:custGeom>
              <a:avLst/>
              <a:gdLst/>
              <a:ahLst/>
              <a:cxnLst/>
              <a:rect l="l" t="t" r="r" b="b"/>
              <a:pathLst>
                <a:path w="3959" h="2661" extrusionOk="0">
                  <a:moveTo>
                    <a:pt x="2120" y="366"/>
                  </a:moveTo>
                  <a:cubicBezTo>
                    <a:pt x="2259" y="366"/>
                    <a:pt x="2407" y="370"/>
                    <a:pt x="2565" y="380"/>
                  </a:cubicBezTo>
                  <a:cubicBezTo>
                    <a:pt x="3389" y="412"/>
                    <a:pt x="3547" y="1774"/>
                    <a:pt x="3579" y="2091"/>
                  </a:cubicBezTo>
                  <a:cubicBezTo>
                    <a:pt x="3420" y="2154"/>
                    <a:pt x="2882" y="2281"/>
                    <a:pt x="1995" y="2281"/>
                  </a:cubicBezTo>
                  <a:cubicBezTo>
                    <a:pt x="1077" y="2281"/>
                    <a:pt x="538" y="2154"/>
                    <a:pt x="380" y="2091"/>
                  </a:cubicBezTo>
                  <a:cubicBezTo>
                    <a:pt x="412" y="1774"/>
                    <a:pt x="507" y="380"/>
                    <a:pt x="1362" y="380"/>
                  </a:cubicBezTo>
                  <a:cubicBezTo>
                    <a:pt x="1594" y="380"/>
                    <a:pt x="1840" y="366"/>
                    <a:pt x="2120" y="366"/>
                  </a:cubicBezTo>
                  <a:close/>
                  <a:moveTo>
                    <a:pt x="1362" y="0"/>
                  </a:moveTo>
                  <a:cubicBezTo>
                    <a:pt x="0" y="32"/>
                    <a:pt x="0" y="2059"/>
                    <a:pt x="0" y="2154"/>
                  </a:cubicBezTo>
                  <a:cubicBezTo>
                    <a:pt x="0" y="2566"/>
                    <a:pt x="1077" y="2661"/>
                    <a:pt x="1995" y="2661"/>
                  </a:cubicBezTo>
                  <a:cubicBezTo>
                    <a:pt x="2882" y="2661"/>
                    <a:pt x="3959" y="2566"/>
                    <a:pt x="3959" y="2154"/>
                  </a:cubicBezTo>
                  <a:lnTo>
                    <a:pt x="3959" y="2122"/>
                  </a:lnTo>
                  <a:cubicBezTo>
                    <a:pt x="3959" y="2059"/>
                    <a:pt x="3864" y="32"/>
                    <a:pt x="25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9" name="Google Shape;3729;p36"/>
            <p:cNvSpPr/>
            <p:nvPr/>
          </p:nvSpPr>
          <p:spPr>
            <a:xfrm>
              <a:off x="2606175" y="3107275"/>
              <a:ext cx="47525" cy="49100"/>
            </a:xfrm>
            <a:custGeom>
              <a:avLst/>
              <a:gdLst/>
              <a:ahLst/>
              <a:cxnLst/>
              <a:rect l="l" t="t" r="r" b="b"/>
              <a:pathLst>
                <a:path w="1901" h="1964" extrusionOk="0">
                  <a:moveTo>
                    <a:pt x="950" y="0"/>
                  </a:moveTo>
                  <a:cubicBezTo>
                    <a:pt x="444" y="0"/>
                    <a:pt x="0" y="443"/>
                    <a:pt x="0" y="982"/>
                  </a:cubicBezTo>
                  <a:cubicBezTo>
                    <a:pt x="0" y="1520"/>
                    <a:pt x="444" y="1964"/>
                    <a:pt x="950" y="1964"/>
                  </a:cubicBezTo>
                  <a:cubicBezTo>
                    <a:pt x="1489" y="1964"/>
                    <a:pt x="1900" y="1520"/>
                    <a:pt x="1900" y="982"/>
                  </a:cubicBezTo>
                  <a:cubicBezTo>
                    <a:pt x="1900" y="443"/>
                    <a:pt x="1489" y="0"/>
                    <a:pt x="9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0" name="Google Shape;3730;p36"/>
            <p:cNvSpPr/>
            <p:nvPr/>
          </p:nvSpPr>
          <p:spPr>
            <a:xfrm>
              <a:off x="2601425" y="3102525"/>
              <a:ext cx="57025" cy="58600"/>
            </a:xfrm>
            <a:custGeom>
              <a:avLst/>
              <a:gdLst/>
              <a:ahLst/>
              <a:cxnLst/>
              <a:rect l="l" t="t" r="r" b="b"/>
              <a:pathLst>
                <a:path w="2281" h="2344" extrusionOk="0">
                  <a:moveTo>
                    <a:pt x="1140" y="380"/>
                  </a:moveTo>
                  <a:cubicBezTo>
                    <a:pt x="1584" y="380"/>
                    <a:pt x="1900" y="728"/>
                    <a:pt x="1900" y="1172"/>
                  </a:cubicBezTo>
                  <a:cubicBezTo>
                    <a:pt x="1900" y="1615"/>
                    <a:pt x="1584" y="1963"/>
                    <a:pt x="1140" y="1963"/>
                  </a:cubicBezTo>
                  <a:cubicBezTo>
                    <a:pt x="729" y="1963"/>
                    <a:pt x="380" y="1615"/>
                    <a:pt x="380" y="1172"/>
                  </a:cubicBezTo>
                  <a:cubicBezTo>
                    <a:pt x="380" y="728"/>
                    <a:pt x="729" y="380"/>
                    <a:pt x="1140" y="380"/>
                  </a:cubicBezTo>
                  <a:close/>
                  <a:moveTo>
                    <a:pt x="1140" y="0"/>
                  </a:moveTo>
                  <a:cubicBezTo>
                    <a:pt x="539" y="0"/>
                    <a:pt x="0" y="538"/>
                    <a:pt x="0" y="1172"/>
                  </a:cubicBezTo>
                  <a:cubicBezTo>
                    <a:pt x="0" y="1805"/>
                    <a:pt x="539" y="2344"/>
                    <a:pt x="1140" y="2344"/>
                  </a:cubicBezTo>
                  <a:cubicBezTo>
                    <a:pt x="1774" y="2344"/>
                    <a:pt x="2280" y="1805"/>
                    <a:pt x="2280" y="1172"/>
                  </a:cubicBezTo>
                  <a:cubicBezTo>
                    <a:pt x="2280" y="538"/>
                    <a:pt x="1774" y="0"/>
                    <a:pt x="114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1" name="Google Shape;3731;p36"/>
            <p:cNvSpPr/>
            <p:nvPr/>
          </p:nvSpPr>
          <p:spPr>
            <a:xfrm>
              <a:off x="2586375" y="3168675"/>
              <a:ext cx="89500" cy="56575"/>
            </a:xfrm>
            <a:custGeom>
              <a:avLst/>
              <a:gdLst/>
              <a:ahLst/>
              <a:cxnLst/>
              <a:rect l="l" t="t" r="r" b="b"/>
              <a:pathLst>
                <a:path w="3580" h="2263" extrusionOk="0">
                  <a:moveTo>
                    <a:pt x="1914" y="0"/>
                  </a:moveTo>
                  <a:cubicBezTo>
                    <a:pt x="1637" y="0"/>
                    <a:pt x="1383" y="14"/>
                    <a:pt x="1172" y="14"/>
                  </a:cubicBezTo>
                  <a:cubicBezTo>
                    <a:pt x="0" y="46"/>
                    <a:pt x="0" y="1978"/>
                    <a:pt x="0" y="1978"/>
                  </a:cubicBezTo>
                  <a:cubicBezTo>
                    <a:pt x="0" y="2136"/>
                    <a:pt x="792" y="2263"/>
                    <a:pt x="1774" y="2263"/>
                  </a:cubicBezTo>
                  <a:cubicBezTo>
                    <a:pt x="2787" y="2263"/>
                    <a:pt x="3579" y="2136"/>
                    <a:pt x="3579" y="1978"/>
                  </a:cubicBezTo>
                  <a:cubicBezTo>
                    <a:pt x="3579" y="1978"/>
                    <a:pt x="3579" y="1946"/>
                    <a:pt x="3579" y="1946"/>
                  </a:cubicBezTo>
                  <a:cubicBezTo>
                    <a:pt x="3579" y="1946"/>
                    <a:pt x="3484" y="46"/>
                    <a:pt x="2344" y="14"/>
                  </a:cubicBezTo>
                  <a:cubicBezTo>
                    <a:pt x="2196" y="4"/>
                    <a:pt x="2052" y="0"/>
                    <a:pt x="19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2" name="Google Shape;3732;p36"/>
            <p:cNvSpPr/>
            <p:nvPr/>
          </p:nvSpPr>
          <p:spPr>
            <a:xfrm>
              <a:off x="2581625" y="3163675"/>
              <a:ext cx="99000" cy="67125"/>
            </a:xfrm>
            <a:custGeom>
              <a:avLst/>
              <a:gdLst/>
              <a:ahLst/>
              <a:cxnLst/>
              <a:rect l="l" t="t" r="r" b="b"/>
              <a:pathLst>
                <a:path w="3960" h="2685" extrusionOk="0">
                  <a:moveTo>
                    <a:pt x="2534" y="404"/>
                  </a:moveTo>
                  <a:cubicBezTo>
                    <a:pt x="3389" y="436"/>
                    <a:pt x="3547" y="1798"/>
                    <a:pt x="3579" y="2114"/>
                  </a:cubicBezTo>
                  <a:cubicBezTo>
                    <a:pt x="3421" y="2178"/>
                    <a:pt x="2882" y="2304"/>
                    <a:pt x="1964" y="2304"/>
                  </a:cubicBezTo>
                  <a:cubicBezTo>
                    <a:pt x="1077" y="2304"/>
                    <a:pt x="539" y="2178"/>
                    <a:pt x="380" y="2114"/>
                  </a:cubicBezTo>
                  <a:cubicBezTo>
                    <a:pt x="380" y="1798"/>
                    <a:pt x="475" y="404"/>
                    <a:pt x="1362" y="404"/>
                  </a:cubicBezTo>
                  <a:close/>
                  <a:moveTo>
                    <a:pt x="1905" y="0"/>
                  </a:moveTo>
                  <a:cubicBezTo>
                    <a:pt x="1703" y="0"/>
                    <a:pt x="1521" y="8"/>
                    <a:pt x="1362" y="24"/>
                  </a:cubicBezTo>
                  <a:cubicBezTo>
                    <a:pt x="0" y="56"/>
                    <a:pt x="0" y="2083"/>
                    <a:pt x="0" y="2178"/>
                  </a:cubicBezTo>
                  <a:cubicBezTo>
                    <a:pt x="0" y="2589"/>
                    <a:pt x="1077" y="2684"/>
                    <a:pt x="1964" y="2684"/>
                  </a:cubicBezTo>
                  <a:cubicBezTo>
                    <a:pt x="2882" y="2684"/>
                    <a:pt x="3959" y="2589"/>
                    <a:pt x="3959" y="2178"/>
                  </a:cubicBezTo>
                  <a:lnTo>
                    <a:pt x="3959" y="2146"/>
                  </a:lnTo>
                  <a:cubicBezTo>
                    <a:pt x="3959" y="2051"/>
                    <a:pt x="3832" y="56"/>
                    <a:pt x="2566" y="24"/>
                  </a:cubicBezTo>
                  <a:cubicBezTo>
                    <a:pt x="2328" y="8"/>
                    <a:pt x="2106" y="0"/>
                    <a:pt x="19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3" name="Google Shape;3733;p36"/>
            <p:cNvSpPr/>
            <p:nvPr/>
          </p:nvSpPr>
          <p:spPr>
            <a:xfrm>
              <a:off x="2360725" y="3101725"/>
              <a:ext cx="47525" cy="49100"/>
            </a:xfrm>
            <a:custGeom>
              <a:avLst/>
              <a:gdLst/>
              <a:ahLst/>
              <a:cxnLst/>
              <a:rect l="l" t="t" r="r" b="b"/>
              <a:pathLst>
                <a:path w="1901" h="1964" extrusionOk="0">
                  <a:moveTo>
                    <a:pt x="951" y="0"/>
                  </a:moveTo>
                  <a:cubicBezTo>
                    <a:pt x="444" y="0"/>
                    <a:pt x="1" y="444"/>
                    <a:pt x="1" y="982"/>
                  </a:cubicBezTo>
                  <a:cubicBezTo>
                    <a:pt x="1" y="1520"/>
                    <a:pt x="444" y="1964"/>
                    <a:pt x="951" y="1964"/>
                  </a:cubicBezTo>
                  <a:cubicBezTo>
                    <a:pt x="1489" y="1964"/>
                    <a:pt x="1901" y="1520"/>
                    <a:pt x="1901" y="982"/>
                  </a:cubicBezTo>
                  <a:cubicBezTo>
                    <a:pt x="1901" y="444"/>
                    <a:pt x="1489" y="0"/>
                    <a:pt x="9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4" name="Google Shape;3734;p36"/>
            <p:cNvSpPr/>
            <p:nvPr/>
          </p:nvSpPr>
          <p:spPr>
            <a:xfrm>
              <a:off x="2355975" y="3096975"/>
              <a:ext cx="57025" cy="58600"/>
            </a:xfrm>
            <a:custGeom>
              <a:avLst/>
              <a:gdLst/>
              <a:ahLst/>
              <a:cxnLst/>
              <a:rect l="l" t="t" r="r" b="b"/>
              <a:pathLst>
                <a:path w="2281" h="2344" extrusionOk="0">
                  <a:moveTo>
                    <a:pt x="1141" y="380"/>
                  </a:moveTo>
                  <a:cubicBezTo>
                    <a:pt x="1584" y="380"/>
                    <a:pt x="1901" y="729"/>
                    <a:pt x="1901" y="1172"/>
                  </a:cubicBezTo>
                  <a:cubicBezTo>
                    <a:pt x="1901" y="1615"/>
                    <a:pt x="1584" y="1964"/>
                    <a:pt x="1141" y="1964"/>
                  </a:cubicBezTo>
                  <a:cubicBezTo>
                    <a:pt x="729" y="1964"/>
                    <a:pt x="381" y="1615"/>
                    <a:pt x="381" y="1172"/>
                  </a:cubicBezTo>
                  <a:cubicBezTo>
                    <a:pt x="381" y="729"/>
                    <a:pt x="729" y="380"/>
                    <a:pt x="1141" y="380"/>
                  </a:cubicBezTo>
                  <a:close/>
                  <a:moveTo>
                    <a:pt x="1141" y="0"/>
                  </a:moveTo>
                  <a:cubicBezTo>
                    <a:pt x="539" y="0"/>
                    <a:pt x="1" y="539"/>
                    <a:pt x="1" y="1172"/>
                  </a:cubicBezTo>
                  <a:cubicBezTo>
                    <a:pt x="1" y="1805"/>
                    <a:pt x="539" y="2344"/>
                    <a:pt x="1141" y="2344"/>
                  </a:cubicBezTo>
                  <a:cubicBezTo>
                    <a:pt x="1774" y="2344"/>
                    <a:pt x="2281" y="1805"/>
                    <a:pt x="2281" y="1172"/>
                  </a:cubicBezTo>
                  <a:cubicBezTo>
                    <a:pt x="2281" y="539"/>
                    <a:pt x="1774" y="0"/>
                    <a:pt x="114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5" name="Google Shape;3735;p36"/>
            <p:cNvSpPr/>
            <p:nvPr/>
          </p:nvSpPr>
          <p:spPr>
            <a:xfrm>
              <a:off x="2340950" y="3163475"/>
              <a:ext cx="89475" cy="57025"/>
            </a:xfrm>
            <a:custGeom>
              <a:avLst/>
              <a:gdLst/>
              <a:ahLst/>
              <a:cxnLst/>
              <a:rect l="l" t="t" r="r" b="b"/>
              <a:pathLst>
                <a:path w="3579" h="2281" extrusionOk="0">
                  <a:moveTo>
                    <a:pt x="1172" y="1"/>
                  </a:moveTo>
                  <a:cubicBezTo>
                    <a:pt x="0" y="32"/>
                    <a:pt x="0" y="1964"/>
                    <a:pt x="0" y="1964"/>
                  </a:cubicBezTo>
                  <a:cubicBezTo>
                    <a:pt x="0" y="2122"/>
                    <a:pt x="792" y="2281"/>
                    <a:pt x="1805" y="2281"/>
                  </a:cubicBezTo>
                  <a:cubicBezTo>
                    <a:pt x="2787" y="2281"/>
                    <a:pt x="3579" y="2122"/>
                    <a:pt x="3579" y="1964"/>
                  </a:cubicBezTo>
                  <a:cubicBezTo>
                    <a:pt x="3579" y="1964"/>
                    <a:pt x="3484" y="32"/>
                    <a:pt x="23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6" name="Google Shape;3736;p36"/>
            <p:cNvSpPr/>
            <p:nvPr/>
          </p:nvSpPr>
          <p:spPr>
            <a:xfrm>
              <a:off x="2336200" y="3158725"/>
              <a:ext cx="98975" cy="66525"/>
            </a:xfrm>
            <a:custGeom>
              <a:avLst/>
              <a:gdLst/>
              <a:ahLst/>
              <a:cxnLst/>
              <a:rect l="l" t="t" r="r" b="b"/>
              <a:pathLst>
                <a:path w="3959" h="2661" extrusionOk="0">
                  <a:moveTo>
                    <a:pt x="2534" y="381"/>
                  </a:moveTo>
                  <a:cubicBezTo>
                    <a:pt x="3389" y="412"/>
                    <a:pt x="3547" y="1774"/>
                    <a:pt x="3579" y="2091"/>
                  </a:cubicBezTo>
                  <a:cubicBezTo>
                    <a:pt x="3420" y="2154"/>
                    <a:pt x="2882" y="2281"/>
                    <a:pt x="1964" y="2281"/>
                  </a:cubicBezTo>
                  <a:cubicBezTo>
                    <a:pt x="1077" y="2281"/>
                    <a:pt x="538" y="2154"/>
                    <a:pt x="380" y="2091"/>
                  </a:cubicBezTo>
                  <a:cubicBezTo>
                    <a:pt x="380" y="1774"/>
                    <a:pt x="475" y="412"/>
                    <a:pt x="1362" y="381"/>
                  </a:cubicBezTo>
                  <a:close/>
                  <a:moveTo>
                    <a:pt x="1362" y="1"/>
                  </a:moveTo>
                  <a:cubicBezTo>
                    <a:pt x="0" y="32"/>
                    <a:pt x="0" y="2059"/>
                    <a:pt x="0" y="2154"/>
                  </a:cubicBezTo>
                  <a:cubicBezTo>
                    <a:pt x="0" y="2566"/>
                    <a:pt x="1077" y="2661"/>
                    <a:pt x="1964" y="2661"/>
                  </a:cubicBezTo>
                  <a:cubicBezTo>
                    <a:pt x="2882" y="2661"/>
                    <a:pt x="3959" y="2566"/>
                    <a:pt x="3959" y="2154"/>
                  </a:cubicBezTo>
                  <a:lnTo>
                    <a:pt x="3959" y="2122"/>
                  </a:lnTo>
                  <a:cubicBezTo>
                    <a:pt x="3959" y="2059"/>
                    <a:pt x="3832" y="32"/>
                    <a:pt x="25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7" name="Google Shape;3737;p36"/>
            <p:cNvSpPr/>
            <p:nvPr/>
          </p:nvSpPr>
          <p:spPr>
            <a:xfrm>
              <a:off x="2452575" y="3078750"/>
              <a:ext cx="114825" cy="84750"/>
            </a:xfrm>
            <a:custGeom>
              <a:avLst/>
              <a:gdLst/>
              <a:ahLst/>
              <a:cxnLst/>
              <a:rect l="l" t="t" r="r" b="b"/>
              <a:pathLst>
                <a:path w="4593" h="3390" extrusionOk="0">
                  <a:moveTo>
                    <a:pt x="159" y="1"/>
                  </a:moveTo>
                  <a:cubicBezTo>
                    <a:pt x="64" y="1"/>
                    <a:pt x="0" y="64"/>
                    <a:pt x="0" y="159"/>
                  </a:cubicBezTo>
                  <a:lnTo>
                    <a:pt x="0" y="3263"/>
                  </a:lnTo>
                  <a:cubicBezTo>
                    <a:pt x="0" y="3326"/>
                    <a:pt x="64" y="3390"/>
                    <a:pt x="159" y="3390"/>
                  </a:cubicBezTo>
                  <a:lnTo>
                    <a:pt x="4434" y="3390"/>
                  </a:lnTo>
                  <a:cubicBezTo>
                    <a:pt x="4529" y="3390"/>
                    <a:pt x="4592" y="3326"/>
                    <a:pt x="4592" y="3263"/>
                  </a:cubicBezTo>
                  <a:lnTo>
                    <a:pt x="4592" y="159"/>
                  </a:lnTo>
                  <a:cubicBezTo>
                    <a:pt x="4592" y="64"/>
                    <a:pt x="4497" y="1"/>
                    <a:pt x="4434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8" name="Google Shape;3738;p36"/>
            <p:cNvSpPr/>
            <p:nvPr/>
          </p:nvSpPr>
          <p:spPr>
            <a:xfrm>
              <a:off x="2447825" y="3074000"/>
              <a:ext cx="124325" cy="94250"/>
            </a:xfrm>
            <a:custGeom>
              <a:avLst/>
              <a:gdLst/>
              <a:ahLst/>
              <a:cxnLst/>
              <a:rect l="l" t="t" r="r" b="b"/>
              <a:pathLst>
                <a:path w="4973" h="3770" extrusionOk="0">
                  <a:moveTo>
                    <a:pt x="4592" y="381"/>
                  </a:moveTo>
                  <a:lnTo>
                    <a:pt x="4592" y="3390"/>
                  </a:lnTo>
                  <a:lnTo>
                    <a:pt x="380" y="3390"/>
                  </a:lnTo>
                  <a:lnTo>
                    <a:pt x="380" y="381"/>
                  </a:lnTo>
                  <a:close/>
                  <a:moveTo>
                    <a:pt x="349" y="1"/>
                  </a:moveTo>
                  <a:cubicBezTo>
                    <a:pt x="159" y="1"/>
                    <a:pt x="0" y="159"/>
                    <a:pt x="0" y="349"/>
                  </a:cubicBezTo>
                  <a:lnTo>
                    <a:pt x="0" y="3453"/>
                  </a:lnTo>
                  <a:cubicBezTo>
                    <a:pt x="0" y="3643"/>
                    <a:pt x="159" y="3770"/>
                    <a:pt x="349" y="3770"/>
                  </a:cubicBezTo>
                  <a:lnTo>
                    <a:pt x="4624" y="3770"/>
                  </a:lnTo>
                  <a:cubicBezTo>
                    <a:pt x="4814" y="3770"/>
                    <a:pt x="4972" y="3643"/>
                    <a:pt x="4972" y="3453"/>
                  </a:cubicBezTo>
                  <a:lnTo>
                    <a:pt x="4972" y="349"/>
                  </a:lnTo>
                  <a:cubicBezTo>
                    <a:pt x="4972" y="159"/>
                    <a:pt x="4814" y="1"/>
                    <a:pt x="462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9" name="Google Shape;3739;p36"/>
            <p:cNvSpPr/>
            <p:nvPr/>
          </p:nvSpPr>
          <p:spPr>
            <a:xfrm>
              <a:off x="2452575" y="3092225"/>
              <a:ext cx="114825" cy="40400"/>
            </a:xfrm>
            <a:custGeom>
              <a:avLst/>
              <a:gdLst/>
              <a:ahLst/>
              <a:cxnLst/>
              <a:rect l="l" t="t" r="r" b="b"/>
              <a:pathLst>
                <a:path w="4593" h="1616" extrusionOk="0">
                  <a:moveTo>
                    <a:pt x="0" y="0"/>
                  </a:moveTo>
                  <a:lnTo>
                    <a:pt x="475" y="950"/>
                  </a:lnTo>
                  <a:lnTo>
                    <a:pt x="570" y="1140"/>
                  </a:lnTo>
                  <a:cubicBezTo>
                    <a:pt x="697" y="1457"/>
                    <a:pt x="1014" y="1615"/>
                    <a:pt x="1330" y="1615"/>
                  </a:cubicBezTo>
                  <a:lnTo>
                    <a:pt x="3262" y="1615"/>
                  </a:lnTo>
                  <a:cubicBezTo>
                    <a:pt x="3579" y="1615"/>
                    <a:pt x="3896" y="1425"/>
                    <a:pt x="4022" y="1140"/>
                  </a:cubicBezTo>
                  <a:lnTo>
                    <a:pt x="4117" y="950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0" name="Google Shape;3740;p36"/>
            <p:cNvSpPr/>
            <p:nvPr/>
          </p:nvSpPr>
          <p:spPr>
            <a:xfrm>
              <a:off x="2447025" y="3087625"/>
              <a:ext cx="125125" cy="49750"/>
            </a:xfrm>
            <a:custGeom>
              <a:avLst/>
              <a:gdLst/>
              <a:ahLst/>
              <a:cxnLst/>
              <a:rect l="l" t="t" r="r" b="b"/>
              <a:pathLst>
                <a:path w="5005" h="1990" extrusionOk="0">
                  <a:moveTo>
                    <a:pt x="212" y="0"/>
                  </a:moveTo>
                  <a:cubicBezTo>
                    <a:pt x="183" y="0"/>
                    <a:pt x="154" y="8"/>
                    <a:pt x="127" y="26"/>
                  </a:cubicBezTo>
                  <a:cubicBezTo>
                    <a:pt x="32" y="58"/>
                    <a:pt x="1" y="184"/>
                    <a:pt x="64" y="279"/>
                  </a:cubicBezTo>
                  <a:lnTo>
                    <a:pt x="507" y="1198"/>
                  </a:lnTo>
                  <a:lnTo>
                    <a:pt x="602" y="1419"/>
                  </a:lnTo>
                  <a:cubicBezTo>
                    <a:pt x="792" y="1768"/>
                    <a:pt x="1141" y="1989"/>
                    <a:pt x="1552" y="1989"/>
                  </a:cubicBezTo>
                  <a:lnTo>
                    <a:pt x="3484" y="1989"/>
                  </a:lnTo>
                  <a:cubicBezTo>
                    <a:pt x="3864" y="1989"/>
                    <a:pt x="4244" y="1768"/>
                    <a:pt x="4403" y="1419"/>
                  </a:cubicBezTo>
                  <a:lnTo>
                    <a:pt x="4973" y="279"/>
                  </a:lnTo>
                  <a:cubicBezTo>
                    <a:pt x="5004" y="184"/>
                    <a:pt x="4973" y="58"/>
                    <a:pt x="4878" y="26"/>
                  </a:cubicBezTo>
                  <a:cubicBezTo>
                    <a:pt x="4851" y="8"/>
                    <a:pt x="4825" y="0"/>
                    <a:pt x="4799" y="0"/>
                  </a:cubicBezTo>
                  <a:cubicBezTo>
                    <a:pt x="4732" y="0"/>
                    <a:pt x="4670" y="53"/>
                    <a:pt x="4624" y="121"/>
                  </a:cubicBezTo>
                  <a:lnTo>
                    <a:pt x="4149" y="1039"/>
                  </a:lnTo>
                  <a:lnTo>
                    <a:pt x="4086" y="1261"/>
                  </a:lnTo>
                  <a:cubicBezTo>
                    <a:pt x="3959" y="1483"/>
                    <a:pt x="3738" y="1609"/>
                    <a:pt x="3484" y="1609"/>
                  </a:cubicBezTo>
                  <a:lnTo>
                    <a:pt x="1552" y="1609"/>
                  </a:lnTo>
                  <a:cubicBezTo>
                    <a:pt x="1299" y="1609"/>
                    <a:pt x="1077" y="1483"/>
                    <a:pt x="951" y="1261"/>
                  </a:cubicBezTo>
                  <a:lnTo>
                    <a:pt x="381" y="121"/>
                  </a:lnTo>
                  <a:cubicBezTo>
                    <a:pt x="358" y="53"/>
                    <a:pt x="286" y="0"/>
                    <a:pt x="21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1" name="Google Shape;3741;p36"/>
            <p:cNvSpPr/>
            <p:nvPr/>
          </p:nvSpPr>
          <p:spPr>
            <a:xfrm>
              <a:off x="2497700" y="3123100"/>
              <a:ext cx="23775" cy="20600"/>
            </a:xfrm>
            <a:custGeom>
              <a:avLst/>
              <a:gdLst/>
              <a:ahLst/>
              <a:cxnLst/>
              <a:rect l="l" t="t" r="r" b="b"/>
              <a:pathLst>
                <a:path w="951" h="824" extrusionOk="0">
                  <a:moveTo>
                    <a:pt x="96" y="0"/>
                  </a:moveTo>
                  <a:cubicBezTo>
                    <a:pt x="64" y="0"/>
                    <a:pt x="1" y="32"/>
                    <a:pt x="1" y="95"/>
                  </a:cubicBezTo>
                  <a:lnTo>
                    <a:pt x="1" y="729"/>
                  </a:lnTo>
                  <a:cubicBezTo>
                    <a:pt x="1" y="792"/>
                    <a:pt x="64" y="824"/>
                    <a:pt x="96" y="824"/>
                  </a:cubicBezTo>
                  <a:lnTo>
                    <a:pt x="856" y="824"/>
                  </a:lnTo>
                  <a:cubicBezTo>
                    <a:pt x="919" y="824"/>
                    <a:pt x="951" y="792"/>
                    <a:pt x="951" y="729"/>
                  </a:cubicBezTo>
                  <a:lnTo>
                    <a:pt x="951" y="95"/>
                  </a:lnTo>
                  <a:cubicBezTo>
                    <a:pt x="951" y="32"/>
                    <a:pt x="919" y="0"/>
                    <a:pt x="856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2" name="Google Shape;3742;p36"/>
            <p:cNvSpPr/>
            <p:nvPr/>
          </p:nvSpPr>
          <p:spPr>
            <a:xfrm>
              <a:off x="2492950" y="3118350"/>
              <a:ext cx="33275" cy="30100"/>
            </a:xfrm>
            <a:custGeom>
              <a:avLst/>
              <a:gdLst/>
              <a:ahLst/>
              <a:cxnLst/>
              <a:rect l="l" t="t" r="r" b="b"/>
              <a:pathLst>
                <a:path w="1331" h="1204" extrusionOk="0">
                  <a:moveTo>
                    <a:pt x="951" y="380"/>
                  </a:moveTo>
                  <a:lnTo>
                    <a:pt x="951" y="824"/>
                  </a:lnTo>
                  <a:lnTo>
                    <a:pt x="381" y="824"/>
                  </a:lnTo>
                  <a:lnTo>
                    <a:pt x="381" y="380"/>
                  </a:lnTo>
                  <a:close/>
                  <a:moveTo>
                    <a:pt x="286" y="0"/>
                  </a:moveTo>
                  <a:cubicBezTo>
                    <a:pt x="127" y="0"/>
                    <a:pt x="1" y="127"/>
                    <a:pt x="1" y="285"/>
                  </a:cubicBezTo>
                  <a:lnTo>
                    <a:pt x="1" y="919"/>
                  </a:lnTo>
                  <a:cubicBezTo>
                    <a:pt x="1" y="1077"/>
                    <a:pt x="127" y="1204"/>
                    <a:pt x="286" y="1204"/>
                  </a:cubicBezTo>
                  <a:lnTo>
                    <a:pt x="1046" y="1204"/>
                  </a:lnTo>
                  <a:cubicBezTo>
                    <a:pt x="1204" y="1204"/>
                    <a:pt x="1331" y="1077"/>
                    <a:pt x="1331" y="919"/>
                  </a:cubicBezTo>
                  <a:lnTo>
                    <a:pt x="1331" y="285"/>
                  </a:lnTo>
                  <a:cubicBezTo>
                    <a:pt x="1331" y="127"/>
                    <a:pt x="1204" y="0"/>
                    <a:pt x="104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3" name="Google Shape;3743;p36"/>
            <p:cNvSpPr/>
            <p:nvPr/>
          </p:nvSpPr>
          <p:spPr>
            <a:xfrm>
              <a:off x="2491375" y="3063725"/>
              <a:ext cx="37225" cy="15050"/>
            </a:xfrm>
            <a:custGeom>
              <a:avLst/>
              <a:gdLst/>
              <a:ahLst/>
              <a:cxnLst/>
              <a:rect l="l" t="t" r="r" b="b"/>
              <a:pathLst>
                <a:path w="1489" h="602" extrusionOk="0">
                  <a:moveTo>
                    <a:pt x="95" y="0"/>
                  </a:moveTo>
                  <a:cubicBezTo>
                    <a:pt x="32" y="0"/>
                    <a:pt x="0" y="64"/>
                    <a:pt x="0" y="127"/>
                  </a:cubicBezTo>
                  <a:lnTo>
                    <a:pt x="0" y="602"/>
                  </a:lnTo>
                  <a:lnTo>
                    <a:pt x="1489" y="602"/>
                  </a:lnTo>
                  <a:lnTo>
                    <a:pt x="1489" y="127"/>
                  </a:lnTo>
                  <a:cubicBezTo>
                    <a:pt x="1489" y="64"/>
                    <a:pt x="1425" y="0"/>
                    <a:pt x="1362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4" name="Google Shape;3744;p36"/>
            <p:cNvSpPr/>
            <p:nvPr/>
          </p:nvSpPr>
          <p:spPr>
            <a:xfrm>
              <a:off x="2486625" y="3058975"/>
              <a:ext cx="46725" cy="24550"/>
            </a:xfrm>
            <a:custGeom>
              <a:avLst/>
              <a:gdLst/>
              <a:ahLst/>
              <a:cxnLst/>
              <a:rect l="l" t="t" r="r" b="b"/>
              <a:pathLst>
                <a:path w="1869" h="982" extrusionOk="0">
                  <a:moveTo>
                    <a:pt x="1489" y="380"/>
                  </a:moveTo>
                  <a:lnTo>
                    <a:pt x="1489" y="602"/>
                  </a:lnTo>
                  <a:lnTo>
                    <a:pt x="380" y="602"/>
                  </a:lnTo>
                  <a:lnTo>
                    <a:pt x="380" y="380"/>
                  </a:lnTo>
                  <a:close/>
                  <a:moveTo>
                    <a:pt x="285" y="0"/>
                  </a:moveTo>
                  <a:cubicBezTo>
                    <a:pt x="127" y="0"/>
                    <a:pt x="0" y="159"/>
                    <a:pt x="0" y="317"/>
                  </a:cubicBezTo>
                  <a:lnTo>
                    <a:pt x="0" y="792"/>
                  </a:lnTo>
                  <a:cubicBezTo>
                    <a:pt x="0" y="887"/>
                    <a:pt x="63" y="982"/>
                    <a:pt x="190" y="982"/>
                  </a:cubicBezTo>
                  <a:lnTo>
                    <a:pt x="1679" y="982"/>
                  </a:lnTo>
                  <a:cubicBezTo>
                    <a:pt x="1774" y="982"/>
                    <a:pt x="1869" y="887"/>
                    <a:pt x="1869" y="792"/>
                  </a:cubicBezTo>
                  <a:lnTo>
                    <a:pt x="1869" y="317"/>
                  </a:lnTo>
                  <a:cubicBezTo>
                    <a:pt x="1869" y="159"/>
                    <a:pt x="1710" y="0"/>
                    <a:pt x="155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5" name="Google Shape;3745;p36"/>
            <p:cNvSpPr/>
            <p:nvPr/>
          </p:nvSpPr>
          <p:spPr>
            <a:xfrm>
              <a:off x="2285525" y="2663100"/>
              <a:ext cx="218525" cy="157575"/>
            </a:xfrm>
            <a:custGeom>
              <a:avLst/>
              <a:gdLst/>
              <a:ahLst/>
              <a:cxnLst/>
              <a:rect l="l" t="t" r="r" b="b"/>
              <a:pathLst>
                <a:path w="8741" h="6303" extrusionOk="0">
                  <a:moveTo>
                    <a:pt x="0" y="1"/>
                  </a:moveTo>
                  <a:lnTo>
                    <a:pt x="0" y="6303"/>
                  </a:lnTo>
                  <a:lnTo>
                    <a:pt x="8741" y="6303"/>
                  </a:lnTo>
                  <a:lnTo>
                    <a:pt x="87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6" name="Google Shape;3746;p36"/>
            <p:cNvSpPr/>
            <p:nvPr/>
          </p:nvSpPr>
          <p:spPr>
            <a:xfrm>
              <a:off x="2281550" y="2658350"/>
              <a:ext cx="227250" cy="167075"/>
            </a:xfrm>
            <a:custGeom>
              <a:avLst/>
              <a:gdLst/>
              <a:ahLst/>
              <a:cxnLst/>
              <a:rect l="l" t="t" r="r" b="b"/>
              <a:pathLst>
                <a:path w="9090" h="6683" extrusionOk="0">
                  <a:moveTo>
                    <a:pt x="8710" y="381"/>
                  </a:moveTo>
                  <a:lnTo>
                    <a:pt x="8710" y="6303"/>
                  </a:lnTo>
                  <a:lnTo>
                    <a:pt x="381" y="6303"/>
                  </a:lnTo>
                  <a:lnTo>
                    <a:pt x="381" y="381"/>
                  </a:lnTo>
                  <a:close/>
                  <a:moveTo>
                    <a:pt x="191" y="1"/>
                  </a:moveTo>
                  <a:cubicBezTo>
                    <a:pt x="64" y="1"/>
                    <a:pt x="1" y="96"/>
                    <a:pt x="1" y="191"/>
                  </a:cubicBezTo>
                  <a:lnTo>
                    <a:pt x="1" y="6493"/>
                  </a:lnTo>
                  <a:cubicBezTo>
                    <a:pt x="1" y="6588"/>
                    <a:pt x="64" y="6683"/>
                    <a:pt x="191" y="6683"/>
                  </a:cubicBezTo>
                  <a:lnTo>
                    <a:pt x="8900" y="6683"/>
                  </a:lnTo>
                  <a:cubicBezTo>
                    <a:pt x="8995" y="6683"/>
                    <a:pt x="9090" y="6588"/>
                    <a:pt x="9090" y="6493"/>
                  </a:cubicBezTo>
                  <a:lnTo>
                    <a:pt x="9090" y="191"/>
                  </a:lnTo>
                  <a:cubicBezTo>
                    <a:pt x="9090" y="96"/>
                    <a:pt x="8995" y="1"/>
                    <a:pt x="890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7" name="Google Shape;3747;p36"/>
            <p:cNvSpPr/>
            <p:nvPr/>
          </p:nvSpPr>
          <p:spPr>
            <a:xfrm>
              <a:off x="2275225" y="2644100"/>
              <a:ext cx="237550" cy="24575"/>
            </a:xfrm>
            <a:custGeom>
              <a:avLst/>
              <a:gdLst/>
              <a:ahLst/>
              <a:cxnLst/>
              <a:rect l="l" t="t" r="r" b="b"/>
              <a:pathLst>
                <a:path w="9502" h="983" extrusionOk="0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lnTo>
                    <a:pt x="1" y="634"/>
                  </a:lnTo>
                  <a:cubicBezTo>
                    <a:pt x="1" y="824"/>
                    <a:pt x="159" y="982"/>
                    <a:pt x="349" y="982"/>
                  </a:cubicBezTo>
                  <a:lnTo>
                    <a:pt x="9153" y="982"/>
                  </a:lnTo>
                  <a:cubicBezTo>
                    <a:pt x="9343" y="982"/>
                    <a:pt x="9501" y="824"/>
                    <a:pt x="9501" y="634"/>
                  </a:cubicBezTo>
                  <a:lnTo>
                    <a:pt x="9501" y="349"/>
                  </a:lnTo>
                  <a:cubicBezTo>
                    <a:pt x="9501" y="159"/>
                    <a:pt x="9343" y="1"/>
                    <a:pt x="915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8" name="Google Shape;3748;p36"/>
            <p:cNvSpPr/>
            <p:nvPr/>
          </p:nvSpPr>
          <p:spPr>
            <a:xfrm>
              <a:off x="2270475" y="2639350"/>
              <a:ext cx="247050" cy="34075"/>
            </a:xfrm>
            <a:custGeom>
              <a:avLst/>
              <a:gdLst/>
              <a:ahLst/>
              <a:cxnLst/>
              <a:rect l="l" t="t" r="r" b="b"/>
              <a:pathLst>
                <a:path w="9882" h="1363" extrusionOk="0">
                  <a:moveTo>
                    <a:pt x="9343" y="381"/>
                  </a:moveTo>
                  <a:cubicBezTo>
                    <a:pt x="9438" y="381"/>
                    <a:pt x="9501" y="444"/>
                    <a:pt x="9501" y="539"/>
                  </a:cubicBezTo>
                  <a:lnTo>
                    <a:pt x="9501" y="824"/>
                  </a:lnTo>
                  <a:cubicBezTo>
                    <a:pt x="9501" y="887"/>
                    <a:pt x="9438" y="982"/>
                    <a:pt x="9343" y="982"/>
                  </a:cubicBezTo>
                  <a:lnTo>
                    <a:pt x="571" y="982"/>
                  </a:lnTo>
                  <a:cubicBezTo>
                    <a:pt x="476" y="982"/>
                    <a:pt x="412" y="887"/>
                    <a:pt x="412" y="824"/>
                  </a:cubicBezTo>
                  <a:lnTo>
                    <a:pt x="412" y="539"/>
                  </a:lnTo>
                  <a:cubicBezTo>
                    <a:pt x="412" y="444"/>
                    <a:pt x="476" y="381"/>
                    <a:pt x="571" y="381"/>
                  </a:cubicBezTo>
                  <a:close/>
                  <a:moveTo>
                    <a:pt x="539" y="1"/>
                  </a:moveTo>
                  <a:cubicBezTo>
                    <a:pt x="254" y="1"/>
                    <a:pt x="1" y="254"/>
                    <a:pt x="1" y="539"/>
                  </a:cubicBezTo>
                  <a:lnTo>
                    <a:pt x="1" y="824"/>
                  </a:lnTo>
                  <a:cubicBezTo>
                    <a:pt x="1" y="1109"/>
                    <a:pt x="254" y="1362"/>
                    <a:pt x="539" y="1362"/>
                  </a:cubicBezTo>
                  <a:lnTo>
                    <a:pt x="9343" y="1362"/>
                  </a:lnTo>
                  <a:cubicBezTo>
                    <a:pt x="9660" y="1362"/>
                    <a:pt x="9881" y="1109"/>
                    <a:pt x="9881" y="824"/>
                  </a:cubicBezTo>
                  <a:lnTo>
                    <a:pt x="9881" y="539"/>
                  </a:lnTo>
                  <a:cubicBezTo>
                    <a:pt x="9881" y="254"/>
                    <a:pt x="9628" y="1"/>
                    <a:pt x="934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9" name="Google Shape;3749;p36"/>
            <p:cNvSpPr/>
            <p:nvPr/>
          </p:nvSpPr>
          <p:spPr>
            <a:xfrm>
              <a:off x="2305300" y="2695175"/>
              <a:ext cx="167100" cy="111250"/>
            </a:xfrm>
            <a:custGeom>
              <a:avLst/>
              <a:gdLst/>
              <a:ahLst/>
              <a:cxnLst/>
              <a:rect l="l" t="t" r="r" b="b"/>
              <a:pathLst>
                <a:path w="6684" h="4450" extrusionOk="0">
                  <a:moveTo>
                    <a:pt x="6465" y="0"/>
                  </a:moveTo>
                  <a:cubicBezTo>
                    <a:pt x="6414" y="0"/>
                    <a:pt x="6366" y="16"/>
                    <a:pt x="6335" y="48"/>
                  </a:cubicBezTo>
                  <a:lnTo>
                    <a:pt x="4498" y="2233"/>
                  </a:lnTo>
                  <a:lnTo>
                    <a:pt x="3516" y="1536"/>
                  </a:lnTo>
                  <a:cubicBezTo>
                    <a:pt x="3457" y="1501"/>
                    <a:pt x="3393" y="1483"/>
                    <a:pt x="3331" y="1483"/>
                  </a:cubicBezTo>
                  <a:cubicBezTo>
                    <a:pt x="3229" y="1483"/>
                    <a:pt x="3132" y="1532"/>
                    <a:pt x="3073" y="1631"/>
                  </a:cubicBezTo>
                  <a:lnTo>
                    <a:pt x="2218" y="2835"/>
                  </a:lnTo>
                  <a:lnTo>
                    <a:pt x="1743" y="2455"/>
                  </a:lnTo>
                  <a:cubicBezTo>
                    <a:pt x="1679" y="2391"/>
                    <a:pt x="1616" y="2391"/>
                    <a:pt x="1521" y="2391"/>
                  </a:cubicBezTo>
                  <a:cubicBezTo>
                    <a:pt x="1426" y="2391"/>
                    <a:pt x="1363" y="2455"/>
                    <a:pt x="1299" y="2518"/>
                  </a:cubicBezTo>
                  <a:lnTo>
                    <a:pt x="64" y="4165"/>
                  </a:lnTo>
                  <a:cubicBezTo>
                    <a:pt x="1" y="4228"/>
                    <a:pt x="1" y="4355"/>
                    <a:pt x="96" y="4418"/>
                  </a:cubicBezTo>
                  <a:cubicBezTo>
                    <a:pt x="128" y="4450"/>
                    <a:pt x="159" y="4450"/>
                    <a:pt x="223" y="4450"/>
                  </a:cubicBezTo>
                  <a:cubicBezTo>
                    <a:pt x="286" y="4450"/>
                    <a:pt x="318" y="4418"/>
                    <a:pt x="349" y="4387"/>
                  </a:cubicBezTo>
                  <a:lnTo>
                    <a:pt x="1553" y="2803"/>
                  </a:lnTo>
                  <a:lnTo>
                    <a:pt x="2123" y="3246"/>
                  </a:lnTo>
                  <a:cubicBezTo>
                    <a:pt x="2154" y="3310"/>
                    <a:pt x="2218" y="3310"/>
                    <a:pt x="2281" y="3310"/>
                  </a:cubicBezTo>
                  <a:cubicBezTo>
                    <a:pt x="2313" y="3310"/>
                    <a:pt x="2376" y="3278"/>
                    <a:pt x="2408" y="3215"/>
                  </a:cubicBezTo>
                  <a:lnTo>
                    <a:pt x="3326" y="1885"/>
                  </a:lnTo>
                  <a:lnTo>
                    <a:pt x="4403" y="2645"/>
                  </a:lnTo>
                  <a:cubicBezTo>
                    <a:pt x="4439" y="2669"/>
                    <a:pt x="4476" y="2679"/>
                    <a:pt x="4510" y="2679"/>
                  </a:cubicBezTo>
                  <a:cubicBezTo>
                    <a:pt x="4566" y="2679"/>
                    <a:pt x="4617" y="2652"/>
                    <a:pt x="4656" y="2613"/>
                  </a:cubicBezTo>
                  <a:lnTo>
                    <a:pt x="6620" y="301"/>
                  </a:lnTo>
                  <a:cubicBezTo>
                    <a:pt x="6683" y="238"/>
                    <a:pt x="6683" y="111"/>
                    <a:pt x="6620" y="48"/>
                  </a:cubicBezTo>
                  <a:cubicBezTo>
                    <a:pt x="6572" y="16"/>
                    <a:pt x="6517" y="0"/>
                    <a:pt x="64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0" name="Google Shape;3750;p36"/>
            <p:cNvSpPr/>
            <p:nvPr/>
          </p:nvSpPr>
          <p:spPr>
            <a:xfrm>
              <a:off x="2453375" y="2682900"/>
              <a:ext cx="26150" cy="29325"/>
            </a:xfrm>
            <a:custGeom>
              <a:avLst/>
              <a:gdLst/>
              <a:ahLst/>
              <a:cxnLst/>
              <a:rect l="l" t="t" r="r" b="b"/>
              <a:pathLst>
                <a:path w="1046" h="1173" extrusionOk="0">
                  <a:moveTo>
                    <a:pt x="1045" y="1"/>
                  </a:moveTo>
                  <a:lnTo>
                    <a:pt x="0" y="602"/>
                  </a:lnTo>
                  <a:lnTo>
                    <a:pt x="728" y="1172"/>
                  </a:lnTo>
                  <a:lnTo>
                    <a:pt x="1045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1" name="Google Shape;3751;p36"/>
            <p:cNvSpPr/>
            <p:nvPr/>
          </p:nvSpPr>
          <p:spPr>
            <a:xfrm>
              <a:off x="2448625" y="2678425"/>
              <a:ext cx="35650" cy="38550"/>
            </a:xfrm>
            <a:custGeom>
              <a:avLst/>
              <a:gdLst/>
              <a:ahLst/>
              <a:cxnLst/>
              <a:rect l="l" t="t" r="r" b="b"/>
              <a:pathLst>
                <a:path w="1426" h="1542" extrusionOk="0">
                  <a:moveTo>
                    <a:pt x="918" y="591"/>
                  </a:moveTo>
                  <a:lnTo>
                    <a:pt x="792" y="1035"/>
                  </a:lnTo>
                  <a:lnTo>
                    <a:pt x="507" y="813"/>
                  </a:lnTo>
                  <a:lnTo>
                    <a:pt x="918" y="591"/>
                  </a:lnTo>
                  <a:close/>
                  <a:moveTo>
                    <a:pt x="1219" y="0"/>
                  </a:moveTo>
                  <a:cubicBezTo>
                    <a:pt x="1193" y="0"/>
                    <a:pt x="1166" y="8"/>
                    <a:pt x="1140" y="21"/>
                  </a:cubicBezTo>
                  <a:lnTo>
                    <a:pt x="95" y="623"/>
                  </a:lnTo>
                  <a:cubicBezTo>
                    <a:pt x="32" y="655"/>
                    <a:pt x="0" y="718"/>
                    <a:pt x="0" y="781"/>
                  </a:cubicBezTo>
                  <a:cubicBezTo>
                    <a:pt x="0" y="845"/>
                    <a:pt x="32" y="908"/>
                    <a:pt x="63" y="940"/>
                  </a:cubicBezTo>
                  <a:lnTo>
                    <a:pt x="792" y="1510"/>
                  </a:lnTo>
                  <a:cubicBezTo>
                    <a:pt x="823" y="1541"/>
                    <a:pt x="855" y="1541"/>
                    <a:pt x="918" y="1541"/>
                  </a:cubicBezTo>
                  <a:lnTo>
                    <a:pt x="950" y="1541"/>
                  </a:lnTo>
                  <a:cubicBezTo>
                    <a:pt x="1013" y="1510"/>
                    <a:pt x="1077" y="1446"/>
                    <a:pt x="1077" y="1415"/>
                  </a:cubicBezTo>
                  <a:lnTo>
                    <a:pt x="1393" y="243"/>
                  </a:lnTo>
                  <a:cubicBezTo>
                    <a:pt x="1425" y="211"/>
                    <a:pt x="1425" y="211"/>
                    <a:pt x="1425" y="180"/>
                  </a:cubicBezTo>
                  <a:cubicBezTo>
                    <a:pt x="1425" y="116"/>
                    <a:pt x="1393" y="85"/>
                    <a:pt x="1330" y="53"/>
                  </a:cubicBezTo>
                  <a:cubicBezTo>
                    <a:pt x="1293" y="16"/>
                    <a:pt x="1256" y="0"/>
                    <a:pt x="121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2" name="Google Shape;3752;p36"/>
            <p:cNvSpPr/>
            <p:nvPr/>
          </p:nvSpPr>
          <p:spPr>
            <a:xfrm>
              <a:off x="2213475" y="2803250"/>
              <a:ext cx="77600" cy="251000"/>
            </a:xfrm>
            <a:custGeom>
              <a:avLst/>
              <a:gdLst/>
              <a:ahLst/>
              <a:cxnLst/>
              <a:rect l="l" t="t" r="r" b="b"/>
              <a:pathLst>
                <a:path w="3104" h="10040" extrusionOk="0">
                  <a:moveTo>
                    <a:pt x="0" y="0"/>
                  </a:moveTo>
                  <a:lnTo>
                    <a:pt x="95" y="4370"/>
                  </a:lnTo>
                  <a:lnTo>
                    <a:pt x="95" y="7569"/>
                  </a:lnTo>
                  <a:lnTo>
                    <a:pt x="95" y="9311"/>
                  </a:lnTo>
                  <a:cubicBezTo>
                    <a:pt x="95" y="9723"/>
                    <a:pt x="412" y="10039"/>
                    <a:pt x="824" y="10039"/>
                  </a:cubicBezTo>
                  <a:cubicBezTo>
                    <a:pt x="1235" y="10039"/>
                    <a:pt x="1584" y="9723"/>
                    <a:pt x="1584" y="9311"/>
                  </a:cubicBezTo>
                  <a:cubicBezTo>
                    <a:pt x="1584" y="9723"/>
                    <a:pt x="1932" y="10039"/>
                    <a:pt x="2344" y="10039"/>
                  </a:cubicBezTo>
                  <a:lnTo>
                    <a:pt x="2376" y="10039"/>
                  </a:lnTo>
                  <a:cubicBezTo>
                    <a:pt x="2787" y="10039"/>
                    <a:pt x="3104" y="9691"/>
                    <a:pt x="3104" y="9279"/>
                  </a:cubicBezTo>
                  <a:lnTo>
                    <a:pt x="3072" y="4877"/>
                  </a:lnTo>
                  <a:lnTo>
                    <a:pt x="3072" y="3515"/>
                  </a:lnTo>
                  <a:lnTo>
                    <a:pt x="29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3" name="Google Shape;3753;p36"/>
            <p:cNvSpPr/>
            <p:nvPr/>
          </p:nvSpPr>
          <p:spPr>
            <a:xfrm>
              <a:off x="2208725" y="2798500"/>
              <a:ext cx="87100" cy="261275"/>
            </a:xfrm>
            <a:custGeom>
              <a:avLst/>
              <a:gdLst/>
              <a:ahLst/>
              <a:cxnLst/>
              <a:rect l="l" t="t" r="r" b="b"/>
              <a:pathLst>
                <a:path w="3484" h="10451" extrusionOk="0">
                  <a:moveTo>
                    <a:pt x="2977" y="380"/>
                  </a:moveTo>
                  <a:lnTo>
                    <a:pt x="3072" y="3705"/>
                  </a:lnTo>
                  <a:lnTo>
                    <a:pt x="3072" y="5067"/>
                  </a:lnTo>
                  <a:lnTo>
                    <a:pt x="3104" y="9469"/>
                  </a:lnTo>
                  <a:cubicBezTo>
                    <a:pt x="3104" y="9786"/>
                    <a:pt x="2882" y="10039"/>
                    <a:pt x="2566" y="10039"/>
                  </a:cubicBezTo>
                  <a:lnTo>
                    <a:pt x="2534" y="10039"/>
                  </a:lnTo>
                  <a:cubicBezTo>
                    <a:pt x="2375" y="10039"/>
                    <a:pt x="2217" y="9976"/>
                    <a:pt x="2122" y="9881"/>
                  </a:cubicBezTo>
                  <a:cubicBezTo>
                    <a:pt x="2027" y="9786"/>
                    <a:pt x="1995" y="9691"/>
                    <a:pt x="1964" y="9564"/>
                  </a:cubicBezTo>
                  <a:cubicBezTo>
                    <a:pt x="1964" y="9564"/>
                    <a:pt x="1964" y="9533"/>
                    <a:pt x="1964" y="9501"/>
                  </a:cubicBezTo>
                  <a:cubicBezTo>
                    <a:pt x="1964" y="9469"/>
                    <a:pt x="1964" y="9438"/>
                    <a:pt x="1964" y="9438"/>
                  </a:cubicBezTo>
                  <a:lnTo>
                    <a:pt x="1964" y="5922"/>
                  </a:lnTo>
                  <a:cubicBezTo>
                    <a:pt x="1964" y="5827"/>
                    <a:pt x="1869" y="5732"/>
                    <a:pt x="1774" y="5732"/>
                  </a:cubicBezTo>
                  <a:cubicBezTo>
                    <a:pt x="1647" y="5732"/>
                    <a:pt x="1584" y="5827"/>
                    <a:pt x="1584" y="5922"/>
                  </a:cubicBezTo>
                  <a:lnTo>
                    <a:pt x="1584" y="9501"/>
                  </a:lnTo>
                  <a:cubicBezTo>
                    <a:pt x="1584" y="9533"/>
                    <a:pt x="1584" y="9564"/>
                    <a:pt x="1584" y="9564"/>
                  </a:cubicBezTo>
                  <a:cubicBezTo>
                    <a:pt x="1552" y="9849"/>
                    <a:pt x="1299" y="10039"/>
                    <a:pt x="1014" y="10039"/>
                  </a:cubicBezTo>
                  <a:cubicBezTo>
                    <a:pt x="729" y="10039"/>
                    <a:pt x="475" y="9818"/>
                    <a:pt x="475" y="9501"/>
                  </a:cubicBezTo>
                  <a:lnTo>
                    <a:pt x="475" y="4529"/>
                  </a:lnTo>
                  <a:lnTo>
                    <a:pt x="380" y="380"/>
                  </a:lnTo>
                  <a:close/>
                  <a:moveTo>
                    <a:pt x="190" y="0"/>
                  </a:moveTo>
                  <a:cubicBezTo>
                    <a:pt x="127" y="0"/>
                    <a:pt x="95" y="32"/>
                    <a:pt x="32" y="64"/>
                  </a:cubicBezTo>
                  <a:cubicBezTo>
                    <a:pt x="0" y="95"/>
                    <a:pt x="0" y="127"/>
                    <a:pt x="0" y="190"/>
                  </a:cubicBezTo>
                  <a:lnTo>
                    <a:pt x="95" y="4560"/>
                  </a:lnTo>
                  <a:lnTo>
                    <a:pt x="95" y="9501"/>
                  </a:lnTo>
                  <a:cubicBezTo>
                    <a:pt x="95" y="10008"/>
                    <a:pt x="507" y="10451"/>
                    <a:pt x="1014" y="10451"/>
                  </a:cubicBezTo>
                  <a:cubicBezTo>
                    <a:pt x="1330" y="10451"/>
                    <a:pt x="1615" y="10293"/>
                    <a:pt x="1774" y="10071"/>
                  </a:cubicBezTo>
                  <a:cubicBezTo>
                    <a:pt x="1805" y="10103"/>
                    <a:pt x="1837" y="10134"/>
                    <a:pt x="1869" y="10166"/>
                  </a:cubicBezTo>
                  <a:cubicBezTo>
                    <a:pt x="2007" y="10332"/>
                    <a:pt x="2218" y="10425"/>
                    <a:pt x="2437" y="10425"/>
                  </a:cubicBezTo>
                  <a:cubicBezTo>
                    <a:pt x="2469" y="10425"/>
                    <a:pt x="2502" y="10423"/>
                    <a:pt x="2534" y="10419"/>
                  </a:cubicBezTo>
                  <a:lnTo>
                    <a:pt x="2566" y="10419"/>
                  </a:lnTo>
                  <a:cubicBezTo>
                    <a:pt x="3072" y="10419"/>
                    <a:pt x="3484" y="10008"/>
                    <a:pt x="3484" y="9501"/>
                  </a:cubicBezTo>
                  <a:lnTo>
                    <a:pt x="3452" y="5067"/>
                  </a:lnTo>
                  <a:lnTo>
                    <a:pt x="3452" y="3705"/>
                  </a:lnTo>
                  <a:lnTo>
                    <a:pt x="3357" y="190"/>
                  </a:lnTo>
                  <a:cubicBezTo>
                    <a:pt x="3357" y="95"/>
                    <a:pt x="3262" y="32"/>
                    <a:pt x="3167" y="32"/>
                  </a:cubicBezTo>
                  <a:lnTo>
                    <a:pt x="19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4" name="Google Shape;3754;p36"/>
            <p:cNvSpPr/>
            <p:nvPr/>
          </p:nvSpPr>
          <p:spPr>
            <a:xfrm>
              <a:off x="2230900" y="2847575"/>
              <a:ext cx="68900" cy="82375"/>
            </a:xfrm>
            <a:custGeom>
              <a:avLst/>
              <a:gdLst/>
              <a:ahLst/>
              <a:cxnLst/>
              <a:rect l="l" t="t" r="r" b="b"/>
              <a:pathLst>
                <a:path w="2756" h="3295" extrusionOk="0">
                  <a:moveTo>
                    <a:pt x="1235" y="1"/>
                  </a:moveTo>
                  <a:lnTo>
                    <a:pt x="380" y="1046"/>
                  </a:lnTo>
                  <a:lnTo>
                    <a:pt x="0" y="2312"/>
                  </a:lnTo>
                  <a:lnTo>
                    <a:pt x="1077" y="3294"/>
                  </a:lnTo>
                  <a:lnTo>
                    <a:pt x="2755" y="1299"/>
                  </a:lnTo>
                  <a:lnTo>
                    <a:pt x="1235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5" name="Google Shape;3755;p36"/>
            <p:cNvSpPr/>
            <p:nvPr/>
          </p:nvSpPr>
          <p:spPr>
            <a:xfrm>
              <a:off x="2225350" y="2842825"/>
              <a:ext cx="79200" cy="91875"/>
            </a:xfrm>
            <a:custGeom>
              <a:avLst/>
              <a:gdLst/>
              <a:ahLst/>
              <a:cxnLst/>
              <a:rect l="l" t="t" r="r" b="b"/>
              <a:pathLst>
                <a:path w="3168" h="3675" extrusionOk="0">
                  <a:moveTo>
                    <a:pt x="1425" y="1"/>
                  </a:moveTo>
                  <a:cubicBezTo>
                    <a:pt x="1394" y="1"/>
                    <a:pt x="1330" y="32"/>
                    <a:pt x="1299" y="64"/>
                  </a:cubicBezTo>
                  <a:lnTo>
                    <a:pt x="475" y="1109"/>
                  </a:lnTo>
                  <a:cubicBezTo>
                    <a:pt x="412" y="1172"/>
                    <a:pt x="412" y="1299"/>
                    <a:pt x="475" y="1362"/>
                  </a:cubicBezTo>
                  <a:cubicBezTo>
                    <a:pt x="523" y="1394"/>
                    <a:pt x="578" y="1410"/>
                    <a:pt x="630" y="1410"/>
                  </a:cubicBezTo>
                  <a:cubicBezTo>
                    <a:pt x="681" y="1410"/>
                    <a:pt x="729" y="1394"/>
                    <a:pt x="760" y="1362"/>
                  </a:cubicBezTo>
                  <a:lnTo>
                    <a:pt x="1489" y="476"/>
                  </a:lnTo>
                  <a:lnTo>
                    <a:pt x="2692" y="1521"/>
                  </a:lnTo>
                  <a:lnTo>
                    <a:pt x="1267" y="3199"/>
                  </a:lnTo>
                  <a:lnTo>
                    <a:pt x="349" y="2344"/>
                  </a:lnTo>
                  <a:cubicBezTo>
                    <a:pt x="301" y="2312"/>
                    <a:pt x="254" y="2297"/>
                    <a:pt x="206" y="2297"/>
                  </a:cubicBezTo>
                  <a:cubicBezTo>
                    <a:pt x="159" y="2297"/>
                    <a:pt x="111" y="2312"/>
                    <a:pt x="64" y="2344"/>
                  </a:cubicBezTo>
                  <a:cubicBezTo>
                    <a:pt x="0" y="2439"/>
                    <a:pt x="0" y="2566"/>
                    <a:pt x="95" y="2629"/>
                  </a:cubicBezTo>
                  <a:lnTo>
                    <a:pt x="1172" y="3611"/>
                  </a:lnTo>
                  <a:cubicBezTo>
                    <a:pt x="1204" y="3643"/>
                    <a:pt x="1267" y="3674"/>
                    <a:pt x="1299" y="3674"/>
                  </a:cubicBezTo>
                  <a:cubicBezTo>
                    <a:pt x="1362" y="3674"/>
                    <a:pt x="1394" y="3643"/>
                    <a:pt x="1425" y="3611"/>
                  </a:cubicBezTo>
                  <a:lnTo>
                    <a:pt x="3104" y="1616"/>
                  </a:lnTo>
                  <a:cubicBezTo>
                    <a:pt x="3167" y="1521"/>
                    <a:pt x="3167" y="1394"/>
                    <a:pt x="3072" y="1331"/>
                  </a:cubicBezTo>
                  <a:lnTo>
                    <a:pt x="1584" y="64"/>
                  </a:lnTo>
                  <a:cubicBezTo>
                    <a:pt x="1552" y="32"/>
                    <a:pt x="1489" y="1"/>
                    <a:pt x="142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6" name="Google Shape;3756;p36"/>
            <p:cNvSpPr/>
            <p:nvPr/>
          </p:nvSpPr>
          <p:spPr>
            <a:xfrm>
              <a:off x="2188125" y="2800075"/>
              <a:ext cx="180550" cy="107875"/>
            </a:xfrm>
            <a:custGeom>
              <a:avLst/>
              <a:gdLst/>
              <a:ahLst/>
              <a:cxnLst/>
              <a:rect l="l" t="t" r="r" b="b"/>
              <a:pathLst>
                <a:path w="7222" h="4315" extrusionOk="0">
                  <a:moveTo>
                    <a:pt x="1204" y="1"/>
                  </a:moveTo>
                  <a:cubicBezTo>
                    <a:pt x="539" y="1"/>
                    <a:pt x="1" y="507"/>
                    <a:pt x="1" y="1172"/>
                  </a:cubicBezTo>
                  <a:lnTo>
                    <a:pt x="33" y="3547"/>
                  </a:lnTo>
                  <a:cubicBezTo>
                    <a:pt x="33" y="3985"/>
                    <a:pt x="409" y="4315"/>
                    <a:pt x="839" y="4315"/>
                  </a:cubicBezTo>
                  <a:cubicBezTo>
                    <a:pt x="876" y="4315"/>
                    <a:pt x="913" y="4312"/>
                    <a:pt x="951" y="4307"/>
                  </a:cubicBezTo>
                  <a:lnTo>
                    <a:pt x="2819" y="3927"/>
                  </a:lnTo>
                  <a:cubicBezTo>
                    <a:pt x="3136" y="3896"/>
                    <a:pt x="3326" y="3579"/>
                    <a:pt x="3263" y="3294"/>
                  </a:cubicBezTo>
                  <a:cubicBezTo>
                    <a:pt x="3208" y="3018"/>
                    <a:pt x="2984" y="2839"/>
                    <a:pt x="2719" y="2839"/>
                  </a:cubicBezTo>
                  <a:cubicBezTo>
                    <a:pt x="2679" y="2839"/>
                    <a:pt x="2639" y="2843"/>
                    <a:pt x="2598" y="2851"/>
                  </a:cubicBezTo>
                  <a:lnTo>
                    <a:pt x="1173" y="3136"/>
                  </a:lnTo>
                  <a:lnTo>
                    <a:pt x="1173" y="1394"/>
                  </a:lnTo>
                  <a:lnTo>
                    <a:pt x="3770" y="1457"/>
                  </a:lnTo>
                  <a:lnTo>
                    <a:pt x="4720" y="2534"/>
                  </a:lnTo>
                  <a:cubicBezTo>
                    <a:pt x="4800" y="2634"/>
                    <a:pt x="4931" y="2696"/>
                    <a:pt x="5072" y="2696"/>
                  </a:cubicBezTo>
                  <a:cubicBezTo>
                    <a:pt x="5154" y="2696"/>
                    <a:pt x="5240" y="2676"/>
                    <a:pt x="5321" y="2629"/>
                  </a:cubicBezTo>
                  <a:lnTo>
                    <a:pt x="6968" y="1742"/>
                  </a:lnTo>
                  <a:cubicBezTo>
                    <a:pt x="7126" y="1647"/>
                    <a:pt x="7221" y="1457"/>
                    <a:pt x="7221" y="1267"/>
                  </a:cubicBezTo>
                  <a:cubicBezTo>
                    <a:pt x="7221" y="976"/>
                    <a:pt x="6980" y="759"/>
                    <a:pt x="6710" y="759"/>
                  </a:cubicBezTo>
                  <a:cubicBezTo>
                    <a:pt x="6628" y="759"/>
                    <a:pt x="6543" y="779"/>
                    <a:pt x="6461" y="824"/>
                  </a:cubicBezTo>
                  <a:lnTo>
                    <a:pt x="5416" y="1426"/>
                  </a:lnTo>
                  <a:lnTo>
                    <a:pt x="4435" y="349"/>
                  </a:lnTo>
                  <a:cubicBezTo>
                    <a:pt x="4245" y="127"/>
                    <a:pt x="3991" y="1"/>
                    <a:pt x="36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7" name="Google Shape;3757;p36"/>
            <p:cNvSpPr/>
            <p:nvPr/>
          </p:nvSpPr>
          <p:spPr>
            <a:xfrm>
              <a:off x="2183375" y="2795325"/>
              <a:ext cx="190050" cy="117200"/>
            </a:xfrm>
            <a:custGeom>
              <a:avLst/>
              <a:gdLst/>
              <a:ahLst/>
              <a:cxnLst/>
              <a:rect l="l" t="t" r="r" b="b"/>
              <a:pathLst>
                <a:path w="7602" h="4688" extrusionOk="0">
                  <a:moveTo>
                    <a:pt x="1394" y="0"/>
                  </a:moveTo>
                  <a:cubicBezTo>
                    <a:pt x="634" y="0"/>
                    <a:pt x="1" y="571"/>
                    <a:pt x="1" y="1362"/>
                  </a:cubicBezTo>
                  <a:lnTo>
                    <a:pt x="33" y="3737"/>
                  </a:lnTo>
                  <a:cubicBezTo>
                    <a:pt x="33" y="4022"/>
                    <a:pt x="159" y="4276"/>
                    <a:pt x="381" y="4466"/>
                  </a:cubicBezTo>
                  <a:cubicBezTo>
                    <a:pt x="571" y="4624"/>
                    <a:pt x="793" y="4687"/>
                    <a:pt x="1014" y="4687"/>
                  </a:cubicBezTo>
                  <a:cubicBezTo>
                    <a:pt x="1078" y="4687"/>
                    <a:pt x="1109" y="4687"/>
                    <a:pt x="1173" y="4656"/>
                  </a:cubicBezTo>
                  <a:lnTo>
                    <a:pt x="3041" y="4307"/>
                  </a:lnTo>
                  <a:cubicBezTo>
                    <a:pt x="3231" y="4276"/>
                    <a:pt x="3421" y="4149"/>
                    <a:pt x="3516" y="3991"/>
                  </a:cubicBezTo>
                  <a:cubicBezTo>
                    <a:pt x="3643" y="3832"/>
                    <a:pt x="3675" y="3611"/>
                    <a:pt x="3643" y="3421"/>
                  </a:cubicBezTo>
                  <a:cubicBezTo>
                    <a:pt x="3558" y="3051"/>
                    <a:pt x="3243" y="2809"/>
                    <a:pt x="2882" y="2809"/>
                  </a:cubicBezTo>
                  <a:cubicBezTo>
                    <a:pt x="2840" y="2809"/>
                    <a:pt x="2798" y="2813"/>
                    <a:pt x="2756" y="2819"/>
                  </a:cubicBezTo>
                  <a:lnTo>
                    <a:pt x="1553" y="3072"/>
                  </a:lnTo>
                  <a:lnTo>
                    <a:pt x="1553" y="1584"/>
                  </a:lnTo>
                  <a:cubicBezTo>
                    <a:pt x="1553" y="1489"/>
                    <a:pt x="1458" y="1394"/>
                    <a:pt x="1363" y="1394"/>
                  </a:cubicBezTo>
                  <a:cubicBezTo>
                    <a:pt x="1268" y="1394"/>
                    <a:pt x="1173" y="1489"/>
                    <a:pt x="1173" y="1584"/>
                  </a:cubicBezTo>
                  <a:lnTo>
                    <a:pt x="1173" y="3326"/>
                  </a:lnTo>
                  <a:cubicBezTo>
                    <a:pt x="1173" y="3357"/>
                    <a:pt x="1204" y="3421"/>
                    <a:pt x="1236" y="3452"/>
                  </a:cubicBezTo>
                  <a:cubicBezTo>
                    <a:pt x="1281" y="3475"/>
                    <a:pt x="1326" y="3497"/>
                    <a:pt x="1359" y="3497"/>
                  </a:cubicBezTo>
                  <a:cubicBezTo>
                    <a:pt x="1373" y="3497"/>
                    <a:pt x="1385" y="3493"/>
                    <a:pt x="1394" y="3484"/>
                  </a:cubicBezTo>
                  <a:lnTo>
                    <a:pt x="2819" y="3199"/>
                  </a:lnTo>
                  <a:cubicBezTo>
                    <a:pt x="2842" y="3196"/>
                    <a:pt x="2865" y="3194"/>
                    <a:pt x="2887" y="3194"/>
                  </a:cubicBezTo>
                  <a:cubicBezTo>
                    <a:pt x="3079" y="3194"/>
                    <a:pt x="3234" y="3314"/>
                    <a:pt x="3263" y="3484"/>
                  </a:cubicBezTo>
                  <a:cubicBezTo>
                    <a:pt x="3294" y="3579"/>
                    <a:pt x="3263" y="3706"/>
                    <a:pt x="3199" y="3769"/>
                  </a:cubicBezTo>
                  <a:cubicBezTo>
                    <a:pt x="3168" y="3864"/>
                    <a:pt x="3073" y="3927"/>
                    <a:pt x="2978" y="3927"/>
                  </a:cubicBezTo>
                  <a:lnTo>
                    <a:pt x="1109" y="4276"/>
                  </a:lnTo>
                  <a:cubicBezTo>
                    <a:pt x="1070" y="4284"/>
                    <a:pt x="1028" y="4288"/>
                    <a:pt x="986" y="4288"/>
                  </a:cubicBezTo>
                  <a:cubicBezTo>
                    <a:pt x="860" y="4288"/>
                    <a:pt x="729" y="4252"/>
                    <a:pt x="634" y="4181"/>
                  </a:cubicBezTo>
                  <a:cubicBezTo>
                    <a:pt x="508" y="4054"/>
                    <a:pt x="413" y="3896"/>
                    <a:pt x="413" y="3706"/>
                  </a:cubicBezTo>
                  <a:lnTo>
                    <a:pt x="381" y="1331"/>
                  </a:lnTo>
                  <a:cubicBezTo>
                    <a:pt x="381" y="792"/>
                    <a:pt x="824" y="349"/>
                    <a:pt x="1394" y="349"/>
                  </a:cubicBezTo>
                  <a:lnTo>
                    <a:pt x="3865" y="349"/>
                  </a:lnTo>
                  <a:cubicBezTo>
                    <a:pt x="4118" y="349"/>
                    <a:pt x="4340" y="476"/>
                    <a:pt x="4498" y="634"/>
                  </a:cubicBezTo>
                  <a:lnTo>
                    <a:pt x="5448" y="1742"/>
                  </a:lnTo>
                  <a:cubicBezTo>
                    <a:pt x="5485" y="1779"/>
                    <a:pt x="5533" y="1795"/>
                    <a:pt x="5586" y="1795"/>
                  </a:cubicBezTo>
                  <a:cubicBezTo>
                    <a:pt x="5623" y="1795"/>
                    <a:pt x="5662" y="1787"/>
                    <a:pt x="5701" y="1774"/>
                  </a:cubicBezTo>
                  <a:lnTo>
                    <a:pt x="6746" y="1172"/>
                  </a:lnTo>
                  <a:cubicBezTo>
                    <a:pt x="6794" y="1141"/>
                    <a:pt x="6849" y="1125"/>
                    <a:pt x="6905" y="1125"/>
                  </a:cubicBezTo>
                  <a:cubicBezTo>
                    <a:pt x="6960" y="1125"/>
                    <a:pt x="7016" y="1141"/>
                    <a:pt x="7063" y="1172"/>
                  </a:cubicBezTo>
                  <a:cubicBezTo>
                    <a:pt x="7158" y="1236"/>
                    <a:pt x="7221" y="1331"/>
                    <a:pt x="7221" y="1457"/>
                  </a:cubicBezTo>
                  <a:cubicBezTo>
                    <a:pt x="7221" y="1584"/>
                    <a:pt x="7158" y="1679"/>
                    <a:pt x="7063" y="1742"/>
                  </a:cubicBezTo>
                  <a:lnTo>
                    <a:pt x="5416" y="2661"/>
                  </a:lnTo>
                  <a:cubicBezTo>
                    <a:pt x="5371" y="2683"/>
                    <a:pt x="5323" y="2694"/>
                    <a:pt x="5274" y="2694"/>
                  </a:cubicBezTo>
                  <a:cubicBezTo>
                    <a:pt x="5185" y="2694"/>
                    <a:pt x="5098" y="2659"/>
                    <a:pt x="5036" y="2597"/>
                  </a:cubicBezTo>
                  <a:lnTo>
                    <a:pt x="4086" y="1489"/>
                  </a:lnTo>
                  <a:cubicBezTo>
                    <a:pt x="4055" y="1457"/>
                    <a:pt x="4007" y="1441"/>
                    <a:pt x="3960" y="1441"/>
                  </a:cubicBezTo>
                  <a:cubicBezTo>
                    <a:pt x="3912" y="1441"/>
                    <a:pt x="3865" y="1457"/>
                    <a:pt x="3833" y="1489"/>
                  </a:cubicBezTo>
                  <a:cubicBezTo>
                    <a:pt x="3738" y="1552"/>
                    <a:pt x="3738" y="1679"/>
                    <a:pt x="3801" y="1774"/>
                  </a:cubicBezTo>
                  <a:lnTo>
                    <a:pt x="4751" y="2851"/>
                  </a:lnTo>
                  <a:cubicBezTo>
                    <a:pt x="4889" y="2989"/>
                    <a:pt x="5076" y="3065"/>
                    <a:pt x="5267" y="3065"/>
                  </a:cubicBezTo>
                  <a:cubicBezTo>
                    <a:pt x="5382" y="3065"/>
                    <a:pt x="5499" y="3037"/>
                    <a:pt x="5606" y="2977"/>
                  </a:cubicBezTo>
                  <a:lnTo>
                    <a:pt x="7253" y="2091"/>
                  </a:lnTo>
                  <a:cubicBezTo>
                    <a:pt x="7475" y="1964"/>
                    <a:pt x="7601" y="1711"/>
                    <a:pt x="7601" y="1457"/>
                  </a:cubicBezTo>
                  <a:cubicBezTo>
                    <a:pt x="7601" y="1204"/>
                    <a:pt x="7475" y="982"/>
                    <a:pt x="7253" y="856"/>
                  </a:cubicBezTo>
                  <a:cubicBezTo>
                    <a:pt x="7142" y="792"/>
                    <a:pt x="7024" y="761"/>
                    <a:pt x="6905" y="761"/>
                  </a:cubicBezTo>
                  <a:cubicBezTo>
                    <a:pt x="6786" y="761"/>
                    <a:pt x="6667" y="792"/>
                    <a:pt x="6556" y="856"/>
                  </a:cubicBezTo>
                  <a:lnTo>
                    <a:pt x="5638" y="1362"/>
                  </a:lnTo>
                  <a:lnTo>
                    <a:pt x="4783" y="412"/>
                  </a:lnTo>
                  <a:cubicBezTo>
                    <a:pt x="4561" y="127"/>
                    <a:pt x="4213" y="0"/>
                    <a:pt x="38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8" name="Google Shape;3758;p36"/>
            <p:cNvSpPr/>
            <p:nvPr/>
          </p:nvSpPr>
          <p:spPr>
            <a:xfrm>
              <a:off x="2234850" y="2781875"/>
              <a:ext cx="29325" cy="24675"/>
            </a:xfrm>
            <a:custGeom>
              <a:avLst/>
              <a:gdLst/>
              <a:ahLst/>
              <a:cxnLst/>
              <a:rect l="l" t="t" r="r" b="b"/>
              <a:pathLst>
                <a:path w="1173" h="987" extrusionOk="0">
                  <a:moveTo>
                    <a:pt x="0" y="0"/>
                  </a:moveTo>
                  <a:lnTo>
                    <a:pt x="0" y="634"/>
                  </a:lnTo>
                  <a:lnTo>
                    <a:pt x="0" y="697"/>
                  </a:lnTo>
                  <a:cubicBezTo>
                    <a:pt x="180" y="891"/>
                    <a:pt x="366" y="987"/>
                    <a:pt x="553" y="987"/>
                  </a:cubicBezTo>
                  <a:cubicBezTo>
                    <a:pt x="762" y="987"/>
                    <a:pt x="972" y="867"/>
                    <a:pt x="1172" y="634"/>
                  </a:cubicBezTo>
                  <a:lnTo>
                    <a:pt x="11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9" name="Google Shape;3759;p36"/>
            <p:cNvSpPr/>
            <p:nvPr/>
          </p:nvSpPr>
          <p:spPr>
            <a:xfrm>
              <a:off x="2230100" y="2777125"/>
              <a:ext cx="38825" cy="34050"/>
            </a:xfrm>
            <a:custGeom>
              <a:avLst/>
              <a:gdLst/>
              <a:ahLst/>
              <a:cxnLst/>
              <a:rect l="l" t="t" r="r" b="b"/>
              <a:pathLst>
                <a:path w="1553" h="1362" extrusionOk="0">
                  <a:moveTo>
                    <a:pt x="190" y="0"/>
                  </a:moveTo>
                  <a:cubicBezTo>
                    <a:pt x="64" y="0"/>
                    <a:pt x="0" y="63"/>
                    <a:pt x="0" y="190"/>
                  </a:cubicBezTo>
                  <a:lnTo>
                    <a:pt x="0" y="887"/>
                  </a:lnTo>
                  <a:cubicBezTo>
                    <a:pt x="0" y="919"/>
                    <a:pt x="0" y="982"/>
                    <a:pt x="32" y="1014"/>
                  </a:cubicBezTo>
                  <a:cubicBezTo>
                    <a:pt x="285" y="1235"/>
                    <a:pt x="507" y="1362"/>
                    <a:pt x="760" y="1362"/>
                  </a:cubicBezTo>
                  <a:cubicBezTo>
                    <a:pt x="1014" y="1362"/>
                    <a:pt x="1267" y="1204"/>
                    <a:pt x="1520" y="950"/>
                  </a:cubicBezTo>
                  <a:cubicBezTo>
                    <a:pt x="1552" y="919"/>
                    <a:pt x="1552" y="887"/>
                    <a:pt x="1552" y="824"/>
                  </a:cubicBezTo>
                  <a:lnTo>
                    <a:pt x="1552" y="190"/>
                  </a:lnTo>
                  <a:cubicBezTo>
                    <a:pt x="1552" y="95"/>
                    <a:pt x="1457" y="0"/>
                    <a:pt x="1362" y="0"/>
                  </a:cubicBezTo>
                  <a:cubicBezTo>
                    <a:pt x="1267" y="0"/>
                    <a:pt x="1172" y="95"/>
                    <a:pt x="1172" y="190"/>
                  </a:cubicBezTo>
                  <a:lnTo>
                    <a:pt x="1172" y="760"/>
                  </a:lnTo>
                  <a:cubicBezTo>
                    <a:pt x="1045" y="919"/>
                    <a:pt x="887" y="982"/>
                    <a:pt x="760" y="982"/>
                  </a:cubicBezTo>
                  <a:cubicBezTo>
                    <a:pt x="634" y="982"/>
                    <a:pt x="507" y="919"/>
                    <a:pt x="380" y="792"/>
                  </a:cubicBezTo>
                  <a:lnTo>
                    <a:pt x="380" y="190"/>
                  </a:lnTo>
                  <a:cubicBezTo>
                    <a:pt x="380" y="63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0" name="Google Shape;3760;p36"/>
            <p:cNvSpPr/>
            <p:nvPr/>
          </p:nvSpPr>
          <p:spPr>
            <a:xfrm>
              <a:off x="2213475" y="2710600"/>
              <a:ext cx="72850" cy="73675"/>
            </a:xfrm>
            <a:custGeom>
              <a:avLst/>
              <a:gdLst/>
              <a:ahLst/>
              <a:cxnLst/>
              <a:rect l="l" t="t" r="r" b="b"/>
              <a:pathLst>
                <a:path w="2914" h="2947" extrusionOk="0">
                  <a:moveTo>
                    <a:pt x="1457" y="1"/>
                  </a:moveTo>
                  <a:cubicBezTo>
                    <a:pt x="665" y="1"/>
                    <a:pt x="0" y="666"/>
                    <a:pt x="0" y="1489"/>
                  </a:cubicBezTo>
                  <a:cubicBezTo>
                    <a:pt x="0" y="2281"/>
                    <a:pt x="665" y="2946"/>
                    <a:pt x="1457" y="2946"/>
                  </a:cubicBezTo>
                  <a:cubicBezTo>
                    <a:pt x="2281" y="2946"/>
                    <a:pt x="2914" y="2281"/>
                    <a:pt x="2914" y="1489"/>
                  </a:cubicBezTo>
                  <a:cubicBezTo>
                    <a:pt x="2914" y="666"/>
                    <a:pt x="2281" y="1"/>
                    <a:pt x="14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1" name="Google Shape;3761;p36"/>
            <p:cNvSpPr/>
            <p:nvPr/>
          </p:nvSpPr>
          <p:spPr>
            <a:xfrm>
              <a:off x="2208725" y="2705850"/>
              <a:ext cx="83150" cy="83175"/>
            </a:xfrm>
            <a:custGeom>
              <a:avLst/>
              <a:gdLst/>
              <a:ahLst/>
              <a:cxnLst/>
              <a:rect l="l" t="t" r="r" b="b"/>
              <a:pathLst>
                <a:path w="3326" h="3327" extrusionOk="0">
                  <a:moveTo>
                    <a:pt x="1647" y="381"/>
                  </a:moveTo>
                  <a:cubicBezTo>
                    <a:pt x="2344" y="381"/>
                    <a:pt x="2946" y="951"/>
                    <a:pt x="2946" y="1679"/>
                  </a:cubicBezTo>
                  <a:cubicBezTo>
                    <a:pt x="2946" y="2376"/>
                    <a:pt x="2344" y="2946"/>
                    <a:pt x="1647" y="2946"/>
                  </a:cubicBezTo>
                  <a:cubicBezTo>
                    <a:pt x="950" y="2946"/>
                    <a:pt x="380" y="2376"/>
                    <a:pt x="380" y="1679"/>
                  </a:cubicBezTo>
                  <a:cubicBezTo>
                    <a:pt x="380" y="951"/>
                    <a:pt x="950" y="381"/>
                    <a:pt x="1647" y="381"/>
                  </a:cubicBezTo>
                  <a:close/>
                  <a:moveTo>
                    <a:pt x="1647" y="1"/>
                  </a:moveTo>
                  <a:cubicBezTo>
                    <a:pt x="729" y="1"/>
                    <a:pt x="0" y="761"/>
                    <a:pt x="0" y="1679"/>
                  </a:cubicBezTo>
                  <a:cubicBezTo>
                    <a:pt x="0" y="2566"/>
                    <a:pt x="729" y="3326"/>
                    <a:pt x="1647" y="3326"/>
                  </a:cubicBezTo>
                  <a:cubicBezTo>
                    <a:pt x="2566" y="3326"/>
                    <a:pt x="3326" y="2598"/>
                    <a:pt x="3326" y="1679"/>
                  </a:cubicBezTo>
                  <a:cubicBezTo>
                    <a:pt x="3326" y="761"/>
                    <a:pt x="2566" y="1"/>
                    <a:pt x="164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2" name="Google Shape;3762;p36"/>
            <p:cNvSpPr/>
            <p:nvPr/>
          </p:nvSpPr>
          <p:spPr>
            <a:xfrm>
              <a:off x="2199225" y="2682100"/>
              <a:ext cx="100575" cy="61000"/>
            </a:xfrm>
            <a:custGeom>
              <a:avLst/>
              <a:gdLst/>
              <a:ahLst/>
              <a:cxnLst/>
              <a:rect l="l" t="t" r="r" b="b"/>
              <a:pathLst>
                <a:path w="4023" h="2440" extrusionOk="0">
                  <a:moveTo>
                    <a:pt x="1774" y="1"/>
                  </a:moveTo>
                  <a:lnTo>
                    <a:pt x="1742" y="1109"/>
                  </a:lnTo>
                  <a:lnTo>
                    <a:pt x="1520" y="286"/>
                  </a:lnTo>
                  <a:cubicBezTo>
                    <a:pt x="855" y="476"/>
                    <a:pt x="349" y="1109"/>
                    <a:pt x="349" y="1869"/>
                  </a:cubicBezTo>
                  <a:cubicBezTo>
                    <a:pt x="159" y="1869"/>
                    <a:pt x="0" y="2028"/>
                    <a:pt x="0" y="2218"/>
                  </a:cubicBezTo>
                  <a:lnTo>
                    <a:pt x="0" y="2439"/>
                  </a:lnTo>
                  <a:lnTo>
                    <a:pt x="4022" y="2439"/>
                  </a:lnTo>
                  <a:lnTo>
                    <a:pt x="4022" y="2218"/>
                  </a:lnTo>
                  <a:cubicBezTo>
                    <a:pt x="4022" y="2028"/>
                    <a:pt x="3864" y="1869"/>
                    <a:pt x="3674" y="1869"/>
                  </a:cubicBezTo>
                  <a:cubicBezTo>
                    <a:pt x="3674" y="1109"/>
                    <a:pt x="3167" y="476"/>
                    <a:pt x="2502" y="286"/>
                  </a:cubicBezTo>
                  <a:lnTo>
                    <a:pt x="2249" y="1109"/>
                  </a:lnTo>
                  <a:lnTo>
                    <a:pt x="2249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3" name="Google Shape;3763;p36"/>
            <p:cNvSpPr/>
            <p:nvPr/>
          </p:nvSpPr>
          <p:spPr>
            <a:xfrm>
              <a:off x="2194475" y="2677350"/>
              <a:ext cx="110075" cy="70500"/>
            </a:xfrm>
            <a:custGeom>
              <a:avLst/>
              <a:gdLst/>
              <a:ahLst/>
              <a:cxnLst/>
              <a:rect l="l" t="t" r="r" b="b"/>
              <a:pathLst>
                <a:path w="4403" h="2820" extrusionOk="0">
                  <a:moveTo>
                    <a:pt x="2249" y="381"/>
                  </a:moveTo>
                  <a:lnTo>
                    <a:pt x="2249" y="1299"/>
                  </a:lnTo>
                  <a:cubicBezTo>
                    <a:pt x="2249" y="1394"/>
                    <a:pt x="2312" y="1458"/>
                    <a:pt x="2407" y="1489"/>
                  </a:cubicBezTo>
                  <a:cubicBezTo>
                    <a:pt x="2502" y="1489"/>
                    <a:pt x="2565" y="1458"/>
                    <a:pt x="2597" y="1363"/>
                  </a:cubicBezTo>
                  <a:lnTo>
                    <a:pt x="2787" y="729"/>
                  </a:lnTo>
                  <a:cubicBezTo>
                    <a:pt x="3326" y="951"/>
                    <a:pt x="3674" y="1489"/>
                    <a:pt x="3674" y="2059"/>
                  </a:cubicBezTo>
                  <a:cubicBezTo>
                    <a:pt x="3674" y="2154"/>
                    <a:pt x="3737" y="2249"/>
                    <a:pt x="3864" y="2249"/>
                  </a:cubicBezTo>
                  <a:cubicBezTo>
                    <a:pt x="3959" y="2249"/>
                    <a:pt x="4022" y="2313"/>
                    <a:pt x="4022" y="2408"/>
                  </a:cubicBezTo>
                  <a:lnTo>
                    <a:pt x="4022" y="2439"/>
                  </a:lnTo>
                  <a:lnTo>
                    <a:pt x="380" y="2439"/>
                  </a:lnTo>
                  <a:lnTo>
                    <a:pt x="380" y="2408"/>
                  </a:lnTo>
                  <a:cubicBezTo>
                    <a:pt x="380" y="2313"/>
                    <a:pt x="444" y="2249"/>
                    <a:pt x="539" y="2249"/>
                  </a:cubicBezTo>
                  <a:cubicBezTo>
                    <a:pt x="665" y="2249"/>
                    <a:pt x="729" y="2154"/>
                    <a:pt x="729" y="2059"/>
                  </a:cubicBezTo>
                  <a:cubicBezTo>
                    <a:pt x="729" y="1489"/>
                    <a:pt x="1077" y="951"/>
                    <a:pt x="1584" y="729"/>
                  </a:cubicBezTo>
                  <a:lnTo>
                    <a:pt x="1742" y="1331"/>
                  </a:lnTo>
                  <a:cubicBezTo>
                    <a:pt x="1774" y="1426"/>
                    <a:pt x="1869" y="1489"/>
                    <a:pt x="1964" y="1489"/>
                  </a:cubicBezTo>
                  <a:cubicBezTo>
                    <a:pt x="2059" y="1489"/>
                    <a:pt x="2122" y="1394"/>
                    <a:pt x="2122" y="1299"/>
                  </a:cubicBezTo>
                  <a:lnTo>
                    <a:pt x="2154" y="381"/>
                  </a:lnTo>
                  <a:close/>
                  <a:moveTo>
                    <a:pt x="1964" y="1"/>
                  </a:moveTo>
                  <a:cubicBezTo>
                    <a:pt x="1869" y="1"/>
                    <a:pt x="1805" y="96"/>
                    <a:pt x="1774" y="191"/>
                  </a:cubicBezTo>
                  <a:lnTo>
                    <a:pt x="1774" y="286"/>
                  </a:lnTo>
                  <a:lnTo>
                    <a:pt x="1679" y="286"/>
                  </a:lnTo>
                  <a:cubicBezTo>
                    <a:pt x="950" y="508"/>
                    <a:pt x="444" y="1173"/>
                    <a:pt x="380" y="1901"/>
                  </a:cubicBezTo>
                  <a:cubicBezTo>
                    <a:pt x="159" y="1964"/>
                    <a:pt x="0" y="2186"/>
                    <a:pt x="0" y="2408"/>
                  </a:cubicBezTo>
                  <a:lnTo>
                    <a:pt x="0" y="2629"/>
                  </a:lnTo>
                  <a:cubicBezTo>
                    <a:pt x="0" y="2756"/>
                    <a:pt x="95" y="2819"/>
                    <a:pt x="190" y="2819"/>
                  </a:cubicBezTo>
                  <a:lnTo>
                    <a:pt x="4212" y="2819"/>
                  </a:lnTo>
                  <a:cubicBezTo>
                    <a:pt x="4339" y="2819"/>
                    <a:pt x="4402" y="2724"/>
                    <a:pt x="4402" y="2629"/>
                  </a:cubicBezTo>
                  <a:lnTo>
                    <a:pt x="4402" y="2408"/>
                  </a:lnTo>
                  <a:cubicBezTo>
                    <a:pt x="4402" y="2186"/>
                    <a:pt x="4244" y="1964"/>
                    <a:pt x="4022" y="1901"/>
                  </a:cubicBezTo>
                  <a:cubicBezTo>
                    <a:pt x="3959" y="1173"/>
                    <a:pt x="3452" y="508"/>
                    <a:pt x="2724" y="286"/>
                  </a:cubicBezTo>
                  <a:cubicBezTo>
                    <a:pt x="2692" y="286"/>
                    <a:pt x="2660" y="286"/>
                    <a:pt x="2597" y="318"/>
                  </a:cubicBezTo>
                  <a:lnTo>
                    <a:pt x="2597" y="191"/>
                  </a:lnTo>
                  <a:cubicBezTo>
                    <a:pt x="2597" y="96"/>
                    <a:pt x="2534" y="1"/>
                    <a:pt x="243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4" name="Google Shape;3764;p36"/>
            <p:cNvSpPr/>
            <p:nvPr/>
          </p:nvSpPr>
          <p:spPr>
            <a:xfrm>
              <a:off x="2359950" y="2770750"/>
              <a:ext cx="68900" cy="54675"/>
            </a:xfrm>
            <a:custGeom>
              <a:avLst/>
              <a:gdLst/>
              <a:ahLst/>
              <a:cxnLst/>
              <a:rect l="l" t="t" r="r" b="b"/>
              <a:pathLst>
                <a:path w="2756" h="2187" extrusionOk="0">
                  <a:moveTo>
                    <a:pt x="2524" y="0"/>
                  </a:moveTo>
                  <a:cubicBezTo>
                    <a:pt x="2491" y="0"/>
                    <a:pt x="2461" y="11"/>
                    <a:pt x="2439" y="33"/>
                  </a:cubicBezTo>
                  <a:lnTo>
                    <a:pt x="95" y="1839"/>
                  </a:lnTo>
                  <a:cubicBezTo>
                    <a:pt x="0" y="1902"/>
                    <a:pt x="0" y="2029"/>
                    <a:pt x="63" y="2092"/>
                  </a:cubicBezTo>
                  <a:cubicBezTo>
                    <a:pt x="95" y="2155"/>
                    <a:pt x="158" y="2187"/>
                    <a:pt x="190" y="2187"/>
                  </a:cubicBezTo>
                  <a:cubicBezTo>
                    <a:pt x="253" y="2187"/>
                    <a:pt x="285" y="2155"/>
                    <a:pt x="317" y="2124"/>
                  </a:cubicBezTo>
                  <a:lnTo>
                    <a:pt x="2660" y="350"/>
                  </a:lnTo>
                  <a:cubicBezTo>
                    <a:pt x="2755" y="287"/>
                    <a:pt x="2755" y="160"/>
                    <a:pt x="2692" y="97"/>
                  </a:cubicBezTo>
                  <a:cubicBezTo>
                    <a:pt x="2651" y="35"/>
                    <a:pt x="2584" y="0"/>
                    <a:pt x="252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5" name="Google Shape;3765;p36"/>
            <p:cNvSpPr/>
            <p:nvPr/>
          </p:nvSpPr>
          <p:spPr>
            <a:xfrm>
              <a:off x="2283925" y="2840450"/>
              <a:ext cx="9525" cy="34075"/>
            </a:xfrm>
            <a:custGeom>
              <a:avLst/>
              <a:gdLst/>
              <a:ahLst/>
              <a:cxnLst/>
              <a:rect l="l" t="t" r="r" b="b"/>
              <a:pathLst>
                <a:path w="381" h="1363" extrusionOk="0">
                  <a:moveTo>
                    <a:pt x="191" y="1"/>
                  </a:moveTo>
                  <a:cubicBezTo>
                    <a:pt x="96" y="1"/>
                    <a:pt x="1" y="64"/>
                    <a:pt x="1" y="191"/>
                  </a:cubicBezTo>
                  <a:lnTo>
                    <a:pt x="1" y="1172"/>
                  </a:lnTo>
                  <a:cubicBezTo>
                    <a:pt x="1" y="1267"/>
                    <a:pt x="96" y="1362"/>
                    <a:pt x="191" y="1362"/>
                  </a:cubicBezTo>
                  <a:cubicBezTo>
                    <a:pt x="318" y="1362"/>
                    <a:pt x="381" y="1267"/>
                    <a:pt x="381" y="1172"/>
                  </a:cubicBezTo>
                  <a:lnTo>
                    <a:pt x="381" y="191"/>
                  </a:lnTo>
                  <a:cubicBezTo>
                    <a:pt x="381" y="64"/>
                    <a:pt x="318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66" name="Google Shape;3766;p36"/>
          <p:cNvSpPr txBox="1"/>
          <p:nvPr/>
        </p:nvSpPr>
        <p:spPr>
          <a:xfrm>
            <a:off x="200720" y="141250"/>
            <a:ext cx="8727689" cy="52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+mn-lt"/>
                <a:ea typeface="Fira Sans Medium"/>
                <a:cs typeface="Fira Sans Medium"/>
                <a:sym typeface="Fira Sans Medium"/>
              </a:rPr>
              <a:t>CHALLENGES FACED</a:t>
            </a:r>
            <a:endParaRPr sz="2800" dirty="0">
              <a:latin typeface="+mn-lt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768" name="Google Shape;3768;p36"/>
          <p:cNvSpPr txBox="1"/>
          <p:nvPr/>
        </p:nvSpPr>
        <p:spPr>
          <a:xfrm>
            <a:off x="587297" y="2765502"/>
            <a:ext cx="1326265" cy="10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200" dirty="0"/>
              <a:t>Time series data was non-stationery and required differencing.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70" name="Google Shape;3770;p36"/>
          <p:cNvSpPr txBox="1"/>
          <p:nvPr/>
        </p:nvSpPr>
        <p:spPr>
          <a:xfrm>
            <a:off x="2103865" y="3048000"/>
            <a:ext cx="1523998" cy="1182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dirty="0"/>
              <a:t>2. Model parameter tuning(ARIMA/SARIMA).</a:t>
            </a:r>
          </a:p>
        </p:txBody>
      </p:sp>
      <p:sp>
        <p:nvSpPr>
          <p:cNvPr id="3772" name="Google Shape;3772;p36"/>
          <p:cNvSpPr txBox="1"/>
          <p:nvPr/>
        </p:nvSpPr>
        <p:spPr>
          <a:xfrm>
            <a:off x="5409627" y="3048000"/>
            <a:ext cx="1402800" cy="1182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200" dirty="0"/>
              <a:t>4.Model performance comparison</a:t>
            </a:r>
            <a:endParaRPr sz="1200" dirty="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73" name="Google Shape;3773;p36"/>
          <p:cNvSpPr txBox="1"/>
          <p:nvPr/>
        </p:nvSpPr>
        <p:spPr>
          <a:xfrm>
            <a:off x="7119424" y="2939950"/>
            <a:ext cx="1314325" cy="8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774" name="Google Shape;3774;p36"/>
          <p:cNvSpPr txBox="1"/>
          <p:nvPr/>
        </p:nvSpPr>
        <p:spPr>
          <a:xfrm>
            <a:off x="7207900" y="2887912"/>
            <a:ext cx="1532846" cy="8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000" b="1" dirty="0"/>
              <a:t>Solutions</a:t>
            </a:r>
            <a:br>
              <a:rPr lang="en-US" sz="1000" dirty="0"/>
            </a:br>
            <a:r>
              <a:rPr lang="en-US" sz="1000" dirty="0"/>
              <a:t>1.Used ACF/PACF plots for parameter selection</a:t>
            </a:r>
          </a:p>
          <a:p>
            <a:r>
              <a:rPr lang="en-US" sz="1000" dirty="0"/>
              <a:t>2.Created lag features and moving </a:t>
            </a:r>
          </a:p>
          <a:p>
            <a:r>
              <a:rPr lang="en-US" sz="1000" dirty="0"/>
              <a:t>averages</a:t>
            </a:r>
          </a:p>
          <a:p>
            <a:r>
              <a:rPr lang="en-US" sz="1000" dirty="0"/>
              <a:t>3. Evaluated model using RMSE and MAE</a:t>
            </a:r>
          </a:p>
        </p:txBody>
      </p:sp>
      <p:sp>
        <p:nvSpPr>
          <p:cNvPr id="3776" name="Google Shape;3776;p36"/>
          <p:cNvSpPr txBox="1"/>
          <p:nvPr/>
        </p:nvSpPr>
        <p:spPr>
          <a:xfrm>
            <a:off x="3711837" y="2212828"/>
            <a:ext cx="1697789" cy="10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200" dirty="0"/>
              <a:t>3.Overfitting risk</a:t>
            </a:r>
            <a:endParaRPr sz="1200" dirty="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7" name="Google Shape;3927;p38"/>
          <p:cNvSpPr/>
          <p:nvPr/>
        </p:nvSpPr>
        <p:spPr>
          <a:xfrm>
            <a:off x="4017371" y="939259"/>
            <a:ext cx="4679304" cy="622934"/>
          </a:xfrm>
          <a:custGeom>
            <a:avLst/>
            <a:gdLst/>
            <a:ahLst/>
            <a:cxnLst/>
            <a:rect l="l" t="t" r="r" b="b"/>
            <a:pathLst>
              <a:path w="143652" h="19066" extrusionOk="0">
                <a:moveTo>
                  <a:pt x="9533" y="1"/>
                </a:moveTo>
                <a:cubicBezTo>
                  <a:pt x="4276" y="1"/>
                  <a:pt x="1" y="4276"/>
                  <a:pt x="1" y="9533"/>
                </a:cubicBezTo>
                <a:cubicBezTo>
                  <a:pt x="1" y="14758"/>
                  <a:pt x="4276" y="19065"/>
                  <a:pt x="9533" y="19065"/>
                </a:cubicBezTo>
                <a:lnTo>
                  <a:pt x="134119" y="19065"/>
                </a:lnTo>
                <a:cubicBezTo>
                  <a:pt x="139345" y="19065"/>
                  <a:pt x="143652" y="14758"/>
                  <a:pt x="143652" y="9533"/>
                </a:cubicBezTo>
                <a:cubicBezTo>
                  <a:pt x="143652" y="4276"/>
                  <a:pt x="139345" y="1"/>
                  <a:pt x="134119" y="1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N" dirty="0"/>
              <a:t>              Successfully Forecasted Apple stock prices</a:t>
            </a:r>
          </a:p>
        </p:txBody>
      </p:sp>
      <p:sp>
        <p:nvSpPr>
          <p:cNvPr id="3928" name="Google Shape;3928;p38"/>
          <p:cNvSpPr/>
          <p:nvPr/>
        </p:nvSpPr>
        <p:spPr>
          <a:xfrm>
            <a:off x="3987635" y="938214"/>
            <a:ext cx="622934" cy="623979"/>
          </a:xfrm>
          <a:custGeom>
            <a:avLst/>
            <a:gdLst/>
            <a:ahLst/>
            <a:cxnLst/>
            <a:rect l="l" t="t" r="r" b="b"/>
            <a:pathLst>
              <a:path w="19066" h="19098" extrusionOk="0">
                <a:moveTo>
                  <a:pt x="9533" y="1"/>
                </a:moveTo>
                <a:cubicBezTo>
                  <a:pt x="4276" y="1"/>
                  <a:pt x="1" y="4276"/>
                  <a:pt x="1" y="9565"/>
                </a:cubicBezTo>
                <a:cubicBezTo>
                  <a:pt x="1" y="14822"/>
                  <a:pt x="4276" y="19097"/>
                  <a:pt x="9533" y="19097"/>
                </a:cubicBezTo>
                <a:cubicBezTo>
                  <a:pt x="14790" y="19097"/>
                  <a:pt x="19065" y="14822"/>
                  <a:pt x="19065" y="9565"/>
                </a:cubicBezTo>
                <a:cubicBezTo>
                  <a:pt x="19065" y="4276"/>
                  <a:pt x="14790" y="1"/>
                  <a:pt x="9533" y="1"/>
                </a:cubicBezTo>
                <a:close/>
              </a:path>
            </a:pathLst>
          </a:custGeom>
          <a:solidFill>
            <a:srgbClr val="CACAC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rgbClr val="FFFFFF"/>
                </a:solidFill>
                <a:latin typeface="Arial Black" panose="020B0A04020102020204" pitchFamily="34" charset="0"/>
                <a:ea typeface="Fira Sans"/>
                <a:cs typeface="Fira Sans"/>
                <a:sym typeface="Fira Sans"/>
              </a:rPr>
              <a:t>1</a:t>
            </a:r>
            <a:endParaRPr sz="2500" dirty="0">
              <a:solidFill>
                <a:srgbClr val="FFFFFF"/>
              </a:solidFill>
              <a:latin typeface="Arial Black" panose="020B0A04020102020204" pitchFamily="34" charset="0"/>
              <a:ea typeface="Fira Sans"/>
              <a:cs typeface="Fira Sans"/>
              <a:sym typeface="Fira Sans"/>
            </a:endParaRPr>
          </a:p>
        </p:txBody>
      </p:sp>
      <p:sp>
        <p:nvSpPr>
          <p:cNvPr id="3929" name="Google Shape;3929;p38"/>
          <p:cNvSpPr/>
          <p:nvPr/>
        </p:nvSpPr>
        <p:spPr>
          <a:xfrm>
            <a:off x="3976265" y="926844"/>
            <a:ext cx="645674" cy="646719"/>
          </a:xfrm>
          <a:custGeom>
            <a:avLst/>
            <a:gdLst/>
            <a:ahLst/>
            <a:cxnLst/>
            <a:rect l="l" t="t" r="r" b="b"/>
            <a:pathLst>
              <a:path w="19762" h="19794" extrusionOk="0">
                <a:moveTo>
                  <a:pt x="9881" y="697"/>
                </a:moveTo>
                <a:cubicBezTo>
                  <a:pt x="14948" y="697"/>
                  <a:pt x="19065" y="4846"/>
                  <a:pt x="19065" y="9913"/>
                </a:cubicBezTo>
                <a:cubicBezTo>
                  <a:pt x="19065" y="14980"/>
                  <a:pt x="14948" y="19097"/>
                  <a:pt x="9881" y="19097"/>
                </a:cubicBezTo>
                <a:cubicBezTo>
                  <a:pt x="4814" y="19097"/>
                  <a:pt x="697" y="14980"/>
                  <a:pt x="697" y="9913"/>
                </a:cubicBezTo>
                <a:cubicBezTo>
                  <a:pt x="697" y="4846"/>
                  <a:pt x="4814" y="697"/>
                  <a:pt x="9881" y="697"/>
                </a:cubicBezTo>
                <a:close/>
                <a:moveTo>
                  <a:pt x="9881" y="1"/>
                </a:moveTo>
                <a:cubicBezTo>
                  <a:pt x="7252" y="1"/>
                  <a:pt x="4751" y="1046"/>
                  <a:pt x="2882" y="2914"/>
                </a:cubicBezTo>
                <a:cubicBezTo>
                  <a:pt x="1014" y="4783"/>
                  <a:pt x="0" y="7253"/>
                  <a:pt x="0" y="9913"/>
                </a:cubicBezTo>
                <a:cubicBezTo>
                  <a:pt x="0" y="12541"/>
                  <a:pt x="1014" y="15043"/>
                  <a:pt x="2882" y="16912"/>
                </a:cubicBezTo>
                <a:cubicBezTo>
                  <a:pt x="4751" y="18780"/>
                  <a:pt x="7252" y="19794"/>
                  <a:pt x="9881" y="19794"/>
                </a:cubicBezTo>
                <a:cubicBezTo>
                  <a:pt x="12541" y="19794"/>
                  <a:pt x="15011" y="18780"/>
                  <a:pt x="16880" y="16912"/>
                </a:cubicBezTo>
                <a:cubicBezTo>
                  <a:pt x="18748" y="15043"/>
                  <a:pt x="19762" y="12541"/>
                  <a:pt x="19762" y="9913"/>
                </a:cubicBezTo>
                <a:cubicBezTo>
                  <a:pt x="19762" y="7253"/>
                  <a:pt x="18748" y="4783"/>
                  <a:pt x="16880" y="2914"/>
                </a:cubicBezTo>
                <a:cubicBezTo>
                  <a:pt x="15011" y="1046"/>
                  <a:pt x="12541" y="1"/>
                  <a:pt x="988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0" name="Google Shape;3930;p38"/>
          <p:cNvSpPr/>
          <p:nvPr/>
        </p:nvSpPr>
        <p:spPr>
          <a:xfrm>
            <a:off x="4571999" y="1729771"/>
            <a:ext cx="4109105" cy="622934"/>
          </a:xfrm>
          <a:custGeom>
            <a:avLst/>
            <a:gdLst/>
            <a:ahLst/>
            <a:cxnLst/>
            <a:rect l="l" t="t" r="r" b="b"/>
            <a:pathLst>
              <a:path w="143652" h="19066" extrusionOk="0">
                <a:moveTo>
                  <a:pt x="9533" y="1"/>
                </a:moveTo>
                <a:cubicBezTo>
                  <a:pt x="4276" y="1"/>
                  <a:pt x="1" y="4276"/>
                  <a:pt x="1" y="9533"/>
                </a:cubicBezTo>
                <a:cubicBezTo>
                  <a:pt x="1" y="14758"/>
                  <a:pt x="4276" y="19065"/>
                  <a:pt x="9533" y="19065"/>
                </a:cubicBezTo>
                <a:lnTo>
                  <a:pt x="134119" y="19065"/>
                </a:lnTo>
                <a:cubicBezTo>
                  <a:pt x="139345" y="19065"/>
                  <a:pt x="143652" y="14758"/>
                  <a:pt x="143652" y="9533"/>
                </a:cubicBezTo>
                <a:cubicBezTo>
                  <a:pt x="143652" y="4276"/>
                  <a:pt x="139345" y="1"/>
                  <a:pt x="134119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Compared multiple forecasting techniques</a:t>
            </a:r>
          </a:p>
        </p:txBody>
      </p:sp>
      <p:sp>
        <p:nvSpPr>
          <p:cNvPr id="3931" name="Google Shape;3931;p38"/>
          <p:cNvSpPr/>
          <p:nvPr/>
        </p:nvSpPr>
        <p:spPr>
          <a:xfrm>
            <a:off x="3987635" y="1729771"/>
            <a:ext cx="622934" cy="622934"/>
          </a:xfrm>
          <a:custGeom>
            <a:avLst/>
            <a:gdLst/>
            <a:ahLst/>
            <a:cxnLst/>
            <a:rect l="l" t="t" r="r" b="b"/>
            <a:pathLst>
              <a:path w="19066" h="19066" extrusionOk="0">
                <a:moveTo>
                  <a:pt x="9533" y="1"/>
                </a:moveTo>
                <a:cubicBezTo>
                  <a:pt x="4276" y="1"/>
                  <a:pt x="1" y="4244"/>
                  <a:pt x="1" y="9533"/>
                </a:cubicBezTo>
                <a:cubicBezTo>
                  <a:pt x="1" y="14790"/>
                  <a:pt x="4276" y="19065"/>
                  <a:pt x="9533" y="19065"/>
                </a:cubicBezTo>
                <a:cubicBezTo>
                  <a:pt x="14790" y="19065"/>
                  <a:pt x="19065" y="14790"/>
                  <a:pt x="19065" y="9533"/>
                </a:cubicBezTo>
                <a:cubicBezTo>
                  <a:pt x="19065" y="4244"/>
                  <a:pt x="14790" y="1"/>
                  <a:pt x="9533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rgbClr val="FFFFFF"/>
                </a:solidFill>
                <a:latin typeface="Arial Black" panose="020B0A04020102020204" pitchFamily="34" charset="0"/>
                <a:ea typeface="Fira Sans"/>
                <a:cs typeface="Fira Sans"/>
                <a:sym typeface="Fira Sans"/>
              </a:rPr>
              <a:t>2</a:t>
            </a:r>
            <a:endParaRPr sz="2500" dirty="0">
              <a:solidFill>
                <a:srgbClr val="FFFFFF"/>
              </a:solidFill>
              <a:latin typeface="Arial Black" panose="020B0A04020102020204" pitchFamily="34" charset="0"/>
              <a:ea typeface="Fira Sans"/>
              <a:cs typeface="Fira Sans"/>
              <a:sym typeface="Fira Sans"/>
            </a:endParaRPr>
          </a:p>
        </p:txBody>
      </p:sp>
      <p:sp>
        <p:nvSpPr>
          <p:cNvPr id="3932" name="Google Shape;3932;p38"/>
          <p:cNvSpPr/>
          <p:nvPr/>
        </p:nvSpPr>
        <p:spPr>
          <a:xfrm>
            <a:off x="3976265" y="1717355"/>
            <a:ext cx="645674" cy="646719"/>
          </a:xfrm>
          <a:custGeom>
            <a:avLst/>
            <a:gdLst/>
            <a:ahLst/>
            <a:cxnLst/>
            <a:rect l="l" t="t" r="r" b="b"/>
            <a:pathLst>
              <a:path w="19762" h="19794" extrusionOk="0">
                <a:moveTo>
                  <a:pt x="9881" y="697"/>
                </a:moveTo>
                <a:cubicBezTo>
                  <a:pt x="14948" y="697"/>
                  <a:pt x="19065" y="4846"/>
                  <a:pt x="19065" y="9913"/>
                </a:cubicBezTo>
                <a:cubicBezTo>
                  <a:pt x="19065" y="14980"/>
                  <a:pt x="14948" y="19097"/>
                  <a:pt x="9881" y="19097"/>
                </a:cubicBezTo>
                <a:cubicBezTo>
                  <a:pt x="4814" y="19097"/>
                  <a:pt x="697" y="14980"/>
                  <a:pt x="697" y="9913"/>
                </a:cubicBezTo>
                <a:cubicBezTo>
                  <a:pt x="697" y="4846"/>
                  <a:pt x="4814" y="697"/>
                  <a:pt x="9881" y="697"/>
                </a:cubicBezTo>
                <a:close/>
                <a:moveTo>
                  <a:pt x="9881" y="1"/>
                </a:moveTo>
                <a:cubicBezTo>
                  <a:pt x="7252" y="1"/>
                  <a:pt x="4751" y="1046"/>
                  <a:pt x="2882" y="2914"/>
                </a:cubicBezTo>
                <a:cubicBezTo>
                  <a:pt x="1014" y="4783"/>
                  <a:pt x="0" y="7253"/>
                  <a:pt x="0" y="9913"/>
                </a:cubicBezTo>
                <a:cubicBezTo>
                  <a:pt x="0" y="12541"/>
                  <a:pt x="1014" y="15043"/>
                  <a:pt x="2882" y="16912"/>
                </a:cubicBezTo>
                <a:cubicBezTo>
                  <a:pt x="4751" y="18780"/>
                  <a:pt x="7252" y="19794"/>
                  <a:pt x="9881" y="19794"/>
                </a:cubicBezTo>
                <a:cubicBezTo>
                  <a:pt x="12541" y="19794"/>
                  <a:pt x="15011" y="18780"/>
                  <a:pt x="16880" y="16912"/>
                </a:cubicBezTo>
                <a:cubicBezTo>
                  <a:pt x="18748" y="15043"/>
                  <a:pt x="19762" y="12541"/>
                  <a:pt x="19762" y="9913"/>
                </a:cubicBezTo>
                <a:cubicBezTo>
                  <a:pt x="19762" y="7253"/>
                  <a:pt x="18748" y="4783"/>
                  <a:pt x="16880" y="2914"/>
                </a:cubicBezTo>
                <a:cubicBezTo>
                  <a:pt x="15011" y="1046"/>
                  <a:pt x="12541" y="1"/>
                  <a:pt x="988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3" name="Google Shape;3933;p38"/>
          <p:cNvSpPr/>
          <p:nvPr/>
        </p:nvSpPr>
        <p:spPr>
          <a:xfrm>
            <a:off x="3987635" y="2520282"/>
            <a:ext cx="4693470" cy="622934"/>
          </a:xfrm>
          <a:custGeom>
            <a:avLst/>
            <a:gdLst/>
            <a:ahLst/>
            <a:cxnLst/>
            <a:rect l="l" t="t" r="r" b="b"/>
            <a:pathLst>
              <a:path w="143652" h="19066" extrusionOk="0">
                <a:moveTo>
                  <a:pt x="9533" y="1"/>
                </a:moveTo>
                <a:cubicBezTo>
                  <a:pt x="4276" y="1"/>
                  <a:pt x="1" y="4276"/>
                  <a:pt x="1" y="9533"/>
                </a:cubicBezTo>
                <a:cubicBezTo>
                  <a:pt x="1" y="14758"/>
                  <a:pt x="4276" y="19065"/>
                  <a:pt x="9533" y="19065"/>
                </a:cubicBezTo>
                <a:lnTo>
                  <a:pt x="134119" y="19065"/>
                </a:lnTo>
                <a:cubicBezTo>
                  <a:pt x="139345" y="19065"/>
                  <a:pt x="143652" y="14790"/>
                  <a:pt x="143652" y="9533"/>
                </a:cubicBezTo>
                <a:cubicBezTo>
                  <a:pt x="143652" y="4276"/>
                  <a:pt x="139345" y="1"/>
                  <a:pt x="134119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indent="-342900">
              <a:buAutoNum type="arabicPeriod"/>
            </a:pPr>
            <a:r>
              <a:rPr lang="en-IN" dirty="0"/>
              <a:t>        Delivered data driven market insights.</a:t>
            </a:r>
          </a:p>
        </p:txBody>
      </p:sp>
      <p:sp>
        <p:nvSpPr>
          <p:cNvPr id="3934" name="Google Shape;3934;p38"/>
          <p:cNvSpPr/>
          <p:nvPr/>
        </p:nvSpPr>
        <p:spPr>
          <a:xfrm>
            <a:off x="3987635" y="2519237"/>
            <a:ext cx="622934" cy="623979"/>
          </a:xfrm>
          <a:custGeom>
            <a:avLst/>
            <a:gdLst/>
            <a:ahLst/>
            <a:cxnLst/>
            <a:rect l="l" t="t" r="r" b="b"/>
            <a:pathLst>
              <a:path w="19066" h="19098" extrusionOk="0">
                <a:moveTo>
                  <a:pt x="9533" y="1"/>
                </a:moveTo>
                <a:cubicBezTo>
                  <a:pt x="4276" y="1"/>
                  <a:pt x="1" y="4276"/>
                  <a:pt x="1" y="9565"/>
                </a:cubicBezTo>
                <a:cubicBezTo>
                  <a:pt x="1" y="14822"/>
                  <a:pt x="4276" y="19097"/>
                  <a:pt x="9533" y="19097"/>
                </a:cubicBezTo>
                <a:cubicBezTo>
                  <a:pt x="14790" y="19097"/>
                  <a:pt x="19065" y="14822"/>
                  <a:pt x="19065" y="9565"/>
                </a:cubicBezTo>
                <a:cubicBezTo>
                  <a:pt x="19065" y="4276"/>
                  <a:pt x="14790" y="1"/>
                  <a:pt x="9533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rgbClr val="FFFFFF"/>
                </a:solidFill>
                <a:latin typeface="Arial Black" panose="020B0A04020102020204" pitchFamily="34" charset="0"/>
                <a:ea typeface="Fira Sans"/>
                <a:cs typeface="Fira Sans"/>
                <a:sym typeface="Fira Sans"/>
              </a:rPr>
              <a:t>3</a:t>
            </a:r>
            <a:endParaRPr sz="2500" dirty="0">
              <a:solidFill>
                <a:srgbClr val="FFFFFF"/>
              </a:solidFill>
              <a:latin typeface="Arial Black" panose="020B0A04020102020204" pitchFamily="34" charset="0"/>
              <a:ea typeface="Fira Sans"/>
              <a:cs typeface="Fira Sans"/>
              <a:sym typeface="Fira Sans"/>
            </a:endParaRPr>
          </a:p>
        </p:txBody>
      </p:sp>
      <p:sp>
        <p:nvSpPr>
          <p:cNvPr id="3935" name="Google Shape;3935;p38"/>
          <p:cNvSpPr/>
          <p:nvPr/>
        </p:nvSpPr>
        <p:spPr>
          <a:xfrm>
            <a:off x="3976265" y="2508912"/>
            <a:ext cx="645674" cy="645674"/>
          </a:xfrm>
          <a:custGeom>
            <a:avLst/>
            <a:gdLst/>
            <a:ahLst/>
            <a:cxnLst/>
            <a:rect l="l" t="t" r="r" b="b"/>
            <a:pathLst>
              <a:path w="19762" h="19762" extrusionOk="0">
                <a:moveTo>
                  <a:pt x="9881" y="697"/>
                </a:moveTo>
                <a:cubicBezTo>
                  <a:pt x="14948" y="697"/>
                  <a:pt x="19065" y="4814"/>
                  <a:pt x="19065" y="9881"/>
                </a:cubicBezTo>
                <a:cubicBezTo>
                  <a:pt x="19065" y="14948"/>
                  <a:pt x="14948" y="19065"/>
                  <a:pt x="9881" y="19065"/>
                </a:cubicBezTo>
                <a:cubicBezTo>
                  <a:pt x="4814" y="19065"/>
                  <a:pt x="697" y="14948"/>
                  <a:pt x="697" y="9881"/>
                </a:cubicBezTo>
                <a:cubicBezTo>
                  <a:pt x="697" y="4814"/>
                  <a:pt x="4814" y="697"/>
                  <a:pt x="9881" y="697"/>
                </a:cubicBezTo>
                <a:close/>
                <a:moveTo>
                  <a:pt x="9881" y="0"/>
                </a:moveTo>
                <a:cubicBezTo>
                  <a:pt x="7252" y="0"/>
                  <a:pt x="4751" y="1014"/>
                  <a:pt x="2882" y="2882"/>
                </a:cubicBezTo>
                <a:cubicBezTo>
                  <a:pt x="1014" y="4751"/>
                  <a:pt x="0" y="7221"/>
                  <a:pt x="0" y="9881"/>
                </a:cubicBezTo>
                <a:cubicBezTo>
                  <a:pt x="0" y="12510"/>
                  <a:pt x="1014" y="15011"/>
                  <a:pt x="2882" y="16880"/>
                </a:cubicBezTo>
                <a:cubicBezTo>
                  <a:pt x="4751" y="18748"/>
                  <a:pt x="7252" y="19762"/>
                  <a:pt x="9881" y="19762"/>
                </a:cubicBezTo>
                <a:cubicBezTo>
                  <a:pt x="12541" y="19762"/>
                  <a:pt x="15011" y="18748"/>
                  <a:pt x="16880" y="16880"/>
                </a:cubicBezTo>
                <a:cubicBezTo>
                  <a:pt x="18748" y="15011"/>
                  <a:pt x="19762" y="12510"/>
                  <a:pt x="19762" y="9881"/>
                </a:cubicBezTo>
                <a:cubicBezTo>
                  <a:pt x="19762" y="7221"/>
                  <a:pt x="18748" y="4751"/>
                  <a:pt x="16880" y="2882"/>
                </a:cubicBezTo>
                <a:cubicBezTo>
                  <a:pt x="15011" y="1014"/>
                  <a:pt x="12541" y="0"/>
                  <a:pt x="988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8" name="Google Shape;3938;p38"/>
          <p:cNvSpPr/>
          <p:nvPr/>
        </p:nvSpPr>
        <p:spPr>
          <a:xfrm>
            <a:off x="3976265" y="3299423"/>
            <a:ext cx="645674" cy="645674"/>
          </a:xfrm>
          <a:custGeom>
            <a:avLst/>
            <a:gdLst/>
            <a:ahLst/>
            <a:cxnLst/>
            <a:rect l="l" t="t" r="r" b="b"/>
            <a:pathLst>
              <a:path w="19762" h="19762" extrusionOk="0">
                <a:moveTo>
                  <a:pt x="9881" y="697"/>
                </a:moveTo>
                <a:cubicBezTo>
                  <a:pt x="14948" y="697"/>
                  <a:pt x="19065" y="4814"/>
                  <a:pt x="19065" y="9881"/>
                </a:cubicBezTo>
                <a:cubicBezTo>
                  <a:pt x="19065" y="14948"/>
                  <a:pt x="14948" y="19065"/>
                  <a:pt x="9881" y="19065"/>
                </a:cubicBezTo>
                <a:cubicBezTo>
                  <a:pt x="4814" y="19065"/>
                  <a:pt x="697" y="14948"/>
                  <a:pt x="697" y="9881"/>
                </a:cubicBezTo>
                <a:cubicBezTo>
                  <a:pt x="697" y="4814"/>
                  <a:pt x="4814" y="697"/>
                  <a:pt x="9881" y="697"/>
                </a:cubicBezTo>
                <a:close/>
                <a:moveTo>
                  <a:pt x="9881" y="0"/>
                </a:moveTo>
                <a:cubicBezTo>
                  <a:pt x="7252" y="0"/>
                  <a:pt x="4751" y="1014"/>
                  <a:pt x="2882" y="2882"/>
                </a:cubicBezTo>
                <a:cubicBezTo>
                  <a:pt x="1014" y="4751"/>
                  <a:pt x="0" y="7221"/>
                  <a:pt x="0" y="9881"/>
                </a:cubicBezTo>
                <a:cubicBezTo>
                  <a:pt x="0" y="12510"/>
                  <a:pt x="1014" y="15011"/>
                  <a:pt x="2882" y="16880"/>
                </a:cubicBezTo>
                <a:cubicBezTo>
                  <a:pt x="4751" y="18748"/>
                  <a:pt x="7252" y="19762"/>
                  <a:pt x="9881" y="19762"/>
                </a:cubicBezTo>
                <a:cubicBezTo>
                  <a:pt x="12541" y="19762"/>
                  <a:pt x="15011" y="18748"/>
                  <a:pt x="16880" y="16880"/>
                </a:cubicBezTo>
                <a:cubicBezTo>
                  <a:pt x="18748" y="15011"/>
                  <a:pt x="19762" y="12510"/>
                  <a:pt x="19762" y="9881"/>
                </a:cubicBezTo>
                <a:cubicBezTo>
                  <a:pt x="19762" y="7221"/>
                  <a:pt x="18748" y="4751"/>
                  <a:pt x="16880" y="2882"/>
                </a:cubicBezTo>
                <a:cubicBezTo>
                  <a:pt x="15011" y="1014"/>
                  <a:pt x="12541" y="0"/>
                  <a:pt x="988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9" name="Google Shape;3939;p38"/>
          <p:cNvSpPr/>
          <p:nvPr/>
        </p:nvSpPr>
        <p:spPr>
          <a:xfrm>
            <a:off x="3987635" y="4101304"/>
            <a:ext cx="4693470" cy="622934"/>
          </a:xfrm>
          <a:custGeom>
            <a:avLst/>
            <a:gdLst/>
            <a:ahLst/>
            <a:cxnLst/>
            <a:rect l="l" t="t" r="r" b="b"/>
            <a:pathLst>
              <a:path w="143652" h="19066" extrusionOk="0">
                <a:moveTo>
                  <a:pt x="9533" y="1"/>
                </a:moveTo>
                <a:cubicBezTo>
                  <a:pt x="4276" y="1"/>
                  <a:pt x="1" y="4308"/>
                  <a:pt x="1" y="9533"/>
                </a:cubicBezTo>
                <a:cubicBezTo>
                  <a:pt x="1" y="14790"/>
                  <a:pt x="4276" y="19065"/>
                  <a:pt x="9533" y="19065"/>
                </a:cubicBezTo>
                <a:lnTo>
                  <a:pt x="134119" y="19065"/>
                </a:lnTo>
                <a:cubicBezTo>
                  <a:pt x="139345" y="19065"/>
                  <a:pt x="143652" y="14790"/>
                  <a:pt x="143652" y="9533"/>
                </a:cubicBezTo>
                <a:cubicBezTo>
                  <a:pt x="143652" y="4308"/>
                  <a:pt x="139345" y="1"/>
                  <a:pt x="134119" y="1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0" name="Google Shape;3940;p38"/>
          <p:cNvSpPr/>
          <p:nvPr/>
        </p:nvSpPr>
        <p:spPr>
          <a:xfrm>
            <a:off x="3987635" y="4101304"/>
            <a:ext cx="622934" cy="623979"/>
          </a:xfrm>
          <a:custGeom>
            <a:avLst/>
            <a:gdLst/>
            <a:ahLst/>
            <a:cxnLst/>
            <a:rect l="l" t="t" r="r" b="b"/>
            <a:pathLst>
              <a:path w="19066" h="19098" extrusionOk="0">
                <a:moveTo>
                  <a:pt x="9533" y="1"/>
                </a:moveTo>
                <a:cubicBezTo>
                  <a:pt x="4276" y="1"/>
                  <a:pt x="1" y="4276"/>
                  <a:pt x="1" y="9533"/>
                </a:cubicBezTo>
                <a:cubicBezTo>
                  <a:pt x="1" y="14822"/>
                  <a:pt x="4276" y="19097"/>
                  <a:pt x="9533" y="19097"/>
                </a:cubicBezTo>
                <a:cubicBezTo>
                  <a:pt x="14790" y="19097"/>
                  <a:pt x="19065" y="14822"/>
                  <a:pt x="19065" y="9533"/>
                </a:cubicBezTo>
                <a:cubicBezTo>
                  <a:pt x="19065" y="4276"/>
                  <a:pt x="14790" y="1"/>
                  <a:pt x="9533" y="1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rgbClr val="FFFFFF"/>
                </a:solidFill>
                <a:latin typeface="Arial Black" panose="020B0A04020102020204" pitchFamily="34" charset="0"/>
                <a:ea typeface="Fira Sans"/>
                <a:cs typeface="Fira Sans"/>
                <a:sym typeface="Fira Sans"/>
              </a:rPr>
              <a:t>5</a:t>
            </a:r>
            <a:endParaRPr sz="2500" dirty="0">
              <a:solidFill>
                <a:srgbClr val="FFFFFF"/>
              </a:solidFill>
              <a:latin typeface="Arial Black" panose="020B0A04020102020204" pitchFamily="34" charset="0"/>
              <a:ea typeface="Fira Sans"/>
              <a:cs typeface="Fira Sans"/>
              <a:sym typeface="Fira Sans"/>
            </a:endParaRPr>
          </a:p>
        </p:txBody>
      </p:sp>
      <p:sp>
        <p:nvSpPr>
          <p:cNvPr id="3941" name="Google Shape;3941;p38"/>
          <p:cNvSpPr/>
          <p:nvPr/>
        </p:nvSpPr>
        <p:spPr>
          <a:xfrm>
            <a:off x="3987635" y="4089934"/>
            <a:ext cx="645674" cy="646719"/>
          </a:xfrm>
          <a:custGeom>
            <a:avLst/>
            <a:gdLst/>
            <a:ahLst/>
            <a:cxnLst/>
            <a:rect l="l" t="t" r="r" b="b"/>
            <a:pathLst>
              <a:path w="19762" h="19794" extrusionOk="0">
                <a:moveTo>
                  <a:pt x="9881" y="697"/>
                </a:moveTo>
                <a:cubicBezTo>
                  <a:pt x="14948" y="697"/>
                  <a:pt x="19065" y="4814"/>
                  <a:pt x="19065" y="9881"/>
                </a:cubicBezTo>
                <a:cubicBezTo>
                  <a:pt x="19065" y="14948"/>
                  <a:pt x="14948" y="19097"/>
                  <a:pt x="9881" y="19097"/>
                </a:cubicBezTo>
                <a:cubicBezTo>
                  <a:pt x="4814" y="19097"/>
                  <a:pt x="697" y="14948"/>
                  <a:pt x="697" y="9881"/>
                </a:cubicBezTo>
                <a:cubicBezTo>
                  <a:pt x="697" y="4814"/>
                  <a:pt x="4814" y="697"/>
                  <a:pt x="9881" y="697"/>
                </a:cubicBezTo>
                <a:close/>
                <a:moveTo>
                  <a:pt x="9881" y="0"/>
                </a:moveTo>
                <a:cubicBezTo>
                  <a:pt x="7252" y="0"/>
                  <a:pt x="4751" y="1014"/>
                  <a:pt x="2882" y="2882"/>
                </a:cubicBezTo>
                <a:cubicBezTo>
                  <a:pt x="1014" y="4751"/>
                  <a:pt x="0" y="7253"/>
                  <a:pt x="0" y="9881"/>
                </a:cubicBezTo>
                <a:cubicBezTo>
                  <a:pt x="0" y="12541"/>
                  <a:pt x="1014" y="15011"/>
                  <a:pt x="2882" y="16880"/>
                </a:cubicBezTo>
                <a:cubicBezTo>
                  <a:pt x="4751" y="18748"/>
                  <a:pt x="7252" y="19793"/>
                  <a:pt x="9881" y="19793"/>
                </a:cubicBezTo>
                <a:cubicBezTo>
                  <a:pt x="12541" y="19793"/>
                  <a:pt x="15011" y="18748"/>
                  <a:pt x="16880" y="16880"/>
                </a:cubicBezTo>
                <a:cubicBezTo>
                  <a:pt x="18748" y="15011"/>
                  <a:pt x="19762" y="12541"/>
                  <a:pt x="19762" y="9881"/>
                </a:cubicBezTo>
                <a:cubicBezTo>
                  <a:pt x="19762" y="7253"/>
                  <a:pt x="18748" y="4751"/>
                  <a:pt x="16880" y="2882"/>
                </a:cubicBezTo>
                <a:cubicBezTo>
                  <a:pt x="15011" y="1014"/>
                  <a:pt x="12541" y="0"/>
                  <a:pt x="988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2" name="Google Shape;3942;p38"/>
          <p:cNvSpPr/>
          <p:nvPr/>
        </p:nvSpPr>
        <p:spPr>
          <a:xfrm>
            <a:off x="2878436" y="2263672"/>
            <a:ext cx="133500" cy="133533"/>
          </a:xfrm>
          <a:custGeom>
            <a:avLst/>
            <a:gdLst/>
            <a:ahLst/>
            <a:cxnLst/>
            <a:rect l="l" t="t" r="r" b="b"/>
            <a:pathLst>
              <a:path w="4086" h="4087" extrusionOk="0">
                <a:moveTo>
                  <a:pt x="2027" y="1"/>
                </a:moveTo>
                <a:cubicBezTo>
                  <a:pt x="919" y="1"/>
                  <a:pt x="0" y="919"/>
                  <a:pt x="0" y="2028"/>
                </a:cubicBezTo>
                <a:cubicBezTo>
                  <a:pt x="0" y="3168"/>
                  <a:pt x="919" y="4086"/>
                  <a:pt x="2027" y="4086"/>
                </a:cubicBezTo>
                <a:cubicBezTo>
                  <a:pt x="3167" y="4086"/>
                  <a:pt x="4086" y="3168"/>
                  <a:pt x="4086" y="2028"/>
                </a:cubicBezTo>
                <a:cubicBezTo>
                  <a:pt x="4086" y="919"/>
                  <a:pt x="3167" y="1"/>
                  <a:pt x="2027" y="1"/>
                </a:cubicBezTo>
                <a:close/>
              </a:path>
            </a:pathLst>
          </a:custGeom>
          <a:solidFill>
            <a:srgbClr val="CACAC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3" name="Google Shape;3943;p38"/>
          <p:cNvSpPr/>
          <p:nvPr/>
        </p:nvSpPr>
        <p:spPr>
          <a:xfrm>
            <a:off x="2878436" y="2514074"/>
            <a:ext cx="133500" cy="133500"/>
          </a:xfrm>
          <a:custGeom>
            <a:avLst/>
            <a:gdLst/>
            <a:ahLst/>
            <a:cxnLst/>
            <a:rect l="l" t="t" r="r" b="b"/>
            <a:pathLst>
              <a:path w="4086" h="4086" extrusionOk="0">
                <a:moveTo>
                  <a:pt x="2027" y="1"/>
                </a:moveTo>
                <a:cubicBezTo>
                  <a:pt x="919" y="1"/>
                  <a:pt x="0" y="919"/>
                  <a:pt x="0" y="2059"/>
                </a:cubicBezTo>
                <a:cubicBezTo>
                  <a:pt x="0" y="3168"/>
                  <a:pt x="919" y="4086"/>
                  <a:pt x="2027" y="4086"/>
                </a:cubicBezTo>
                <a:cubicBezTo>
                  <a:pt x="3167" y="4086"/>
                  <a:pt x="4086" y="3168"/>
                  <a:pt x="4086" y="2059"/>
                </a:cubicBezTo>
                <a:cubicBezTo>
                  <a:pt x="4086" y="919"/>
                  <a:pt x="3167" y="1"/>
                  <a:pt x="2027" y="1"/>
                </a:cubicBezTo>
                <a:close/>
              </a:path>
            </a:pathLst>
          </a:custGeom>
          <a:solidFill>
            <a:srgbClr val="CACAC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4" name="Google Shape;3944;p38"/>
          <p:cNvSpPr/>
          <p:nvPr/>
        </p:nvSpPr>
        <p:spPr>
          <a:xfrm>
            <a:off x="2878436" y="2764476"/>
            <a:ext cx="133500" cy="133500"/>
          </a:xfrm>
          <a:custGeom>
            <a:avLst/>
            <a:gdLst/>
            <a:ahLst/>
            <a:cxnLst/>
            <a:rect l="l" t="t" r="r" b="b"/>
            <a:pathLst>
              <a:path w="4086" h="4086" extrusionOk="0">
                <a:moveTo>
                  <a:pt x="2027" y="1"/>
                </a:moveTo>
                <a:cubicBezTo>
                  <a:pt x="919" y="1"/>
                  <a:pt x="0" y="919"/>
                  <a:pt x="0" y="2059"/>
                </a:cubicBezTo>
                <a:cubicBezTo>
                  <a:pt x="0" y="3167"/>
                  <a:pt x="919" y="4086"/>
                  <a:pt x="2027" y="4086"/>
                </a:cubicBezTo>
                <a:cubicBezTo>
                  <a:pt x="3167" y="4086"/>
                  <a:pt x="4086" y="3167"/>
                  <a:pt x="4086" y="2059"/>
                </a:cubicBezTo>
                <a:cubicBezTo>
                  <a:pt x="4086" y="919"/>
                  <a:pt x="3167" y="1"/>
                  <a:pt x="2027" y="1"/>
                </a:cubicBezTo>
                <a:close/>
              </a:path>
            </a:pathLst>
          </a:custGeom>
          <a:solidFill>
            <a:srgbClr val="CACAC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7" name="Google Shape;3947;p38"/>
          <p:cNvSpPr/>
          <p:nvPr/>
        </p:nvSpPr>
        <p:spPr>
          <a:xfrm>
            <a:off x="3001392" y="1434198"/>
            <a:ext cx="943680" cy="877453"/>
          </a:xfrm>
          <a:custGeom>
            <a:avLst/>
            <a:gdLst/>
            <a:ahLst/>
            <a:cxnLst/>
            <a:rect l="l" t="t" r="r" b="b"/>
            <a:pathLst>
              <a:path w="28883" h="26856" extrusionOk="0">
                <a:moveTo>
                  <a:pt x="28661" y="0"/>
                </a:moveTo>
                <a:lnTo>
                  <a:pt x="10514" y="26507"/>
                </a:lnTo>
                <a:lnTo>
                  <a:pt x="0" y="26507"/>
                </a:lnTo>
                <a:lnTo>
                  <a:pt x="0" y="26856"/>
                </a:lnTo>
                <a:lnTo>
                  <a:pt x="10609" y="26856"/>
                </a:lnTo>
                <a:lnTo>
                  <a:pt x="28882" y="285"/>
                </a:lnTo>
                <a:lnTo>
                  <a:pt x="28661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8" name="Google Shape;3948;p38"/>
          <p:cNvSpPr/>
          <p:nvPr/>
        </p:nvSpPr>
        <p:spPr>
          <a:xfrm>
            <a:off x="2944663" y="2087796"/>
            <a:ext cx="942634" cy="499791"/>
          </a:xfrm>
          <a:custGeom>
            <a:avLst/>
            <a:gdLst/>
            <a:ahLst/>
            <a:cxnLst/>
            <a:rect l="l" t="t" r="r" b="b"/>
            <a:pathLst>
              <a:path w="28851" h="15297" extrusionOk="0">
                <a:moveTo>
                  <a:pt x="28692" y="0"/>
                </a:moveTo>
                <a:lnTo>
                  <a:pt x="10863" y="14916"/>
                </a:lnTo>
                <a:lnTo>
                  <a:pt x="0" y="14916"/>
                </a:lnTo>
                <a:lnTo>
                  <a:pt x="0" y="15296"/>
                </a:lnTo>
                <a:lnTo>
                  <a:pt x="10926" y="15296"/>
                </a:lnTo>
                <a:lnTo>
                  <a:pt x="28851" y="348"/>
                </a:lnTo>
                <a:lnTo>
                  <a:pt x="28692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1" name="Google Shape;3951;p38"/>
          <p:cNvSpPr/>
          <p:nvPr/>
        </p:nvSpPr>
        <p:spPr>
          <a:xfrm>
            <a:off x="2944663" y="2825509"/>
            <a:ext cx="939530" cy="12448"/>
          </a:xfrm>
          <a:custGeom>
            <a:avLst/>
            <a:gdLst/>
            <a:ahLst/>
            <a:cxnLst/>
            <a:rect l="l" t="t" r="r" b="b"/>
            <a:pathLst>
              <a:path w="28756" h="381" extrusionOk="0">
                <a:moveTo>
                  <a:pt x="0" y="1"/>
                </a:moveTo>
                <a:lnTo>
                  <a:pt x="0" y="381"/>
                </a:lnTo>
                <a:lnTo>
                  <a:pt x="28756" y="381"/>
                </a:lnTo>
                <a:lnTo>
                  <a:pt x="28756" y="1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52" name="Google Shape;3952;p38"/>
          <p:cNvGrpSpPr/>
          <p:nvPr/>
        </p:nvGrpSpPr>
        <p:grpSpPr>
          <a:xfrm>
            <a:off x="457208" y="1168980"/>
            <a:ext cx="2230878" cy="3186908"/>
            <a:chOff x="457208" y="1168980"/>
            <a:chExt cx="2230878" cy="3186908"/>
          </a:xfrm>
        </p:grpSpPr>
        <p:sp>
          <p:nvSpPr>
            <p:cNvPr id="3953" name="Google Shape;3953;p38"/>
            <p:cNvSpPr/>
            <p:nvPr/>
          </p:nvSpPr>
          <p:spPr>
            <a:xfrm>
              <a:off x="1574706" y="1500083"/>
              <a:ext cx="523577" cy="2196703"/>
            </a:xfrm>
            <a:custGeom>
              <a:avLst/>
              <a:gdLst/>
              <a:ahLst/>
              <a:cxnLst/>
              <a:rect l="l" t="t" r="r" b="b"/>
              <a:pathLst>
                <a:path w="16025" h="67234" extrusionOk="0">
                  <a:moveTo>
                    <a:pt x="16025" y="0"/>
                  </a:moveTo>
                  <a:lnTo>
                    <a:pt x="0" y="9279"/>
                  </a:lnTo>
                  <a:lnTo>
                    <a:pt x="0" y="67233"/>
                  </a:lnTo>
                  <a:lnTo>
                    <a:pt x="16025" y="57986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4" name="Google Shape;3954;p38"/>
            <p:cNvSpPr/>
            <p:nvPr/>
          </p:nvSpPr>
          <p:spPr>
            <a:xfrm>
              <a:off x="1006661" y="1475252"/>
              <a:ext cx="568077" cy="2221534"/>
            </a:xfrm>
            <a:custGeom>
              <a:avLst/>
              <a:gdLst/>
              <a:ahLst/>
              <a:cxnLst/>
              <a:rect l="l" t="t" r="r" b="b"/>
              <a:pathLst>
                <a:path w="17387" h="67994" extrusionOk="0">
                  <a:moveTo>
                    <a:pt x="0" y="0"/>
                  </a:moveTo>
                  <a:lnTo>
                    <a:pt x="0" y="57954"/>
                  </a:lnTo>
                  <a:lnTo>
                    <a:pt x="17386" y="67993"/>
                  </a:lnTo>
                  <a:lnTo>
                    <a:pt x="17386" y="1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5" name="Google Shape;3955;p38"/>
            <p:cNvSpPr/>
            <p:nvPr/>
          </p:nvSpPr>
          <p:spPr>
            <a:xfrm>
              <a:off x="1031493" y="1579151"/>
              <a:ext cx="519427" cy="2103129"/>
            </a:xfrm>
            <a:custGeom>
              <a:avLst/>
              <a:gdLst/>
              <a:ahLst/>
              <a:cxnLst/>
              <a:rect l="l" t="t" r="r" b="b"/>
              <a:pathLst>
                <a:path w="15898" h="64370" extrusionOk="0">
                  <a:moveTo>
                    <a:pt x="302" y="1"/>
                  </a:moveTo>
                  <a:cubicBezTo>
                    <a:pt x="127" y="1"/>
                    <a:pt x="0" y="152"/>
                    <a:pt x="0" y="399"/>
                  </a:cubicBezTo>
                  <a:lnTo>
                    <a:pt x="0" y="55218"/>
                  </a:lnTo>
                  <a:lnTo>
                    <a:pt x="15898" y="64370"/>
                  </a:lnTo>
                  <a:lnTo>
                    <a:pt x="15898" y="9583"/>
                  </a:lnTo>
                  <a:cubicBezTo>
                    <a:pt x="15898" y="9234"/>
                    <a:pt x="15645" y="8791"/>
                    <a:pt x="15360" y="8633"/>
                  </a:cubicBezTo>
                  <a:lnTo>
                    <a:pt x="538" y="82"/>
                  </a:lnTo>
                  <a:cubicBezTo>
                    <a:pt x="455" y="26"/>
                    <a:pt x="375" y="1"/>
                    <a:pt x="30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6" name="Google Shape;3956;p38"/>
            <p:cNvSpPr/>
            <p:nvPr/>
          </p:nvSpPr>
          <p:spPr>
            <a:xfrm>
              <a:off x="1047012" y="1606073"/>
              <a:ext cx="488389" cy="388182"/>
            </a:xfrm>
            <a:custGeom>
              <a:avLst/>
              <a:gdLst/>
              <a:ahLst/>
              <a:cxnLst/>
              <a:rect l="l" t="t" r="r" b="b"/>
              <a:pathLst>
                <a:path w="14948" h="11881" extrusionOk="0">
                  <a:moveTo>
                    <a:pt x="256" y="0"/>
                  </a:moveTo>
                  <a:cubicBezTo>
                    <a:pt x="102" y="0"/>
                    <a:pt x="0" y="118"/>
                    <a:pt x="0" y="303"/>
                  </a:cubicBezTo>
                  <a:lnTo>
                    <a:pt x="0" y="2932"/>
                  </a:lnTo>
                  <a:cubicBezTo>
                    <a:pt x="0" y="3217"/>
                    <a:pt x="190" y="3533"/>
                    <a:pt x="444" y="3692"/>
                  </a:cubicBezTo>
                  <a:lnTo>
                    <a:pt x="14505" y="11831"/>
                  </a:lnTo>
                  <a:cubicBezTo>
                    <a:pt x="14572" y="11864"/>
                    <a:pt x="14636" y="11880"/>
                    <a:pt x="14692" y="11880"/>
                  </a:cubicBezTo>
                  <a:cubicBezTo>
                    <a:pt x="14846" y="11880"/>
                    <a:pt x="14948" y="11763"/>
                    <a:pt x="14948" y="11577"/>
                  </a:cubicBezTo>
                  <a:lnTo>
                    <a:pt x="14948" y="8949"/>
                  </a:lnTo>
                  <a:cubicBezTo>
                    <a:pt x="14948" y="8664"/>
                    <a:pt x="14758" y="8315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2" y="0"/>
                    <a:pt x="256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7" name="Google Shape;3957;p38"/>
            <p:cNvSpPr/>
            <p:nvPr/>
          </p:nvSpPr>
          <p:spPr>
            <a:xfrm>
              <a:off x="1071843" y="164286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8" name="Google Shape;3958;p38"/>
            <p:cNvSpPr/>
            <p:nvPr/>
          </p:nvSpPr>
          <p:spPr>
            <a:xfrm>
              <a:off x="1071843" y="1669752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9" name="Google Shape;3959;p38"/>
            <p:cNvSpPr/>
            <p:nvPr/>
          </p:nvSpPr>
          <p:spPr>
            <a:xfrm>
              <a:off x="1071843" y="1695628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0" name="Google Shape;3960;p38"/>
            <p:cNvSpPr/>
            <p:nvPr/>
          </p:nvSpPr>
          <p:spPr>
            <a:xfrm>
              <a:off x="1380173" y="1844452"/>
              <a:ext cx="21760" cy="28523"/>
            </a:xfrm>
            <a:custGeom>
              <a:avLst/>
              <a:gdLst/>
              <a:ahLst/>
              <a:cxnLst/>
              <a:rect l="l" t="t" r="r" b="b"/>
              <a:pathLst>
                <a:path w="666" h="873" extrusionOk="0">
                  <a:moveTo>
                    <a:pt x="182" y="1"/>
                  </a:moveTo>
                  <a:cubicBezTo>
                    <a:pt x="70" y="1"/>
                    <a:pt x="1" y="95"/>
                    <a:pt x="1" y="259"/>
                  </a:cubicBezTo>
                  <a:cubicBezTo>
                    <a:pt x="1" y="449"/>
                    <a:pt x="127" y="734"/>
                    <a:pt x="317" y="829"/>
                  </a:cubicBezTo>
                  <a:cubicBezTo>
                    <a:pt x="374" y="858"/>
                    <a:pt x="428" y="872"/>
                    <a:pt x="476" y="872"/>
                  </a:cubicBezTo>
                  <a:cubicBezTo>
                    <a:pt x="588" y="872"/>
                    <a:pt x="666" y="794"/>
                    <a:pt x="666" y="639"/>
                  </a:cubicBezTo>
                  <a:cubicBezTo>
                    <a:pt x="666" y="418"/>
                    <a:pt x="507" y="164"/>
                    <a:pt x="317" y="38"/>
                  </a:cubicBezTo>
                  <a:cubicBezTo>
                    <a:pt x="268" y="13"/>
                    <a:pt x="222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1" name="Google Shape;3961;p38"/>
            <p:cNvSpPr/>
            <p:nvPr/>
          </p:nvSpPr>
          <p:spPr>
            <a:xfrm>
              <a:off x="1427777" y="1872386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9"/>
                    <a:pt x="0" y="228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6" y="867"/>
                    <a:pt x="487" y="867"/>
                  </a:cubicBezTo>
                  <a:cubicBezTo>
                    <a:pt x="598" y="867"/>
                    <a:pt x="665" y="778"/>
                    <a:pt x="665" y="639"/>
                  </a:cubicBezTo>
                  <a:cubicBezTo>
                    <a:pt x="665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2" name="Google Shape;3962;p38"/>
            <p:cNvSpPr/>
            <p:nvPr/>
          </p:nvSpPr>
          <p:spPr>
            <a:xfrm>
              <a:off x="1476394" y="1900125"/>
              <a:ext cx="21760" cy="28523"/>
            </a:xfrm>
            <a:custGeom>
              <a:avLst/>
              <a:gdLst/>
              <a:ahLst/>
              <a:cxnLst/>
              <a:rect l="l" t="t" r="r" b="b"/>
              <a:pathLst>
                <a:path w="666" h="873" extrusionOk="0">
                  <a:moveTo>
                    <a:pt x="165" y="1"/>
                  </a:moveTo>
                  <a:cubicBezTo>
                    <a:pt x="63" y="1"/>
                    <a:pt x="1" y="78"/>
                    <a:pt x="1" y="234"/>
                  </a:cubicBezTo>
                  <a:cubicBezTo>
                    <a:pt x="1" y="455"/>
                    <a:pt x="127" y="709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4"/>
                  </a:cubicBezTo>
                  <a:cubicBezTo>
                    <a:pt x="666" y="424"/>
                    <a:pt x="508" y="170"/>
                    <a:pt x="317" y="44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3" name="Google Shape;3963;p38"/>
            <p:cNvSpPr/>
            <p:nvPr/>
          </p:nvSpPr>
          <p:spPr>
            <a:xfrm>
              <a:off x="1047012" y="1744539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41" y="0"/>
                  </a:moveTo>
                  <a:cubicBezTo>
                    <a:pt x="95" y="0"/>
                    <a:pt x="0" y="107"/>
                    <a:pt x="0" y="309"/>
                  </a:cubicBezTo>
                  <a:lnTo>
                    <a:pt x="0" y="2937"/>
                  </a:lnTo>
                  <a:cubicBezTo>
                    <a:pt x="0" y="3222"/>
                    <a:pt x="190" y="3539"/>
                    <a:pt x="444" y="3697"/>
                  </a:cubicBezTo>
                  <a:lnTo>
                    <a:pt x="14505" y="11804"/>
                  </a:lnTo>
                  <a:cubicBezTo>
                    <a:pt x="14580" y="11852"/>
                    <a:pt x="14650" y="11873"/>
                    <a:pt x="14711" y="11873"/>
                  </a:cubicBezTo>
                  <a:cubicBezTo>
                    <a:pt x="14854" y="11873"/>
                    <a:pt x="14948" y="11751"/>
                    <a:pt x="14948" y="11551"/>
                  </a:cubicBezTo>
                  <a:lnTo>
                    <a:pt x="14948" y="8923"/>
                  </a:lnTo>
                  <a:cubicBezTo>
                    <a:pt x="14948" y="8669"/>
                    <a:pt x="14758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1" y="0"/>
                    <a:pt x="241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4" name="Google Shape;3964;p38"/>
            <p:cNvSpPr/>
            <p:nvPr/>
          </p:nvSpPr>
          <p:spPr>
            <a:xfrm>
              <a:off x="1071843" y="178152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5" name="Google Shape;3965;p38"/>
            <p:cNvSpPr/>
            <p:nvPr/>
          </p:nvSpPr>
          <p:spPr>
            <a:xfrm>
              <a:off x="1071843" y="1807368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6" name="Google Shape;3966;p38"/>
            <p:cNvSpPr/>
            <p:nvPr/>
          </p:nvSpPr>
          <p:spPr>
            <a:xfrm>
              <a:off x="1071843" y="183429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7" name="Google Shape;3967;p38"/>
            <p:cNvSpPr/>
            <p:nvPr/>
          </p:nvSpPr>
          <p:spPr>
            <a:xfrm>
              <a:off x="1380173" y="1983081"/>
              <a:ext cx="21760" cy="28360"/>
            </a:xfrm>
            <a:custGeom>
              <a:avLst/>
              <a:gdLst/>
              <a:ahLst/>
              <a:cxnLst/>
              <a:rect l="l" t="t" r="r" b="b"/>
              <a:pathLst>
                <a:path w="666" h="868" extrusionOk="0">
                  <a:moveTo>
                    <a:pt x="179" y="1"/>
                  </a:moveTo>
                  <a:cubicBezTo>
                    <a:pt x="68" y="1"/>
                    <a:pt x="1" y="89"/>
                    <a:pt x="1" y="228"/>
                  </a:cubicBezTo>
                  <a:cubicBezTo>
                    <a:pt x="1" y="450"/>
                    <a:pt x="127" y="703"/>
                    <a:pt x="317" y="830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9"/>
                    <a:pt x="666" y="640"/>
                  </a:cubicBezTo>
                  <a:cubicBezTo>
                    <a:pt x="666" y="418"/>
                    <a:pt x="507" y="165"/>
                    <a:pt x="317" y="38"/>
                  </a:cubicBezTo>
                  <a:cubicBezTo>
                    <a:pt x="266" y="13"/>
                    <a:pt x="220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8" name="Google Shape;3968;p38"/>
            <p:cNvSpPr/>
            <p:nvPr/>
          </p:nvSpPr>
          <p:spPr>
            <a:xfrm>
              <a:off x="1427777" y="201085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2"/>
                    <a:pt x="484" y="872"/>
                  </a:cubicBezTo>
                  <a:cubicBezTo>
                    <a:pt x="596" y="872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9" name="Google Shape;3969;p38"/>
            <p:cNvSpPr/>
            <p:nvPr/>
          </p:nvSpPr>
          <p:spPr>
            <a:xfrm>
              <a:off x="1475381" y="2038526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1"/>
                  </a:moveTo>
                  <a:cubicBezTo>
                    <a:pt x="181" y="1"/>
                    <a:pt x="152" y="7"/>
                    <a:pt x="127" y="20"/>
                  </a:cubicBezTo>
                  <a:cubicBezTo>
                    <a:pt x="0" y="83"/>
                    <a:pt x="0" y="336"/>
                    <a:pt x="127" y="558"/>
                  </a:cubicBezTo>
                  <a:cubicBezTo>
                    <a:pt x="231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80"/>
                    <a:pt x="729" y="526"/>
                    <a:pt x="602" y="305"/>
                  </a:cubicBezTo>
                  <a:cubicBezTo>
                    <a:pt x="501" y="102"/>
                    <a:pt x="338" y="1"/>
                    <a:pt x="21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0" name="Google Shape;3970;p38"/>
            <p:cNvSpPr/>
            <p:nvPr/>
          </p:nvSpPr>
          <p:spPr>
            <a:xfrm>
              <a:off x="1047012" y="1883168"/>
              <a:ext cx="488389" cy="387529"/>
            </a:xfrm>
            <a:custGeom>
              <a:avLst/>
              <a:gdLst/>
              <a:ahLst/>
              <a:cxnLst/>
              <a:rect l="l" t="t" r="r" b="b"/>
              <a:pathLst>
                <a:path w="14948" h="11861" extrusionOk="0">
                  <a:moveTo>
                    <a:pt x="241" y="1"/>
                  </a:moveTo>
                  <a:cubicBezTo>
                    <a:pt x="95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40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7" y="11860"/>
                    <a:pt x="14707" y="11860"/>
                  </a:cubicBezTo>
                  <a:cubicBezTo>
                    <a:pt x="14853" y="11860"/>
                    <a:pt x="14948" y="11754"/>
                    <a:pt x="14948" y="11552"/>
                  </a:cubicBezTo>
                  <a:lnTo>
                    <a:pt x="14948" y="8923"/>
                  </a:lnTo>
                  <a:cubicBezTo>
                    <a:pt x="14948" y="8670"/>
                    <a:pt x="14758" y="8322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1" name="Google Shape;3971;p38"/>
            <p:cNvSpPr/>
            <p:nvPr/>
          </p:nvSpPr>
          <p:spPr>
            <a:xfrm>
              <a:off x="1071843" y="192015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2" name="Google Shape;3972;p38"/>
            <p:cNvSpPr/>
            <p:nvPr/>
          </p:nvSpPr>
          <p:spPr>
            <a:xfrm>
              <a:off x="1071843" y="194603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3" name="Google Shape;3973;p38"/>
            <p:cNvSpPr/>
            <p:nvPr/>
          </p:nvSpPr>
          <p:spPr>
            <a:xfrm>
              <a:off x="1071843" y="1972920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4" name="Google Shape;3974;p38"/>
            <p:cNvSpPr/>
            <p:nvPr/>
          </p:nvSpPr>
          <p:spPr>
            <a:xfrm>
              <a:off x="1379128" y="2121384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6"/>
                  </a:cubicBezTo>
                  <a:cubicBezTo>
                    <a:pt x="229" y="758"/>
                    <a:pt x="391" y="860"/>
                    <a:pt x="517" y="860"/>
                  </a:cubicBezTo>
                  <a:cubicBezTo>
                    <a:pt x="548" y="860"/>
                    <a:pt x="577" y="853"/>
                    <a:pt x="603" y="841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5" name="Google Shape;3975;p38"/>
            <p:cNvSpPr/>
            <p:nvPr/>
          </p:nvSpPr>
          <p:spPr>
            <a:xfrm>
              <a:off x="1427777" y="2149057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87" y="0"/>
                  </a:moveTo>
                  <a:cubicBezTo>
                    <a:pt x="77" y="0"/>
                    <a:pt x="0" y="93"/>
                    <a:pt x="0" y="247"/>
                  </a:cubicBezTo>
                  <a:cubicBezTo>
                    <a:pt x="0" y="469"/>
                    <a:pt x="159" y="722"/>
                    <a:pt x="349" y="817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1"/>
                    <a:pt x="665" y="627"/>
                  </a:cubicBezTo>
                  <a:cubicBezTo>
                    <a:pt x="665" y="405"/>
                    <a:pt x="539" y="152"/>
                    <a:pt x="349" y="57"/>
                  </a:cubicBezTo>
                  <a:cubicBezTo>
                    <a:pt x="291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6" name="Google Shape;3976;p38"/>
            <p:cNvSpPr/>
            <p:nvPr/>
          </p:nvSpPr>
          <p:spPr>
            <a:xfrm>
              <a:off x="1475381" y="217676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7" name="Google Shape;3977;p38"/>
            <p:cNvSpPr/>
            <p:nvPr/>
          </p:nvSpPr>
          <p:spPr>
            <a:xfrm>
              <a:off x="1047012" y="2021373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38" y="1"/>
                  </a:moveTo>
                  <a:cubicBezTo>
                    <a:pt x="94" y="1"/>
                    <a:pt x="0" y="123"/>
                    <a:pt x="0" y="323"/>
                  </a:cubicBezTo>
                  <a:lnTo>
                    <a:pt x="0" y="2920"/>
                  </a:lnTo>
                  <a:cubicBezTo>
                    <a:pt x="0" y="3205"/>
                    <a:pt x="190" y="3553"/>
                    <a:pt x="444" y="3680"/>
                  </a:cubicBezTo>
                  <a:lnTo>
                    <a:pt x="14505" y="11819"/>
                  </a:lnTo>
                  <a:cubicBezTo>
                    <a:pt x="14579" y="11856"/>
                    <a:pt x="14647" y="11874"/>
                    <a:pt x="14707" y="11874"/>
                  </a:cubicBezTo>
                  <a:cubicBezTo>
                    <a:pt x="14853" y="11874"/>
                    <a:pt x="14948" y="11767"/>
                    <a:pt x="14948" y="11565"/>
                  </a:cubicBezTo>
                  <a:lnTo>
                    <a:pt x="14948" y="8937"/>
                  </a:lnTo>
                  <a:cubicBezTo>
                    <a:pt x="14948" y="8652"/>
                    <a:pt x="14758" y="8335"/>
                    <a:pt x="14505" y="8177"/>
                  </a:cubicBezTo>
                  <a:lnTo>
                    <a:pt x="444" y="70"/>
                  </a:lnTo>
                  <a:cubicBezTo>
                    <a:pt x="368" y="22"/>
                    <a:pt x="298" y="1"/>
                    <a:pt x="238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8" name="Google Shape;3978;p38"/>
            <p:cNvSpPr/>
            <p:nvPr/>
          </p:nvSpPr>
          <p:spPr>
            <a:xfrm>
              <a:off x="1071843" y="205777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9" name="Google Shape;3979;p38"/>
            <p:cNvSpPr/>
            <p:nvPr/>
          </p:nvSpPr>
          <p:spPr>
            <a:xfrm>
              <a:off x="1071843" y="208469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0" name="Google Shape;3980;p38"/>
            <p:cNvSpPr/>
            <p:nvPr/>
          </p:nvSpPr>
          <p:spPr>
            <a:xfrm>
              <a:off x="1071843" y="2110536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1" name="Google Shape;3981;p38"/>
            <p:cNvSpPr/>
            <p:nvPr/>
          </p:nvSpPr>
          <p:spPr>
            <a:xfrm>
              <a:off x="1379128" y="2259556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25" y="0"/>
                  </a:moveTo>
                  <a:cubicBezTo>
                    <a:pt x="189" y="0"/>
                    <a:pt x="156" y="10"/>
                    <a:pt x="128" y="32"/>
                  </a:cubicBezTo>
                  <a:cubicBezTo>
                    <a:pt x="1" y="95"/>
                    <a:pt x="1" y="348"/>
                    <a:pt x="128" y="570"/>
                  </a:cubicBezTo>
                  <a:cubicBezTo>
                    <a:pt x="232" y="753"/>
                    <a:pt x="402" y="871"/>
                    <a:pt x="529" y="871"/>
                  </a:cubicBezTo>
                  <a:cubicBezTo>
                    <a:pt x="556" y="871"/>
                    <a:pt x="581" y="866"/>
                    <a:pt x="603" y="855"/>
                  </a:cubicBezTo>
                  <a:cubicBezTo>
                    <a:pt x="729" y="760"/>
                    <a:pt x="729" y="538"/>
                    <a:pt x="603" y="317"/>
                  </a:cubicBezTo>
                  <a:cubicBezTo>
                    <a:pt x="504" y="120"/>
                    <a:pt x="349" y="0"/>
                    <a:pt x="2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2" name="Google Shape;3982;p38"/>
            <p:cNvSpPr/>
            <p:nvPr/>
          </p:nvSpPr>
          <p:spPr>
            <a:xfrm>
              <a:off x="1426732" y="228745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1" y="96"/>
                    <a:pt x="1" y="350"/>
                    <a:pt x="127" y="571"/>
                  </a:cubicBezTo>
                  <a:cubicBezTo>
                    <a:pt x="232" y="754"/>
                    <a:pt x="401" y="873"/>
                    <a:pt x="529" y="873"/>
                  </a:cubicBezTo>
                  <a:cubicBezTo>
                    <a:pt x="555" y="873"/>
                    <a:pt x="580" y="867"/>
                    <a:pt x="602" y="856"/>
                  </a:cubicBezTo>
                  <a:cubicBezTo>
                    <a:pt x="729" y="761"/>
                    <a:pt x="729" y="540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3" name="Google Shape;3983;p38"/>
            <p:cNvSpPr/>
            <p:nvPr/>
          </p:nvSpPr>
          <p:spPr>
            <a:xfrm>
              <a:off x="1475381" y="2314870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6"/>
                    <a:pt x="127" y="587"/>
                  </a:cubicBezTo>
                  <a:cubicBezTo>
                    <a:pt x="224" y="758"/>
                    <a:pt x="379" y="873"/>
                    <a:pt x="502" y="873"/>
                  </a:cubicBezTo>
                  <a:cubicBezTo>
                    <a:pt x="539" y="873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4" name="Google Shape;3984;p38"/>
            <p:cNvSpPr/>
            <p:nvPr/>
          </p:nvSpPr>
          <p:spPr>
            <a:xfrm>
              <a:off x="1047012" y="2159610"/>
              <a:ext cx="488389" cy="387823"/>
            </a:xfrm>
            <a:custGeom>
              <a:avLst/>
              <a:gdLst/>
              <a:ahLst/>
              <a:cxnLst/>
              <a:rect l="l" t="t" r="r" b="b"/>
              <a:pathLst>
                <a:path w="14948" h="11870" extrusionOk="0">
                  <a:moveTo>
                    <a:pt x="256" y="1"/>
                  </a:moveTo>
                  <a:cubicBezTo>
                    <a:pt x="102" y="1"/>
                    <a:pt x="0" y="118"/>
                    <a:pt x="0" y="304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44" y="3692"/>
                  </a:cubicBezTo>
                  <a:lnTo>
                    <a:pt x="14505" y="11800"/>
                  </a:lnTo>
                  <a:cubicBezTo>
                    <a:pt x="14581" y="11848"/>
                    <a:pt x="14652" y="11870"/>
                    <a:pt x="14714" y="11870"/>
                  </a:cubicBezTo>
                  <a:cubicBezTo>
                    <a:pt x="14856" y="11870"/>
                    <a:pt x="14948" y="11755"/>
                    <a:pt x="14948" y="11578"/>
                  </a:cubicBezTo>
                  <a:lnTo>
                    <a:pt x="14948" y="8950"/>
                  </a:lnTo>
                  <a:cubicBezTo>
                    <a:pt x="14948" y="8664"/>
                    <a:pt x="14758" y="8316"/>
                    <a:pt x="14505" y="8189"/>
                  </a:cubicBezTo>
                  <a:lnTo>
                    <a:pt x="444" y="51"/>
                  </a:lnTo>
                  <a:cubicBezTo>
                    <a:pt x="376" y="17"/>
                    <a:pt x="312" y="1"/>
                    <a:pt x="25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5" name="Google Shape;3985;p38"/>
            <p:cNvSpPr/>
            <p:nvPr/>
          </p:nvSpPr>
          <p:spPr>
            <a:xfrm>
              <a:off x="1071843" y="219643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6" name="Google Shape;3986;p38"/>
            <p:cNvSpPr/>
            <p:nvPr/>
          </p:nvSpPr>
          <p:spPr>
            <a:xfrm>
              <a:off x="1071843" y="222332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7" name="Google Shape;3987;p38"/>
            <p:cNvSpPr/>
            <p:nvPr/>
          </p:nvSpPr>
          <p:spPr>
            <a:xfrm>
              <a:off x="1071843" y="2249198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8" name="Google Shape;3988;p38"/>
            <p:cNvSpPr/>
            <p:nvPr/>
          </p:nvSpPr>
          <p:spPr>
            <a:xfrm>
              <a:off x="1380173" y="2398022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82" y="1"/>
                  </a:moveTo>
                  <a:cubicBezTo>
                    <a:pt x="70" y="1"/>
                    <a:pt x="1" y="95"/>
                    <a:pt x="1" y="259"/>
                  </a:cubicBezTo>
                  <a:cubicBezTo>
                    <a:pt x="1" y="449"/>
                    <a:pt x="127" y="734"/>
                    <a:pt x="317" y="829"/>
                  </a:cubicBezTo>
                  <a:cubicBezTo>
                    <a:pt x="374" y="858"/>
                    <a:pt x="428" y="872"/>
                    <a:pt x="476" y="872"/>
                  </a:cubicBezTo>
                  <a:cubicBezTo>
                    <a:pt x="588" y="872"/>
                    <a:pt x="666" y="794"/>
                    <a:pt x="666" y="639"/>
                  </a:cubicBezTo>
                  <a:cubicBezTo>
                    <a:pt x="666" y="417"/>
                    <a:pt x="507" y="164"/>
                    <a:pt x="317" y="37"/>
                  </a:cubicBezTo>
                  <a:cubicBezTo>
                    <a:pt x="268" y="13"/>
                    <a:pt x="222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9" name="Google Shape;3989;p38"/>
            <p:cNvSpPr/>
            <p:nvPr/>
          </p:nvSpPr>
          <p:spPr>
            <a:xfrm>
              <a:off x="1427777" y="242595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7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6" y="866"/>
                    <a:pt x="487" y="866"/>
                  </a:cubicBezTo>
                  <a:cubicBezTo>
                    <a:pt x="598" y="866"/>
                    <a:pt x="665" y="778"/>
                    <a:pt x="665" y="639"/>
                  </a:cubicBezTo>
                  <a:cubicBezTo>
                    <a:pt x="665" y="417"/>
                    <a:pt x="539" y="164"/>
                    <a:pt x="349" y="37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0" name="Google Shape;3990;p38"/>
            <p:cNvSpPr/>
            <p:nvPr/>
          </p:nvSpPr>
          <p:spPr>
            <a:xfrm>
              <a:off x="1476394" y="245369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3" y="1"/>
                    <a:pt x="1" y="78"/>
                    <a:pt x="1" y="234"/>
                  </a:cubicBezTo>
                  <a:cubicBezTo>
                    <a:pt x="1" y="455"/>
                    <a:pt x="127" y="709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4"/>
                  </a:cubicBezTo>
                  <a:cubicBezTo>
                    <a:pt x="666" y="424"/>
                    <a:pt x="508" y="139"/>
                    <a:pt x="317" y="44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1" name="Google Shape;3991;p38"/>
            <p:cNvSpPr/>
            <p:nvPr/>
          </p:nvSpPr>
          <p:spPr>
            <a:xfrm>
              <a:off x="1047012" y="2298109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41" y="0"/>
                  </a:moveTo>
                  <a:cubicBezTo>
                    <a:pt x="95" y="0"/>
                    <a:pt x="0" y="107"/>
                    <a:pt x="0" y="309"/>
                  </a:cubicBezTo>
                  <a:lnTo>
                    <a:pt x="0" y="2937"/>
                  </a:lnTo>
                  <a:cubicBezTo>
                    <a:pt x="0" y="3222"/>
                    <a:pt x="190" y="3539"/>
                    <a:pt x="444" y="3697"/>
                  </a:cubicBezTo>
                  <a:lnTo>
                    <a:pt x="14505" y="11804"/>
                  </a:lnTo>
                  <a:cubicBezTo>
                    <a:pt x="14580" y="11851"/>
                    <a:pt x="14650" y="11873"/>
                    <a:pt x="14711" y="11873"/>
                  </a:cubicBezTo>
                  <a:cubicBezTo>
                    <a:pt x="14854" y="11873"/>
                    <a:pt x="14948" y="11751"/>
                    <a:pt x="14948" y="11551"/>
                  </a:cubicBezTo>
                  <a:lnTo>
                    <a:pt x="14948" y="8922"/>
                  </a:lnTo>
                  <a:cubicBezTo>
                    <a:pt x="14948" y="8669"/>
                    <a:pt x="14758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1" y="0"/>
                    <a:pt x="241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2" name="Google Shape;3992;p38"/>
            <p:cNvSpPr/>
            <p:nvPr/>
          </p:nvSpPr>
          <p:spPr>
            <a:xfrm>
              <a:off x="1071843" y="2335062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3" name="Google Shape;3993;p38"/>
            <p:cNvSpPr/>
            <p:nvPr/>
          </p:nvSpPr>
          <p:spPr>
            <a:xfrm>
              <a:off x="1071843" y="2360938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4" name="Google Shape;3994;p38"/>
            <p:cNvSpPr/>
            <p:nvPr/>
          </p:nvSpPr>
          <p:spPr>
            <a:xfrm>
              <a:off x="1071843" y="2387861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5" name="Google Shape;3995;p38"/>
            <p:cNvSpPr/>
            <p:nvPr/>
          </p:nvSpPr>
          <p:spPr>
            <a:xfrm>
              <a:off x="1380173" y="2536651"/>
              <a:ext cx="21760" cy="28360"/>
            </a:xfrm>
            <a:custGeom>
              <a:avLst/>
              <a:gdLst/>
              <a:ahLst/>
              <a:cxnLst/>
              <a:rect l="l" t="t" r="r" b="b"/>
              <a:pathLst>
                <a:path w="666" h="868" extrusionOk="0">
                  <a:moveTo>
                    <a:pt x="179" y="1"/>
                  </a:moveTo>
                  <a:cubicBezTo>
                    <a:pt x="68" y="1"/>
                    <a:pt x="1" y="89"/>
                    <a:pt x="1" y="228"/>
                  </a:cubicBezTo>
                  <a:cubicBezTo>
                    <a:pt x="1" y="450"/>
                    <a:pt x="127" y="703"/>
                    <a:pt x="317" y="830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9"/>
                    <a:pt x="666" y="640"/>
                  </a:cubicBezTo>
                  <a:cubicBezTo>
                    <a:pt x="666" y="418"/>
                    <a:pt x="507" y="165"/>
                    <a:pt x="317" y="38"/>
                  </a:cubicBezTo>
                  <a:cubicBezTo>
                    <a:pt x="266" y="13"/>
                    <a:pt x="220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6" name="Google Shape;3996;p38"/>
            <p:cNvSpPr/>
            <p:nvPr/>
          </p:nvSpPr>
          <p:spPr>
            <a:xfrm>
              <a:off x="1427777" y="256442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1"/>
                    <a:pt x="484" y="871"/>
                  </a:cubicBezTo>
                  <a:cubicBezTo>
                    <a:pt x="596" y="871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7" name="Google Shape;3997;p38"/>
            <p:cNvSpPr/>
            <p:nvPr/>
          </p:nvSpPr>
          <p:spPr>
            <a:xfrm>
              <a:off x="1475381" y="2592096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0"/>
                  </a:moveTo>
                  <a:cubicBezTo>
                    <a:pt x="181" y="0"/>
                    <a:pt x="152" y="7"/>
                    <a:pt x="127" y="19"/>
                  </a:cubicBezTo>
                  <a:cubicBezTo>
                    <a:pt x="0" y="83"/>
                    <a:pt x="0" y="336"/>
                    <a:pt x="127" y="558"/>
                  </a:cubicBezTo>
                  <a:cubicBezTo>
                    <a:pt x="231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80"/>
                    <a:pt x="729" y="526"/>
                    <a:pt x="602" y="304"/>
                  </a:cubicBezTo>
                  <a:cubicBezTo>
                    <a:pt x="501" y="102"/>
                    <a:pt x="338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8" name="Google Shape;3998;p38"/>
            <p:cNvSpPr/>
            <p:nvPr/>
          </p:nvSpPr>
          <p:spPr>
            <a:xfrm>
              <a:off x="1047012" y="2436739"/>
              <a:ext cx="488389" cy="387529"/>
            </a:xfrm>
            <a:custGeom>
              <a:avLst/>
              <a:gdLst/>
              <a:ahLst/>
              <a:cxnLst/>
              <a:rect l="l" t="t" r="r" b="b"/>
              <a:pathLst>
                <a:path w="14948" h="11861" extrusionOk="0">
                  <a:moveTo>
                    <a:pt x="241" y="1"/>
                  </a:moveTo>
                  <a:cubicBezTo>
                    <a:pt x="95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7" y="11860"/>
                    <a:pt x="14707" y="11860"/>
                  </a:cubicBezTo>
                  <a:cubicBezTo>
                    <a:pt x="14853" y="11860"/>
                    <a:pt x="14948" y="11753"/>
                    <a:pt x="14948" y="11552"/>
                  </a:cubicBezTo>
                  <a:lnTo>
                    <a:pt x="14948" y="8923"/>
                  </a:lnTo>
                  <a:cubicBezTo>
                    <a:pt x="14948" y="8670"/>
                    <a:pt x="14758" y="8321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9" name="Google Shape;3999;p38"/>
            <p:cNvSpPr/>
            <p:nvPr/>
          </p:nvSpPr>
          <p:spPr>
            <a:xfrm>
              <a:off x="1071843" y="247372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0" name="Google Shape;4000;p38"/>
            <p:cNvSpPr/>
            <p:nvPr/>
          </p:nvSpPr>
          <p:spPr>
            <a:xfrm>
              <a:off x="1071843" y="249960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1" name="Google Shape;4001;p38"/>
            <p:cNvSpPr/>
            <p:nvPr/>
          </p:nvSpPr>
          <p:spPr>
            <a:xfrm>
              <a:off x="1071843" y="252649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2" name="Google Shape;4002;p38"/>
            <p:cNvSpPr/>
            <p:nvPr/>
          </p:nvSpPr>
          <p:spPr>
            <a:xfrm>
              <a:off x="1379128" y="2674954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3" name="Google Shape;4003;p38"/>
            <p:cNvSpPr/>
            <p:nvPr/>
          </p:nvSpPr>
          <p:spPr>
            <a:xfrm>
              <a:off x="1427777" y="2702595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87" y="1"/>
                  </a:moveTo>
                  <a:cubicBezTo>
                    <a:pt x="77" y="1"/>
                    <a:pt x="0" y="94"/>
                    <a:pt x="0" y="248"/>
                  </a:cubicBezTo>
                  <a:cubicBezTo>
                    <a:pt x="0" y="469"/>
                    <a:pt x="159" y="723"/>
                    <a:pt x="349" y="818"/>
                  </a:cubicBezTo>
                  <a:cubicBezTo>
                    <a:pt x="406" y="846"/>
                    <a:pt x="457" y="861"/>
                    <a:pt x="501" y="861"/>
                  </a:cubicBezTo>
                  <a:cubicBezTo>
                    <a:pt x="603" y="861"/>
                    <a:pt x="665" y="783"/>
                    <a:pt x="665" y="628"/>
                  </a:cubicBezTo>
                  <a:cubicBezTo>
                    <a:pt x="665" y="406"/>
                    <a:pt x="539" y="153"/>
                    <a:pt x="349" y="58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4" name="Google Shape;4004;p38"/>
            <p:cNvSpPr/>
            <p:nvPr/>
          </p:nvSpPr>
          <p:spPr>
            <a:xfrm>
              <a:off x="1475381" y="273033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0"/>
                    <a:pt x="729" y="539"/>
                    <a:pt x="602" y="285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5" name="Google Shape;4005;p38"/>
            <p:cNvSpPr/>
            <p:nvPr/>
          </p:nvSpPr>
          <p:spPr>
            <a:xfrm>
              <a:off x="1047012" y="2574943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38" y="0"/>
                  </a:moveTo>
                  <a:cubicBezTo>
                    <a:pt x="94" y="0"/>
                    <a:pt x="0" y="123"/>
                    <a:pt x="0" y="323"/>
                  </a:cubicBezTo>
                  <a:lnTo>
                    <a:pt x="0" y="2920"/>
                  </a:lnTo>
                  <a:cubicBezTo>
                    <a:pt x="0" y="3205"/>
                    <a:pt x="190" y="3553"/>
                    <a:pt x="444" y="3680"/>
                  </a:cubicBezTo>
                  <a:lnTo>
                    <a:pt x="14505" y="11819"/>
                  </a:lnTo>
                  <a:cubicBezTo>
                    <a:pt x="14579" y="11856"/>
                    <a:pt x="14647" y="11874"/>
                    <a:pt x="14707" y="11874"/>
                  </a:cubicBezTo>
                  <a:cubicBezTo>
                    <a:pt x="14853" y="11874"/>
                    <a:pt x="14948" y="11767"/>
                    <a:pt x="14948" y="11565"/>
                  </a:cubicBezTo>
                  <a:lnTo>
                    <a:pt x="14948" y="8937"/>
                  </a:lnTo>
                  <a:cubicBezTo>
                    <a:pt x="14948" y="8652"/>
                    <a:pt x="14758" y="8335"/>
                    <a:pt x="14505" y="8177"/>
                  </a:cubicBezTo>
                  <a:lnTo>
                    <a:pt x="444" y="69"/>
                  </a:lnTo>
                  <a:cubicBezTo>
                    <a:pt x="368" y="22"/>
                    <a:pt x="298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6" name="Google Shape;4006;p38"/>
            <p:cNvSpPr/>
            <p:nvPr/>
          </p:nvSpPr>
          <p:spPr>
            <a:xfrm>
              <a:off x="1071843" y="261134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7" name="Google Shape;4007;p38"/>
            <p:cNvSpPr/>
            <p:nvPr/>
          </p:nvSpPr>
          <p:spPr>
            <a:xfrm>
              <a:off x="1071843" y="2638230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8" name="Google Shape;4008;p38"/>
            <p:cNvSpPr/>
            <p:nvPr/>
          </p:nvSpPr>
          <p:spPr>
            <a:xfrm>
              <a:off x="1071843" y="2664107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9" name="Google Shape;4009;p38"/>
            <p:cNvSpPr/>
            <p:nvPr/>
          </p:nvSpPr>
          <p:spPr>
            <a:xfrm>
              <a:off x="1379128" y="2813126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25" y="0"/>
                  </a:moveTo>
                  <a:cubicBezTo>
                    <a:pt x="189" y="0"/>
                    <a:pt x="156" y="10"/>
                    <a:pt x="128" y="32"/>
                  </a:cubicBezTo>
                  <a:cubicBezTo>
                    <a:pt x="1" y="95"/>
                    <a:pt x="1" y="348"/>
                    <a:pt x="128" y="570"/>
                  </a:cubicBezTo>
                  <a:cubicBezTo>
                    <a:pt x="232" y="753"/>
                    <a:pt x="402" y="871"/>
                    <a:pt x="529" y="871"/>
                  </a:cubicBezTo>
                  <a:cubicBezTo>
                    <a:pt x="556" y="871"/>
                    <a:pt x="581" y="866"/>
                    <a:pt x="603" y="855"/>
                  </a:cubicBezTo>
                  <a:cubicBezTo>
                    <a:pt x="729" y="760"/>
                    <a:pt x="729" y="538"/>
                    <a:pt x="603" y="317"/>
                  </a:cubicBezTo>
                  <a:cubicBezTo>
                    <a:pt x="504" y="120"/>
                    <a:pt x="349" y="0"/>
                    <a:pt x="2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0" name="Google Shape;4010;p38"/>
            <p:cNvSpPr/>
            <p:nvPr/>
          </p:nvSpPr>
          <p:spPr>
            <a:xfrm>
              <a:off x="1426732" y="284102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08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1" name="Google Shape;4011;p38"/>
            <p:cNvSpPr/>
            <p:nvPr/>
          </p:nvSpPr>
          <p:spPr>
            <a:xfrm>
              <a:off x="1475381" y="2868440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5"/>
                    <a:pt x="127" y="587"/>
                  </a:cubicBezTo>
                  <a:cubicBezTo>
                    <a:pt x="224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2" name="Google Shape;4012;p38"/>
            <p:cNvSpPr/>
            <p:nvPr/>
          </p:nvSpPr>
          <p:spPr>
            <a:xfrm>
              <a:off x="1047012" y="2713181"/>
              <a:ext cx="488389" cy="387823"/>
            </a:xfrm>
            <a:custGeom>
              <a:avLst/>
              <a:gdLst/>
              <a:ahLst/>
              <a:cxnLst/>
              <a:rect l="l" t="t" r="r" b="b"/>
              <a:pathLst>
                <a:path w="14948" h="11870" extrusionOk="0">
                  <a:moveTo>
                    <a:pt x="256" y="1"/>
                  </a:moveTo>
                  <a:cubicBezTo>
                    <a:pt x="102" y="1"/>
                    <a:pt x="0" y="118"/>
                    <a:pt x="0" y="304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44" y="3692"/>
                  </a:cubicBezTo>
                  <a:lnTo>
                    <a:pt x="14505" y="11800"/>
                  </a:lnTo>
                  <a:cubicBezTo>
                    <a:pt x="14581" y="11848"/>
                    <a:pt x="14652" y="11869"/>
                    <a:pt x="14714" y="11869"/>
                  </a:cubicBezTo>
                  <a:cubicBezTo>
                    <a:pt x="14856" y="11869"/>
                    <a:pt x="14948" y="11754"/>
                    <a:pt x="14948" y="11578"/>
                  </a:cubicBezTo>
                  <a:lnTo>
                    <a:pt x="14948" y="8949"/>
                  </a:lnTo>
                  <a:cubicBezTo>
                    <a:pt x="14948" y="8664"/>
                    <a:pt x="14758" y="8316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2" y="1"/>
                    <a:pt x="25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3" name="Google Shape;4013;p38"/>
            <p:cNvSpPr/>
            <p:nvPr/>
          </p:nvSpPr>
          <p:spPr>
            <a:xfrm>
              <a:off x="1071843" y="2750003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4" name="Google Shape;4014;p38"/>
            <p:cNvSpPr/>
            <p:nvPr/>
          </p:nvSpPr>
          <p:spPr>
            <a:xfrm>
              <a:off x="1071843" y="277689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5" name="Google Shape;4015;p38"/>
            <p:cNvSpPr/>
            <p:nvPr/>
          </p:nvSpPr>
          <p:spPr>
            <a:xfrm>
              <a:off x="1071843" y="2802769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6" name="Google Shape;4016;p38"/>
            <p:cNvSpPr/>
            <p:nvPr/>
          </p:nvSpPr>
          <p:spPr>
            <a:xfrm>
              <a:off x="1380173" y="2951592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82" y="1"/>
                  </a:moveTo>
                  <a:cubicBezTo>
                    <a:pt x="70" y="1"/>
                    <a:pt x="1" y="95"/>
                    <a:pt x="1" y="259"/>
                  </a:cubicBezTo>
                  <a:cubicBezTo>
                    <a:pt x="1" y="449"/>
                    <a:pt x="127" y="734"/>
                    <a:pt x="317" y="829"/>
                  </a:cubicBezTo>
                  <a:cubicBezTo>
                    <a:pt x="374" y="857"/>
                    <a:pt x="428" y="872"/>
                    <a:pt x="476" y="872"/>
                  </a:cubicBezTo>
                  <a:cubicBezTo>
                    <a:pt x="588" y="872"/>
                    <a:pt x="666" y="794"/>
                    <a:pt x="666" y="639"/>
                  </a:cubicBezTo>
                  <a:cubicBezTo>
                    <a:pt x="666" y="417"/>
                    <a:pt x="507" y="164"/>
                    <a:pt x="317" y="37"/>
                  </a:cubicBezTo>
                  <a:cubicBezTo>
                    <a:pt x="268" y="12"/>
                    <a:pt x="222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7" name="Google Shape;4017;p38"/>
            <p:cNvSpPr/>
            <p:nvPr/>
          </p:nvSpPr>
          <p:spPr>
            <a:xfrm>
              <a:off x="1427777" y="297952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7"/>
                  </a:cubicBezTo>
                  <a:cubicBezTo>
                    <a:pt x="0" y="449"/>
                    <a:pt x="159" y="702"/>
                    <a:pt x="349" y="829"/>
                  </a:cubicBezTo>
                  <a:cubicBezTo>
                    <a:pt x="400" y="854"/>
                    <a:pt x="446" y="866"/>
                    <a:pt x="487" y="866"/>
                  </a:cubicBezTo>
                  <a:cubicBezTo>
                    <a:pt x="598" y="866"/>
                    <a:pt x="665" y="778"/>
                    <a:pt x="665" y="639"/>
                  </a:cubicBezTo>
                  <a:cubicBezTo>
                    <a:pt x="665" y="417"/>
                    <a:pt x="539" y="164"/>
                    <a:pt x="349" y="37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8" name="Google Shape;4018;p38"/>
            <p:cNvSpPr/>
            <p:nvPr/>
          </p:nvSpPr>
          <p:spPr>
            <a:xfrm>
              <a:off x="1476394" y="300726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3" y="1"/>
                    <a:pt x="1" y="78"/>
                    <a:pt x="1" y="233"/>
                  </a:cubicBezTo>
                  <a:cubicBezTo>
                    <a:pt x="1" y="455"/>
                    <a:pt x="127" y="708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3"/>
                  </a:cubicBezTo>
                  <a:cubicBezTo>
                    <a:pt x="666" y="423"/>
                    <a:pt x="508" y="138"/>
                    <a:pt x="317" y="43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9" name="Google Shape;4019;p38"/>
            <p:cNvSpPr/>
            <p:nvPr/>
          </p:nvSpPr>
          <p:spPr>
            <a:xfrm>
              <a:off x="1047012" y="2851647"/>
              <a:ext cx="488389" cy="387986"/>
            </a:xfrm>
            <a:custGeom>
              <a:avLst/>
              <a:gdLst/>
              <a:ahLst/>
              <a:cxnLst/>
              <a:rect l="l" t="t" r="r" b="b"/>
              <a:pathLst>
                <a:path w="14948" h="11875" extrusionOk="0">
                  <a:moveTo>
                    <a:pt x="241" y="1"/>
                  </a:moveTo>
                  <a:cubicBezTo>
                    <a:pt x="95" y="1"/>
                    <a:pt x="0" y="108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40"/>
                    <a:pt x="444" y="3698"/>
                  </a:cubicBezTo>
                  <a:lnTo>
                    <a:pt x="14505" y="11805"/>
                  </a:lnTo>
                  <a:cubicBezTo>
                    <a:pt x="14580" y="11852"/>
                    <a:pt x="14650" y="11874"/>
                    <a:pt x="14711" y="11874"/>
                  </a:cubicBezTo>
                  <a:cubicBezTo>
                    <a:pt x="14854" y="11874"/>
                    <a:pt x="14948" y="11752"/>
                    <a:pt x="14948" y="11552"/>
                  </a:cubicBezTo>
                  <a:lnTo>
                    <a:pt x="14948" y="8923"/>
                  </a:lnTo>
                  <a:cubicBezTo>
                    <a:pt x="14948" y="8670"/>
                    <a:pt x="14758" y="8322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0" name="Google Shape;4020;p38"/>
            <p:cNvSpPr/>
            <p:nvPr/>
          </p:nvSpPr>
          <p:spPr>
            <a:xfrm>
              <a:off x="1071843" y="288863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1" name="Google Shape;4021;p38"/>
            <p:cNvSpPr/>
            <p:nvPr/>
          </p:nvSpPr>
          <p:spPr>
            <a:xfrm>
              <a:off x="1071843" y="2914509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2" name="Google Shape;4022;p38"/>
            <p:cNvSpPr/>
            <p:nvPr/>
          </p:nvSpPr>
          <p:spPr>
            <a:xfrm>
              <a:off x="1071843" y="2941398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3" name="Google Shape;4023;p38"/>
            <p:cNvSpPr/>
            <p:nvPr/>
          </p:nvSpPr>
          <p:spPr>
            <a:xfrm>
              <a:off x="1379128" y="3089862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112"/>
                    <a:pt x="1" y="334"/>
                    <a:pt x="128" y="587"/>
                  </a:cubicBezTo>
                  <a:cubicBezTo>
                    <a:pt x="225" y="758"/>
                    <a:pt x="379" y="873"/>
                    <a:pt x="503" y="873"/>
                  </a:cubicBezTo>
                  <a:cubicBezTo>
                    <a:pt x="540" y="873"/>
                    <a:pt x="574" y="862"/>
                    <a:pt x="603" y="841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4" name="Google Shape;4024;p38"/>
            <p:cNvSpPr/>
            <p:nvPr/>
          </p:nvSpPr>
          <p:spPr>
            <a:xfrm>
              <a:off x="1427777" y="311799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03"/>
                  </a:cubicBezTo>
                  <a:cubicBezTo>
                    <a:pt x="407" y="842"/>
                    <a:pt x="459" y="860"/>
                    <a:pt x="503" y="860"/>
                  </a:cubicBezTo>
                  <a:cubicBezTo>
                    <a:pt x="604" y="860"/>
                    <a:pt x="665" y="76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4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5" name="Google Shape;4025;p38"/>
            <p:cNvSpPr/>
            <p:nvPr/>
          </p:nvSpPr>
          <p:spPr>
            <a:xfrm>
              <a:off x="1475381" y="3145666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0"/>
                  </a:moveTo>
                  <a:cubicBezTo>
                    <a:pt x="181" y="0"/>
                    <a:pt x="152" y="7"/>
                    <a:pt x="127" y="19"/>
                  </a:cubicBezTo>
                  <a:cubicBezTo>
                    <a:pt x="0" y="83"/>
                    <a:pt x="0" y="336"/>
                    <a:pt x="127" y="558"/>
                  </a:cubicBezTo>
                  <a:cubicBezTo>
                    <a:pt x="231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48"/>
                    <a:pt x="729" y="526"/>
                    <a:pt x="602" y="304"/>
                  </a:cubicBezTo>
                  <a:cubicBezTo>
                    <a:pt x="501" y="102"/>
                    <a:pt x="338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6" name="Google Shape;4026;p38"/>
            <p:cNvSpPr/>
            <p:nvPr/>
          </p:nvSpPr>
          <p:spPr>
            <a:xfrm>
              <a:off x="1047012" y="2990309"/>
              <a:ext cx="488389" cy="387496"/>
            </a:xfrm>
            <a:custGeom>
              <a:avLst/>
              <a:gdLst/>
              <a:ahLst/>
              <a:cxnLst/>
              <a:rect l="l" t="t" r="r" b="b"/>
              <a:pathLst>
                <a:path w="14948" h="11860" extrusionOk="0">
                  <a:moveTo>
                    <a:pt x="241" y="1"/>
                  </a:moveTo>
                  <a:cubicBezTo>
                    <a:pt x="95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7" y="11860"/>
                    <a:pt x="14707" y="11860"/>
                  </a:cubicBezTo>
                  <a:cubicBezTo>
                    <a:pt x="14853" y="11860"/>
                    <a:pt x="14948" y="11753"/>
                    <a:pt x="14948" y="11551"/>
                  </a:cubicBezTo>
                  <a:lnTo>
                    <a:pt x="14948" y="8923"/>
                  </a:lnTo>
                  <a:cubicBezTo>
                    <a:pt x="14948" y="8638"/>
                    <a:pt x="14758" y="8321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7" name="Google Shape;4027;p38"/>
            <p:cNvSpPr/>
            <p:nvPr/>
          </p:nvSpPr>
          <p:spPr>
            <a:xfrm>
              <a:off x="1071843" y="302729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8" name="Google Shape;4028;p38"/>
            <p:cNvSpPr/>
            <p:nvPr/>
          </p:nvSpPr>
          <p:spPr>
            <a:xfrm>
              <a:off x="1071843" y="3053171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9" name="Google Shape;4029;p38"/>
            <p:cNvSpPr/>
            <p:nvPr/>
          </p:nvSpPr>
          <p:spPr>
            <a:xfrm>
              <a:off x="1071843" y="308006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0" name="Google Shape;4030;p38"/>
            <p:cNvSpPr/>
            <p:nvPr/>
          </p:nvSpPr>
          <p:spPr>
            <a:xfrm>
              <a:off x="1379128" y="3228524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1" name="Google Shape;4031;p38"/>
            <p:cNvSpPr/>
            <p:nvPr/>
          </p:nvSpPr>
          <p:spPr>
            <a:xfrm>
              <a:off x="1427777" y="3256165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87" y="1"/>
                  </a:moveTo>
                  <a:cubicBezTo>
                    <a:pt x="77" y="1"/>
                    <a:pt x="0" y="94"/>
                    <a:pt x="0" y="248"/>
                  </a:cubicBezTo>
                  <a:cubicBezTo>
                    <a:pt x="0" y="469"/>
                    <a:pt x="159" y="723"/>
                    <a:pt x="349" y="818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2"/>
                    <a:pt x="665" y="628"/>
                  </a:cubicBezTo>
                  <a:cubicBezTo>
                    <a:pt x="665" y="406"/>
                    <a:pt x="539" y="153"/>
                    <a:pt x="349" y="58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2" name="Google Shape;4032;p38"/>
            <p:cNvSpPr/>
            <p:nvPr/>
          </p:nvSpPr>
          <p:spPr>
            <a:xfrm>
              <a:off x="1475381" y="328390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3"/>
                    <a:pt x="401" y="872"/>
                    <a:pt x="528" y="872"/>
                  </a:cubicBezTo>
                  <a:cubicBezTo>
                    <a:pt x="555" y="872"/>
                    <a:pt x="580" y="866"/>
                    <a:pt x="602" y="855"/>
                  </a:cubicBezTo>
                  <a:cubicBezTo>
                    <a:pt x="729" y="760"/>
                    <a:pt x="729" y="507"/>
                    <a:pt x="602" y="285"/>
                  </a:cubicBezTo>
                  <a:cubicBezTo>
                    <a:pt x="504" y="114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3" name="Google Shape;4033;p38"/>
            <p:cNvSpPr/>
            <p:nvPr/>
          </p:nvSpPr>
          <p:spPr>
            <a:xfrm>
              <a:off x="1047012" y="3128513"/>
              <a:ext cx="488389" cy="387790"/>
            </a:xfrm>
            <a:custGeom>
              <a:avLst/>
              <a:gdLst/>
              <a:ahLst/>
              <a:cxnLst/>
              <a:rect l="l" t="t" r="r" b="b"/>
              <a:pathLst>
                <a:path w="14948" h="11869" extrusionOk="0">
                  <a:moveTo>
                    <a:pt x="238" y="0"/>
                  </a:moveTo>
                  <a:cubicBezTo>
                    <a:pt x="94" y="0"/>
                    <a:pt x="0" y="122"/>
                    <a:pt x="0" y="323"/>
                  </a:cubicBezTo>
                  <a:lnTo>
                    <a:pt x="0" y="2920"/>
                  </a:lnTo>
                  <a:cubicBezTo>
                    <a:pt x="0" y="3205"/>
                    <a:pt x="190" y="3553"/>
                    <a:pt x="444" y="3680"/>
                  </a:cubicBezTo>
                  <a:lnTo>
                    <a:pt x="14505" y="11818"/>
                  </a:lnTo>
                  <a:cubicBezTo>
                    <a:pt x="14572" y="11852"/>
                    <a:pt x="14636" y="11868"/>
                    <a:pt x="14692" y="11868"/>
                  </a:cubicBezTo>
                  <a:cubicBezTo>
                    <a:pt x="14846" y="11868"/>
                    <a:pt x="14948" y="11751"/>
                    <a:pt x="14948" y="11565"/>
                  </a:cubicBezTo>
                  <a:lnTo>
                    <a:pt x="14948" y="8937"/>
                  </a:lnTo>
                  <a:cubicBezTo>
                    <a:pt x="14948" y="8652"/>
                    <a:pt x="14758" y="8335"/>
                    <a:pt x="14505" y="8177"/>
                  </a:cubicBezTo>
                  <a:lnTo>
                    <a:pt x="444" y="69"/>
                  </a:lnTo>
                  <a:cubicBezTo>
                    <a:pt x="368" y="22"/>
                    <a:pt x="298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4" name="Google Shape;4034;p38"/>
            <p:cNvSpPr/>
            <p:nvPr/>
          </p:nvSpPr>
          <p:spPr>
            <a:xfrm>
              <a:off x="1071843" y="3164911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5" name="Google Shape;4035;p38"/>
            <p:cNvSpPr/>
            <p:nvPr/>
          </p:nvSpPr>
          <p:spPr>
            <a:xfrm>
              <a:off x="1071843" y="319180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6" name="Google Shape;4036;p38"/>
            <p:cNvSpPr/>
            <p:nvPr/>
          </p:nvSpPr>
          <p:spPr>
            <a:xfrm>
              <a:off x="1071843" y="3217677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7" name="Google Shape;4037;p38"/>
            <p:cNvSpPr/>
            <p:nvPr/>
          </p:nvSpPr>
          <p:spPr>
            <a:xfrm>
              <a:off x="1379128" y="3366663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5" y="1"/>
                  </a:moveTo>
                  <a:cubicBezTo>
                    <a:pt x="189" y="1"/>
                    <a:pt x="156" y="11"/>
                    <a:pt x="128" y="32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2" y="872"/>
                    <a:pt x="529" y="872"/>
                  </a:cubicBezTo>
                  <a:cubicBezTo>
                    <a:pt x="556" y="872"/>
                    <a:pt x="581" y="867"/>
                    <a:pt x="603" y="856"/>
                  </a:cubicBezTo>
                  <a:cubicBezTo>
                    <a:pt x="729" y="761"/>
                    <a:pt x="729" y="539"/>
                    <a:pt x="603" y="317"/>
                  </a:cubicBezTo>
                  <a:cubicBezTo>
                    <a:pt x="504" y="121"/>
                    <a:pt x="349" y="1"/>
                    <a:pt x="2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8" name="Google Shape;4038;p38"/>
            <p:cNvSpPr/>
            <p:nvPr/>
          </p:nvSpPr>
          <p:spPr>
            <a:xfrm>
              <a:off x="1427777" y="3394435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205" y="0"/>
                  </a:moveTo>
                  <a:cubicBezTo>
                    <a:pt x="85" y="0"/>
                    <a:pt x="0" y="88"/>
                    <a:pt x="0" y="228"/>
                  </a:cubicBezTo>
                  <a:cubicBezTo>
                    <a:pt x="0" y="449"/>
                    <a:pt x="159" y="734"/>
                    <a:pt x="349" y="829"/>
                  </a:cubicBezTo>
                  <a:cubicBezTo>
                    <a:pt x="406" y="858"/>
                    <a:pt x="457" y="872"/>
                    <a:pt x="501" y="872"/>
                  </a:cubicBezTo>
                  <a:cubicBezTo>
                    <a:pt x="603" y="872"/>
                    <a:pt x="665" y="794"/>
                    <a:pt x="665" y="639"/>
                  </a:cubicBezTo>
                  <a:cubicBezTo>
                    <a:pt x="665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9" name="Google Shape;4039;p38"/>
            <p:cNvSpPr/>
            <p:nvPr/>
          </p:nvSpPr>
          <p:spPr>
            <a:xfrm>
              <a:off x="1476394" y="3422370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80" y="0"/>
                  </a:moveTo>
                  <a:cubicBezTo>
                    <a:pt x="69" y="0"/>
                    <a:pt x="1" y="89"/>
                    <a:pt x="1" y="228"/>
                  </a:cubicBezTo>
                  <a:cubicBezTo>
                    <a:pt x="1" y="449"/>
                    <a:pt x="127" y="703"/>
                    <a:pt x="317" y="829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8"/>
                    <a:pt x="666" y="639"/>
                  </a:cubicBezTo>
                  <a:cubicBezTo>
                    <a:pt x="666" y="418"/>
                    <a:pt x="508" y="164"/>
                    <a:pt x="317" y="38"/>
                  </a:cubicBezTo>
                  <a:cubicBezTo>
                    <a:pt x="267" y="12"/>
                    <a:pt x="220" y="0"/>
                    <a:pt x="1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0" name="Google Shape;4040;p38"/>
            <p:cNvSpPr/>
            <p:nvPr/>
          </p:nvSpPr>
          <p:spPr>
            <a:xfrm>
              <a:off x="1602641" y="1602969"/>
              <a:ext cx="473915" cy="2077252"/>
            </a:xfrm>
            <a:custGeom>
              <a:avLst/>
              <a:gdLst/>
              <a:ahLst/>
              <a:cxnLst/>
              <a:rect l="l" t="t" r="r" b="b"/>
              <a:pathLst>
                <a:path w="14505" h="63578" extrusionOk="0">
                  <a:moveTo>
                    <a:pt x="14203" y="0"/>
                  </a:moveTo>
                  <a:cubicBezTo>
                    <a:pt x="14130" y="0"/>
                    <a:pt x="14050" y="26"/>
                    <a:pt x="13966" y="81"/>
                  </a:cubicBezTo>
                  <a:lnTo>
                    <a:pt x="570" y="7809"/>
                  </a:lnTo>
                  <a:cubicBezTo>
                    <a:pt x="254" y="7967"/>
                    <a:pt x="0" y="8410"/>
                    <a:pt x="0" y="8759"/>
                  </a:cubicBezTo>
                  <a:lnTo>
                    <a:pt x="0" y="63577"/>
                  </a:lnTo>
                  <a:lnTo>
                    <a:pt x="14505" y="55217"/>
                  </a:lnTo>
                  <a:lnTo>
                    <a:pt x="14505" y="398"/>
                  </a:lnTo>
                  <a:cubicBezTo>
                    <a:pt x="14505" y="151"/>
                    <a:pt x="14378" y="0"/>
                    <a:pt x="1420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1" name="Google Shape;4041;p38"/>
            <p:cNvSpPr/>
            <p:nvPr/>
          </p:nvSpPr>
          <p:spPr>
            <a:xfrm>
              <a:off x="1618160" y="1629859"/>
              <a:ext cx="442876" cy="361293"/>
            </a:xfrm>
            <a:custGeom>
              <a:avLst/>
              <a:gdLst/>
              <a:ahLst/>
              <a:cxnLst/>
              <a:rect l="l" t="t" r="r" b="b"/>
              <a:pathLst>
                <a:path w="13555" h="11058" extrusionOk="0">
                  <a:moveTo>
                    <a:pt x="13299" y="0"/>
                  </a:moveTo>
                  <a:cubicBezTo>
                    <a:pt x="13243" y="0"/>
                    <a:pt x="13179" y="16"/>
                    <a:pt x="13111" y="50"/>
                  </a:cubicBezTo>
                  <a:lnTo>
                    <a:pt x="444" y="7366"/>
                  </a:lnTo>
                  <a:cubicBezTo>
                    <a:pt x="190" y="7524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40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8"/>
                  </a:cubicBezTo>
                  <a:lnTo>
                    <a:pt x="13111" y="3692"/>
                  </a:lnTo>
                  <a:cubicBezTo>
                    <a:pt x="13365" y="3534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53" y="0"/>
                    <a:pt x="1329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2" name="Google Shape;4042;p38"/>
            <p:cNvSpPr/>
            <p:nvPr/>
          </p:nvSpPr>
          <p:spPr>
            <a:xfrm>
              <a:off x="1618160" y="176832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4" y="1"/>
                  </a:moveTo>
                  <a:cubicBezTo>
                    <a:pt x="13254" y="1"/>
                    <a:pt x="13185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31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9" y="11050"/>
                    <a:pt x="368" y="11029"/>
                    <a:pt x="444" y="10981"/>
                  </a:cubicBezTo>
                  <a:lnTo>
                    <a:pt x="13111" y="3666"/>
                  </a:lnTo>
                  <a:cubicBezTo>
                    <a:pt x="13365" y="3539"/>
                    <a:pt x="13555" y="3191"/>
                    <a:pt x="13555" y="2938"/>
                  </a:cubicBezTo>
                  <a:lnTo>
                    <a:pt x="13555" y="309"/>
                  </a:lnTo>
                  <a:cubicBezTo>
                    <a:pt x="13555" y="107"/>
                    <a:pt x="13460" y="1"/>
                    <a:pt x="1331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3" name="Google Shape;4043;p38"/>
            <p:cNvSpPr/>
            <p:nvPr/>
          </p:nvSpPr>
          <p:spPr>
            <a:xfrm>
              <a:off x="1618160" y="1906987"/>
              <a:ext cx="442876" cy="360606"/>
            </a:xfrm>
            <a:custGeom>
              <a:avLst/>
              <a:gdLst/>
              <a:ahLst/>
              <a:cxnLst/>
              <a:rect l="l" t="t" r="r" b="b"/>
              <a:pathLst>
                <a:path w="13555" h="11037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099"/>
                  </a:cubicBezTo>
                  <a:lnTo>
                    <a:pt x="0" y="10728"/>
                  </a:lnTo>
                  <a:cubicBezTo>
                    <a:pt x="0" y="10930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1" y="3666"/>
                  </a:lnTo>
                  <a:cubicBezTo>
                    <a:pt x="13365" y="3539"/>
                    <a:pt x="13555" y="3191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4" name="Google Shape;4044;p38"/>
            <p:cNvSpPr/>
            <p:nvPr/>
          </p:nvSpPr>
          <p:spPr>
            <a:xfrm>
              <a:off x="1618160" y="2045159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7" y="1"/>
                  </a:moveTo>
                  <a:cubicBezTo>
                    <a:pt x="13257" y="1"/>
                    <a:pt x="13187" y="23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6" y="11051"/>
                    <a:pt x="241" y="11051"/>
                  </a:cubicBezTo>
                  <a:cubicBezTo>
                    <a:pt x="301" y="11051"/>
                    <a:pt x="370" y="11033"/>
                    <a:pt x="444" y="10996"/>
                  </a:cubicBezTo>
                  <a:lnTo>
                    <a:pt x="13111" y="3680"/>
                  </a:lnTo>
                  <a:cubicBezTo>
                    <a:pt x="13365" y="3554"/>
                    <a:pt x="13555" y="3205"/>
                    <a:pt x="13555" y="2920"/>
                  </a:cubicBezTo>
                  <a:lnTo>
                    <a:pt x="13555" y="323"/>
                  </a:lnTo>
                  <a:cubicBezTo>
                    <a:pt x="13555" y="123"/>
                    <a:pt x="13461" y="1"/>
                    <a:pt x="1331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5" name="Google Shape;4045;p38"/>
            <p:cNvSpPr/>
            <p:nvPr/>
          </p:nvSpPr>
          <p:spPr>
            <a:xfrm>
              <a:off x="1618160" y="2183429"/>
              <a:ext cx="442876" cy="361293"/>
            </a:xfrm>
            <a:custGeom>
              <a:avLst/>
              <a:gdLst/>
              <a:ahLst/>
              <a:cxnLst/>
              <a:rect l="l" t="t" r="r" b="b"/>
              <a:pathLst>
                <a:path w="13555" h="11058" extrusionOk="0">
                  <a:moveTo>
                    <a:pt x="13299" y="0"/>
                  </a:moveTo>
                  <a:cubicBezTo>
                    <a:pt x="13243" y="0"/>
                    <a:pt x="13179" y="16"/>
                    <a:pt x="13111" y="50"/>
                  </a:cubicBezTo>
                  <a:lnTo>
                    <a:pt x="444" y="7365"/>
                  </a:lnTo>
                  <a:cubicBezTo>
                    <a:pt x="190" y="7524"/>
                    <a:pt x="0" y="7840"/>
                    <a:pt x="0" y="8126"/>
                  </a:cubicBezTo>
                  <a:lnTo>
                    <a:pt x="0" y="10754"/>
                  </a:lnTo>
                  <a:cubicBezTo>
                    <a:pt x="0" y="10939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7"/>
                  </a:cubicBezTo>
                  <a:lnTo>
                    <a:pt x="13111" y="3692"/>
                  </a:lnTo>
                  <a:cubicBezTo>
                    <a:pt x="13365" y="3534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53" y="0"/>
                    <a:pt x="1329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6" name="Google Shape;4046;p38"/>
            <p:cNvSpPr/>
            <p:nvPr/>
          </p:nvSpPr>
          <p:spPr>
            <a:xfrm>
              <a:off x="1618160" y="232189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4" y="1"/>
                  </a:moveTo>
                  <a:cubicBezTo>
                    <a:pt x="13254" y="1"/>
                    <a:pt x="13185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31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9" y="11050"/>
                    <a:pt x="368" y="11028"/>
                    <a:pt x="444" y="10981"/>
                  </a:cubicBezTo>
                  <a:lnTo>
                    <a:pt x="13111" y="3697"/>
                  </a:lnTo>
                  <a:cubicBezTo>
                    <a:pt x="13365" y="3539"/>
                    <a:pt x="13555" y="3222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1"/>
                    <a:pt x="1331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7" name="Google Shape;4047;p38"/>
            <p:cNvSpPr/>
            <p:nvPr/>
          </p:nvSpPr>
          <p:spPr>
            <a:xfrm>
              <a:off x="1618160" y="2460557"/>
              <a:ext cx="442876" cy="360606"/>
            </a:xfrm>
            <a:custGeom>
              <a:avLst/>
              <a:gdLst/>
              <a:ahLst/>
              <a:cxnLst/>
              <a:rect l="l" t="t" r="r" b="b"/>
              <a:pathLst>
                <a:path w="13555" h="11037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7"/>
                    <a:pt x="0" y="7846"/>
                    <a:pt x="0" y="8099"/>
                  </a:cubicBezTo>
                  <a:lnTo>
                    <a:pt x="0" y="10728"/>
                  </a:lnTo>
                  <a:cubicBezTo>
                    <a:pt x="0" y="10929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1" y="3665"/>
                  </a:lnTo>
                  <a:cubicBezTo>
                    <a:pt x="13365" y="3539"/>
                    <a:pt x="13555" y="3190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8" name="Google Shape;4048;p38"/>
            <p:cNvSpPr/>
            <p:nvPr/>
          </p:nvSpPr>
          <p:spPr>
            <a:xfrm>
              <a:off x="1618160" y="2598729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7" y="1"/>
                  </a:moveTo>
                  <a:cubicBezTo>
                    <a:pt x="13257" y="1"/>
                    <a:pt x="13187" y="23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6" y="11051"/>
                    <a:pt x="241" y="11051"/>
                  </a:cubicBezTo>
                  <a:cubicBezTo>
                    <a:pt x="301" y="11051"/>
                    <a:pt x="370" y="11033"/>
                    <a:pt x="444" y="10996"/>
                  </a:cubicBezTo>
                  <a:lnTo>
                    <a:pt x="13111" y="3680"/>
                  </a:lnTo>
                  <a:cubicBezTo>
                    <a:pt x="13365" y="3553"/>
                    <a:pt x="13555" y="3205"/>
                    <a:pt x="13555" y="2920"/>
                  </a:cubicBezTo>
                  <a:lnTo>
                    <a:pt x="13555" y="323"/>
                  </a:lnTo>
                  <a:cubicBezTo>
                    <a:pt x="13555" y="123"/>
                    <a:pt x="13461" y="1"/>
                    <a:pt x="1331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9" name="Google Shape;4049;p38"/>
            <p:cNvSpPr/>
            <p:nvPr/>
          </p:nvSpPr>
          <p:spPr>
            <a:xfrm>
              <a:off x="1618160" y="2736999"/>
              <a:ext cx="442876" cy="361260"/>
            </a:xfrm>
            <a:custGeom>
              <a:avLst/>
              <a:gdLst/>
              <a:ahLst/>
              <a:cxnLst/>
              <a:rect l="l" t="t" r="r" b="b"/>
              <a:pathLst>
                <a:path w="13555" h="11057" extrusionOk="0">
                  <a:moveTo>
                    <a:pt x="13299" y="0"/>
                  </a:moveTo>
                  <a:cubicBezTo>
                    <a:pt x="13243" y="0"/>
                    <a:pt x="13179" y="16"/>
                    <a:pt x="13111" y="50"/>
                  </a:cubicBezTo>
                  <a:lnTo>
                    <a:pt x="444" y="7365"/>
                  </a:lnTo>
                  <a:cubicBezTo>
                    <a:pt x="190" y="7524"/>
                    <a:pt x="0" y="7840"/>
                    <a:pt x="0" y="8125"/>
                  </a:cubicBezTo>
                  <a:lnTo>
                    <a:pt x="0" y="10754"/>
                  </a:lnTo>
                  <a:cubicBezTo>
                    <a:pt x="0" y="10939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7"/>
                  </a:cubicBezTo>
                  <a:lnTo>
                    <a:pt x="13111" y="3692"/>
                  </a:lnTo>
                  <a:cubicBezTo>
                    <a:pt x="13365" y="3533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53" y="0"/>
                    <a:pt x="1329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0" name="Google Shape;4050;p38"/>
            <p:cNvSpPr/>
            <p:nvPr/>
          </p:nvSpPr>
          <p:spPr>
            <a:xfrm>
              <a:off x="1618160" y="287546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31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9" y="11050"/>
                    <a:pt x="368" y="11028"/>
                    <a:pt x="444" y="10981"/>
                  </a:cubicBezTo>
                  <a:lnTo>
                    <a:pt x="13111" y="3697"/>
                  </a:lnTo>
                  <a:cubicBezTo>
                    <a:pt x="13365" y="3539"/>
                    <a:pt x="13555" y="3222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1" name="Google Shape;4051;p38"/>
            <p:cNvSpPr/>
            <p:nvPr/>
          </p:nvSpPr>
          <p:spPr>
            <a:xfrm>
              <a:off x="1618160" y="3014127"/>
              <a:ext cx="442876" cy="360574"/>
            </a:xfrm>
            <a:custGeom>
              <a:avLst/>
              <a:gdLst/>
              <a:ahLst/>
              <a:cxnLst/>
              <a:rect l="l" t="t" r="r" b="b"/>
              <a:pathLst>
                <a:path w="13555" h="11036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7"/>
                    <a:pt x="0" y="7846"/>
                    <a:pt x="0" y="8099"/>
                  </a:cubicBezTo>
                  <a:lnTo>
                    <a:pt x="0" y="10727"/>
                  </a:lnTo>
                  <a:cubicBezTo>
                    <a:pt x="0" y="10929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1" y="3665"/>
                  </a:lnTo>
                  <a:cubicBezTo>
                    <a:pt x="13365" y="3539"/>
                    <a:pt x="13555" y="3190"/>
                    <a:pt x="13555" y="2937"/>
                  </a:cubicBezTo>
                  <a:lnTo>
                    <a:pt x="13555" y="308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2" name="Google Shape;4052;p38"/>
            <p:cNvSpPr/>
            <p:nvPr/>
          </p:nvSpPr>
          <p:spPr>
            <a:xfrm>
              <a:off x="1618160" y="3152299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7" y="1"/>
                  </a:moveTo>
                  <a:cubicBezTo>
                    <a:pt x="13257" y="1"/>
                    <a:pt x="13187" y="23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6" y="11051"/>
                    <a:pt x="241" y="11051"/>
                  </a:cubicBezTo>
                  <a:cubicBezTo>
                    <a:pt x="301" y="11051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65" y="3553"/>
                    <a:pt x="13555" y="3205"/>
                    <a:pt x="13555" y="2920"/>
                  </a:cubicBezTo>
                  <a:lnTo>
                    <a:pt x="13555" y="323"/>
                  </a:lnTo>
                  <a:cubicBezTo>
                    <a:pt x="13555" y="123"/>
                    <a:pt x="13461" y="1"/>
                    <a:pt x="1331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3" name="Google Shape;4053;p38"/>
            <p:cNvSpPr/>
            <p:nvPr/>
          </p:nvSpPr>
          <p:spPr>
            <a:xfrm>
              <a:off x="1006661" y="1168980"/>
              <a:ext cx="1091621" cy="634304"/>
            </a:xfrm>
            <a:custGeom>
              <a:avLst/>
              <a:gdLst/>
              <a:ahLst/>
              <a:cxnLst/>
              <a:rect l="l" t="t" r="r" b="b"/>
              <a:pathLst>
                <a:path w="33411" h="19414" extrusionOk="0">
                  <a:moveTo>
                    <a:pt x="16183" y="0"/>
                  </a:moveTo>
                  <a:lnTo>
                    <a:pt x="0" y="9374"/>
                  </a:lnTo>
                  <a:lnTo>
                    <a:pt x="17386" y="19413"/>
                  </a:lnTo>
                  <a:lnTo>
                    <a:pt x="33411" y="10134"/>
                  </a:lnTo>
                  <a:lnTo>
                    <a:pt x="1618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4" name="Google Shape;4054;p38"/>
            <p:cNvSpPr/>
            <p:nvPr/>
          </p:nvSpPr>
          <p:spPr>
            <a:xfrm>
              <a:off x="1180479" y="1290032"/>
              <a:ext cx="533934" cy="430460"/>
            </a:xfrm>
            <a:custGeom>
              <a:avLst/>
              <a:gdLst/>
              <a:ahLst/>
              <a:cxnLst/>
              <a:rect l="l" t="t" r="r" b="b"/>
              <a:pathLst>
                <a:path w="16342" h="13175" extrusionOk="0">
                  <a:moveTo>
                    <a:pt x="10230" y="0"/>
                  </a:moveTo>
                  <a:lnTo>
                    <a:pt x="0" y="5922"/>
                  </a:lnTo>
                  <a:lnTo>
                    <a:pt x="12510" y="13175"/>
                  </a:lnTo>
                  <a:lnTo>
                    <a:pt x="12510" y="11845"/>
                  </a:lnTo>
                  <a:lnTo>
                    <a:pt x="16342" y="3547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5" name="Google Shape;4055;p38"/>
            <p:cNvSpPr/>
            <p:nvPr/>
          </p:nvSpPr>
          <p:spPr>
            <a:xfrm>
              <a:off x="1180479" y="1440064"/>
              <a:ext cx="74526" cy="65214"/>
            </a:xfrm>
            <a:custGeom>
              <a:avLst/>
              <a:gdLst/>
              <a:ahLst/>
              <a:cxnLst/>
              <a:rect l="l" t="t" r="r" b="b"/>
              <a:pathLst>
                <a:path w="2281" h="1996" extrusionOk="0">
                  <a:moveTo>
                    <a:pt x="0" y="0"/>
                  </a:moveTo>
                  <a:lnTo>
                    <a:pt x="0" y="1330"/>
                  </a:lnTo>
                  <a:lnTo>
                    <a:pt x="2091" y="1995"/>
                  </a:lnTo>
                  <a:lnTo>
                    <a:pt x="2281" y="855"/>
                  </a:lnTo>
                  <a:lnTo>
                    <a:pt x="1711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6" name="Google Shape;4056;p38"/>
            <p:cNvSpPr/>
            <p:nvPr/>
          </p:nvSpPr>
          <p:spPr>
            <a:xfrm>
              <a:off x="1589179" y="1405921"/>
              <a:ext cx="335285" cy="314571"/>
            </a:xfrm>
            <a:custGeom>
              <a:avLst/>
              <a:gdLst/>
              <a:ahLst/>
              <a:cxnLst/>
              <a:rect l="l" t="t" r="r" b="b"/>
              <a:pathLst>
                <a:path w="10262" h="9628" extrusionOk="0">
                  <a:moveTo>
                    <a:pt x="3833" y="0"/>
                  </a:moveTo>
                  <a:lnTo>
                    <a:pt x="1" y="8298"/>
                  </a:lnTo>
                  <a:lnTo>
                    <a:pt x="1" y="9628"/>
                  </a:lnTo>
                  <a:lnTo>
                    <a:pt x="10262" y="3737"/>
                  </a:lnTo>
                  <a:lnTo>
                    <a:pt x="8678" y="2819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7" name="Google Shape;4057;p38"/>
            <p:cNvSpPr/>
            <p:nvPr/>
          </p:nvSpPr>
          <p:spPr>
            <a:xfrm>
              <a:off x="1763030" y="1482473"/>
              <a:ext cx="161435" cy="110760"/>
            </a:xfrm>
            <a:custGeom>
              <a:avLst/>
              <a:gdLst/>
              <a:ahLst/>
              <a:cxnLst/>
              <a:rect l="l" t="t" r="r" b="b"/>
              <a:pathLst>
                <a:path w="4941" h="3390" extrusionOk="0">
                  <a:moveTo>
                    <a:pt x="1204" y="1"/>
                  </a:moveTo>
                  <a:lnTo>
                    <a:pt x="0" y="3389"/>
                  </a:lnTo>
                  <a:lnTo>
                    <a:pt x="4941" y="1394"/>
                  </a:lnTo>
                  <a:lnTo>
                    <a:pt x="4941" y="64"/>
                  </a:lnTo>
                  <a:lnTo>
                    <a:pt x="1204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8" name="Google Shape;4058;p38"/>
            <p:cNvSpPr/>
            <p:nvPr/>
          </p:nvSpPr>
          <p:spPr>
            <a:xfrm>
              <a:off x="1180479" y="1247590"/>
              <a:ext cx="743985" cy="429447"/>
            </a:xfrm>
            <a:custGeom>
              <a:avLst/>
              <a:gdLst/>
              <a:ahLst/>
              <a:cxnLst/>
              <a:rect l="l" t="t" r="r" b="b"/>
              <a:pathLst>
                <a:path w="22771" h="13144" extrusionOk="0">
                  <a:moveTo>
                    <a:pt x="10230" y="1"/>
                  </a:moveTo>
                  <a:lnTo>
                    <a:pt x="0" y="5891"/>
                  </a:lnTo>
                  <a:lnTo>
                    <a:pt x="12510" y="13144"/>
                  </a:lnTo>
                  <a:lnTo>
                    <a:pt x="22771" y="7253"/>
                  </a:lnTo>
                  <a:lnTo>
                    <a:pt x="10230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9" name="Google Shape;4059;p38"/>
            <p:cNvSpPr/>
            <p:nvPr/>
          </p:nvSpPr>
          <p:spPr>
            <a:xfrm>
              <a:off x="1370862" y="1355998"/>
              <a:ext cx="182149" cy="56164"/>
            </a:xfrm>
            <a:custGeom>
              <a:avLst/>
              <a:gdLst/>
              <a:ahLst/>
              <a:cxnLst/>
              <a:rect l="l" t="t" r="r" b="b"/>
              <a:pathLst>
                <a:path w="5575" h="1719" extrusionOk="0">
                  <a:moveTo>
                    <a:pt x="2787" y="0"/>
                  </a:moveTo>
                  <a:cubicBezTo>
                    <a:pt x="2091" y="0"/>
                    <a:pt x="1394" y="151"/>
                    <a:pt x="856" y="452"/>
                  </a:cubicBezTo>
                  <a:cubicBezTo>
                    <a:pt x="254" y="800"/>
                    <a:pt x="1" y="1275"/>
                    <a:pt x="64" y="1718"/>
                  </a:cubicBezTo>
                  <a:cubicBezTo>
                    <a:pt x="127" y="1370"/>
                    <a:pt x="412" y="1053"/>
                    <a:pt x="856" y="768"/>
                  </a:cubicBezTo>
                  <a:cubicBezTo>
                    <a:pt x="1394" y="467"/>
                    <a:pt x="2091" y="317"/>
                    <a:pt x="2787" y="317"/>
                  </a:cubicBezTo>
                  <a:cubicBezTo>
                    <a:pt x="3484" y="317"/>
                    <a:pt x="4181" y="467"/>
                    <a:pt x="4719" y="768"/>
                  </a:cubicBezTo>
                  <a:cubicBezTo>
                    <a:pt x="5163" y="1053"/>
                    <a:pt x="5416" y="1370"/>
                    <a:pt x="5479" y="1718"/>
                  </a:cubicBezTo>
                  <a:cubicBezTo>
                    <a:pt x="5574" y="1275"/>
                    <a:pt x="5321" y="800"/>
                    <a:pt x="4719" y="452"/>
                  </a:cubicBezTo>
                  <a:cubicBezTo>
                    <a:pt x="4181" y="151"/>
                    <a:pt x="3484" y="0"/>
                    <a:pt x="2787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0" name="Google Shape;4060;p38"/>
            <p:cNvSpPr/>
            <p:nvPr/>
          </p:nvSpPr>
          <p:spPr>
            <a:xfrm>
              <a:off x="1372920" y="1366322"/>
              <a:ext cx="176987" cy="92398"/>
            </a:xfrm>
            <a:custGeom>
              <a:avLst/>
              <a:gdLst/>
              <a:ahLst/>
              <a:cxnLst/>
              <a:rect l="l" t="t" r="r" b="b"/>
              <a:pathLst>
                <a:path w="5417" h="2828" extrusionOk="0">
                  <a:moveTo>
                    <a:pt x="2724" y="1"/>
                  </a:moveTo>
                  <a:cubicBezTo>
                    <a:pt x="2028" y="1"/>
                    <a:pt x="1331" y="151"/>
                    <a:pt x="793" y="452"/>
                  </a:cubicBezTo>
                  <a:cubicBezTo>
                    <a:pt x="318" y="737"/>
                    <a:pt x="64" y="1054"/>
                    <a:pt x="1" y="1402"/>
                  </a:cubicBezTo>
                  <a:cubicBezTo>
                    <a:pt x="64" y="1751"/>
                    <a:pt x="349" y="2099"/>
                    <a:pt x="793" y="2352"/>
                  </a:cubicBezTo>
                  <a:cubicBezTo>
                    <a:pt x="1331" y="2669"/>
                    <a:pt x="2028" y="2827"/>
                    <a:pt x="2724" y="2827"/>
                  </a:cubicBezTo>
                  <a:cubicBezTo>
                    <a:pt x="3421" y="2827"/>
                    <a:pt x="4118" y="2669"/>
                    <a:pt x="4656" y="2352"/>
                  </a:cubicBezTo>
                  <a:cubicBezTo>
                    <a:pt x="5100" y="2099"/>
                    <a:pt x="5353" y="1751"/>
                    <a:pt x="5416" y="1402"/>
                  </a:cubicBezTo>
                  <a:cubicBezTo>
                    <a:pt x="5353" y="1054"/>
                    <a:pt x="5100" y="737"/>
                    <a:pt x="4656" y="452"/>
                  </a:cubicBezTo>
                  <a:cubicBezTo>
                    <a:pt x="4118" y="151"/>
                    <a:pt x="3421" y="1"/>
                    <a:pt x="272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1" name="Google Shape;4061;p38"/>
            <p:cNvSpPr/>
            <p:nvPr/>
          </p:nvSpPr>
          <p:spPr>
            <a:xfrm>
              <a:off x="1307739" y="1415233"/>
              <a:ext cx="142844" cy="82792"/>
            </a:xfrm>
            <a:custGeom>
              <a:avLst/>
              <a:gdLst/>
              <a:ahLst/>
              <a:cxnLst/>
              <a:rect l="l" t="t" r="r" b="b"/>
              <a:pathLst>
                <a:path w="4372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2" name="Google Shape;4062;p38"/>
            <p:cNvSpPr/>
            <p:nvPr/>
          </p:nvSpPr>
          <p:spPr>
            <a:xfrm>
              <a:off x="1284998" y="1428661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223"/>
                  </a:lnTo>
                  <a:lnTo>
                    <a:pt x="3990" y="2503"/>
                  </a:lnTo>
                  <a:lnTo>
                    <a:pt x="4370" y="231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3" name="Google Shape;4063;p38"/>
            <p:cNvSpPr/>
            <p:nvPr/>
          </p:nvSpPr>
          <p:spPr>
            <a:xfrm>
              <a:off x="1262226" y="1442122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03"/>
                  </a:lnTo>
                  <a:lnTo>
                    <a:pt x="4371" y="2281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4" name="Google Shape;4064;p38"/>
            <p:cNvSpPr/>
            <p:nvPr/>
          </p:nvSpPr>
          <p:spPr>
            <a:xfrm>
              <a:off x="1516745" y="1290032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40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5" name="Google Shape;4065;p38"/>
            <p:cNvSpPr/>
            <p:nvPr/>
          </p:nvSpPr>
          <p:spPr>
            <a:xfrm>
              <a:off x="1494004" y="1303493"/>
              <a:ext cx="141766" cy="81747"/>
            </a:xfrm>
            <a:custGeom>
              <a:avLst/>
              <a:gdLst/>
              <a:ahLst/>
              <a:cxnLst/>
              <a:rect l="l" t="t" r="r" b="b"/>
              <a:pathLst>
                <a:path w="4339" h="2502" extrusionOk="0">
                  <a:moveTo>
                    <a:pt x="349" y="0"/>
                  </a:moveTo>
                  <a:lnTo>
                    <a:pt x="0" y="222"/>
                  </a:lnTo>
                  <a:lnTo>
                    <a:pt x="3990" y="2502"/>
                  </a:lnTo>
                  <a:lnTo>
                    <a:pt x="4339" y="2280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6" name="Google Shape;4066;p38"/>
            <p:cNvSpPr/>
            <p:nvPr/>
          </p:nvSpPr>
          <p:spPr>
            <a:xfrm>
              <a:off x="1471232" y="1316921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1"/>
                  </a:moveTo>
                  <a:lnTo>
                    <a:pt x="0" y="191"/>
                  </a:lnTo>
                  <a:lnTo>
                    <a:pt x="3991" y="2503"/>
                  </a:lnTo>
                  <a:lnTo>
                    <a:pt x="4339" y="2281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7" name="Google Shape;4067;p38"/>
            <p:cNvSpPr/>
            <p:nvPr/>
          </p:nvSpPr>
          <p:spPr>
            <a:xfrm>
              <a:off x="1558141" y="1464634"/>
              <a:ext cx="183195" cy="56164"/>
            </a:xfrm>
            <a:custGeom>
              <a:avLst/>
              <a:gdLst/>
              <a:ahLst/>
              <a:cxnLst/>
              <a:rect l="l" t="t" r="r" b="b"/>
              <a:pathLst>
                <a:path w="5607" h="1719" extrusionOk="0">
                  <a:moveTo>
                    <a:pt x="2803" y="0"/>
                  </a:moveTo>
                  <a:cubicBezTo>
                    <a:pt x="2107" y="0"/>
                    <a:pt x="1410" y="151"/>
                    <a:pt x="887" y="452"/>
                  </a:cubicBezTo>
                  <a:cubicBezTo>
                    <a:pt x="286" y="800"/>
                    <a:pt x="1" y="1275"/>
                    <a:pt x="96" y="1719"/>
                  </a:cubicBezTo>
                  <a:cubicBezTo>
                    <a:pt x="159" y="1370"/>
                    <a:pt x="412" y="1053"/>
                    <a:pt x="887" y="768"/>
                  </a:cubicBezTo>
                  <a:cubicBezTo>
                    <a:pt x="1410" y="468"/>
                    <a:pt x="2107" y="317"/>
                    <a:pt x="2803" y="317"/>
                  </a:cubicBezTo>
                  <a:cubicBezTo>
                    <a:pt x="3500" y="317"/>
                    <a:pt x="4197" y="468"/>
                    <a:pt x="4719" y="768"/>
                  </a:cubicBezTo>
                  <a:cubicBezTo>
                    <a:pt x="5194" y="1053"/>
                    <a:pt x="5448" y="1370"/>
                    <a:pt x="5511" y="1719"/>
                  </a:cubicBezTo>
                  <a:cubicBezTo>
                    <a:pt x="5606" y="1275"/>
                    <a:pt x="5321" y="800"/>
                    <a:pt x="4719" y="452"/>
                  </a:cubicBezTo>
                  <a:cubicBezTo>
                    <a:pt x="4197" y="151"/>
                    <a:pt x="3500" y="0"/>
                    <a:pt x="2803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8" name="Google Shape;4068;p38"/>
            <p:cNvSpPr/>
            <p:nvPr/>
          </p:nvSpPr>
          <p:spPr>
            <a:xfrm>
              <a:off x="1561244" y="1474991"/>
              <a:ext cx="176987" cy="91581"/>
            </a:xfrm>
            <a:custGeom>
              <a:avLst/>
              <a:gdLst/>
              <a:ahLst/>
              <a:cxnLst/>
              <a:rect l="l" t="t" r="r" b="b"/>
              <a:pathLst>
                <a:path w="5417" h="2803" extrusionOk="0">
                  <a:moveTo>
                    <a:pt x="2708" y="0"/>
                  </a:moveTo>
                  <a:cubicBezTo>
                    <a:pt x="2012" y="0"/>
                    <a:pt x="1315" y="151"/>
                    <a:pt x="792" y="451"/>
                  </a:cubicBezTo>
                  <a:cubicBezTo>
                    <a:pt x="317" y="736"/>
                    <a:pt x="64" y="1053"/>
                    <a:pt x="1" y="1402"/>
                  </a:cubicBezTo>
                  <a:cubicBezTo>
                    <a:pt x="64" y="1750"/>
                    <a:pt x="317" y="2098"/>
                    <a:pt x="792" y="2352"/>
                  </a:cubicBezTo>
                  <a:cubicBezTo>
                    <a:pt x="1315" y="2652"/>
                    <a:pt x="2012" y="2803"/>
                    <a:pt x="2708" y="2803"/>
                  </a:cubicBezTo>
                  <a:cubicBezTo>
                    <a:pt x="3405" y="2803"/>
                    <a:pt x="4102" y="2652"/>
                    <a:pt x="4624" y="2352"/>
                  </a:cubicBezTo>
                  <a:cubicBezTo>
                    <a:pt x="5099" y="2098"/>
                    <a:pt x="5353" y="1750"/>
                    <a:pt x="5416" y="1402"/>
                  </a:cubicBezTo>
                  <a:cubicBezTo>
                    <a:pt x="5353" y="1053"/>
                    <a:pt x="5099" y="736"/>
                    <a:pt x="4624" y="451"/>
                  </a:cubicBezTo>
                  <a:cubicBezTo>
                    <a:pt x="4102" y="151"/>
                    <a:pt x="3405" y="0"/>
                    <a:pt x="270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9" name="Google Shape;4069;p38"/>
            <p:cNvSpPr/>
            <p:nvPr/>
          </p:nvSpPr>
          <p:spPr>
            <a:xfrm>
              <a:off x="1496063" y="1523869"/>
              <a:ext cx="141799" cy="82825"/>
            </a:xfrm>
            <a:custGeom>
              <a:avLst/>
              <a:gdLst/>
              <a:ahLst/>
              <a:cxnLst/>
              <a:rect l="l" t="t" r="r" b="b"/>
              <a:pathLst>
                <a:path w="4340" h="2535" extrusionOk="0">
                  <a:moveTo>
                    <a:pt x="381" y="1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39" y="2312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0" name="Google Shape;4070;p38"/>
            <p:cNvSpPr/>
            <p:nvPr/>
          </p:nvSpPr>
          <p:spPr>
            <a:xfrm>
              <a:off x="1473290" y="1537330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1" name="Google Shape;4071;p38"/>
            <p:cNvSpPr/>
            <p:nvPr/>
          </p:nvSpPr>
          <p:spPr>
            <a:xfrm>
              <a:off x="1450550" y="1550758"/>
              <a:ext cx="141766" cy="81779"/>
            </a:xfrm>
            <a:custGeom>
              <a:avLst/>
              <a:gdLst/>
              <a:ahLst/>
              <a:cxnLst/>
              <a:rect l="l" t="t" r="r" b="b"/>
              <a:pathLst>
                <a:path w="4339" h="2503" extrusionOk="0">
                  <a:moveTo>
                    <a:pt x="348" y="1"/>
                  </a:moveTo>
                  <a:lnTo>
                    <a:pt x="0" y="191"/>
                  </a:lnTo>
                  <a:lnTo>
                    <a:pt x="3990" y="2503"/>
                  </a:lnTo>
                  <a:lnTo>
                    <a:pt x="4339" y="2281"/>
                  </a:lnTo>
                  <a:lnTo>
                    <a:pt x="348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2" name="Google Shape;4072;p38"/>
            <p:cNvSpPr/>
            <p:nvPr/>
          </p:nvSpPr>
          <p:spPr>
            <a:xfrm>
              <a:off x="1704056" y="1398668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222"/>
                  </a:lnTo>
                  <a:lnTo>
                    <a:pt x="3990" y="2502"/>
                  </a:lnTo>
                  <a:lnTo>
                    <a:pt x="4370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3" name="Google Shape;4073;p38"/>
            <p:cNvSpPr/>
            <p:nvPr/>
          </p:nvSpPr>
          <p:spPr>
            <a:xfrm>
              <a:off x="1681283" y="1412129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0"/>
                  </a:moveTo>
                  <a:lnTo>
                    <a:pt x="0" y="190"/>
                  </a:lnTo>
                  <a:lnTo>
                    <a:pt x="3991" y="2502"/>
                  </a:lnTo>
                  <a:lnTo>
                    <a:pt x="4371" y="2280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4" name="Google Shape;4074;p38"/>
            <p:cNvSpPr/>
            <p:nvPr/>
          </p:nvSpPr>
          <p:spPr>
            <a:xfrm>
              <a:off x="1658511" y="1424545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5" name="Google Shape;4075;p38"/>
            <p:cNvSpPr/>
            <p:nvPr/>
          </p:nvSpPr>
          <p:spPr>
            <a:xfrm>
              <a:off x="2164477" y="1840498"/>
              <a:ext cx="523609" cy="2196703"/>
            </a:xfrm>
            <a:custGeom>
              <a:avLst/>
              <a:gdLst/>
              <a:ahLst/>
              <a:cxnLst/>
              <a:rect l="l" t="t" r="r" b="b"/>
              <a:pathLst>
                <a:path w="16026" h="67234" extrusionOk="0">
                  <a:moveTo>
                    <a:pt x="16025" y="0"/>
                  </a:moveTo>
                  <a:lnTo>
                    <a:pt x="1" y="9279"/>
                  </a:lnTo>
                  <a:lnTo>
                    <a:pt x="1" y="67233"/>
                  </a:lnTo>
                  <a:lnTo>
                    <a:pt x="16025" y="57954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6" name="Google Shape;4076;p38"/>
            <p:cNvSpPr/>
            <p:nvPr/>
          </p:nvSpPr>
          <p:spPr>
            <a:xfrm>
              <a:off x="1596433" y="1815667"/>
              <a:ext cx="568077" cy="2221534"/>
            </a:xfrm>
            <a:custGeom>
              <a:avLst/>
              <a:gdLst/>
              <a:ahLst/>
              <a:cxnLst/>
              <a:rect l="l" t="t" r="r" b="b"/>
              <a:pathLst>
                <a:path w="17387" h="67994" extrusionOk="0">
                  <a:moveTo>
                    <a:pt x="0" y="0"/>
                  </a:moveTo>
                  <a:lnTo>
                    <a:pt x="0" y="57954"/>
                  </a:lnTo>
                  <a:lnTo>
                    <a:pt x="17387" y="67993"/>
                  </a:lnTo>
                  <a:lnTo>
                    <a:pt x="17387" y="1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7" name="Google Shape;4077;p38"/>
            <p:cNvSpPr/>
            <p:nvPr/>
          </p:nvSpPr>
          <p:spPr>
            <a:xfrm>
              <a:off x="1621264" y="1920023"/>
              <a:ext cx="518415" cy="2102671"/>
            </a:xfrm>
            <a:custGeom>
              <a:avLst/>
              <a:gdLst/>
              <a:ahLst/>
              <a:cxnLst/>
              <a:rect l="l" t="t" r="r" b="b"/>
              <a:pathLst>
                <a:path w="15867" h="64356" extrusionOk="0">
                  <a:moveTo>
                    <a:pt x="293" y="1"/>
                  </a:moveTo>
                  <a:cubicBezTo>
                    <a:pt x="113" y="1"/>
                    <a:pt x="0" y="136"/>
                    <a:pt x="0" y="385"/>
                  </a:cubicBezTo>
                  <a:lnTo>
                    <a:pt x="0" y="55204"/>
                  </a:lnTo>
                  <a:lnTo>
                    <a:pt x="15867" y="64356"/>
                  </a:lnTo>
                  <a:lnTo>
                    <a:pt x="15867" y="9569"/>
                  </a:lnTo>
                  <a:cubicBezTo>
                    <a:pt x="15867" y="9220"/>
                    <a:pt x="15645" y="8777"/>
                    <a:pt x="15328" y="8619"/>
                  </a:cubicBezTo>
                  <a:lnTo>
                    <a:pt x="539" y="68"/>
                  </a:lnTo>
                  <a:cubicBezTo>
                    <a:pt x="448" y="23"/>
                    <a:pt x="365" y="1"/>
                    <a:pt x="29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8" name="Google Shape;4078;p38"/>
            <p:cNvSpPr/>
            <p:nvPr/>
          </p:nvSpPr>
          <p:spPr>
            <a:xfrm>
              <a:off x="1636783" y="1946488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0"/>
                  </a:moveTo>
                  <a:cubicBezTo>
                    <a:pt x="102" y="0"/>
                    <a:pt x="1" y="118"/>
                    <a:pt x="1" y="303"/>
                  </a:cubicBezTo>
                  <a:lnTo>
                    <a:pt x="1" y="2932"/>
                  </a:lnTo>
                  <a:cubicBezTo>
                    <a:pt x="1" y="3217"/>
                    <a:pt x="191" y="3533"/>
                    <a:pt x="412" y="3692"/>
                  </a:cubicBezTo>
                  <a:lnTo>
                    <a:pt x="14505" y="11799"/>
                  </a:lnTo>
                  <a:cubicBezTo>
                    <a:pt x="14572" y="11847"/>
                    <a:pt x="14637" y="11869"/>
                    <a:pt x="14694" y="11869"/>
                  </a:cubicBezTo>
                  <a:cubicBezTo>
                    <a:pt x="14824" y="11869"/>
                    <a:pt x="14917" y="11754"/>
                    <a:pt x="14917" y="11577"/>
                  </a:cubicBezTo>
                  <a:lnTo>
                    <a:pt x="14917" y="8949"/>
                  </a:lnTo>
                  <a:cubicBezTo>
                    <a:pt x="14917" y="8664"/>
                    <a:pt x="14727" y="8315"/>
                    <a:pt x="14505" y="8189"/>
                  </a:cubicBezTo>
                  <a:lnTo>
                    <a:pt x="412" y="50"/>
                  </a:lnTo>
                  <a:cubicBezTo>
                    <a:pt x="353" y="16"/>
                    <a:pt x="296" y="0"/>
                    <a:pt x="24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9" name="Google Shape;4079;p38"/>
            <p:cNvSpPr/>
            <p:nvPr/>
          </p:nvSpPr>
          <p:spPr>
            <a:xfrm>
              <a:off x="1660569" y="198327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0" name="Google Shape;4080;p38"/>
            <p:cNvSpPr/>
            <p:nvPr/>
          </p:nvSpPr>
          <p:spPr>
            <a:xfrm>
              <a:off x="1660569" y="2010166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1" name="Google Shape;4081;p38"/>
            <p:cNvSpPr/>
            <p:nvPr/>
          </p:nvSpPr>
          <p:spPr>
            <a:xfrm>
              <a:off x="1660569" y="203604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2" name="Google Shape;4082;p38"/>
            <p:cNvSpPr/>
            <p:nvPr/>
          </p:nvSpPr>
          <p:spPr>
            <a:xfrm>
              <a:off x="1968932" y="2184866"/>
              <a:ext cx="22773" cy="28327"/>
            </a:xfrm>
            <a:custGeom>
              <a:avLst/>
              <a:gdLst/>
              <a:ahLst/>
              <a:cxnLst/>
              <a:rect l="l" t="t" r="r" b="b"/>
              <a:pathLst>
                <a:path w="697" h="867" extrusionOk="0">
                  <a:moveTo>
                    <a:pt x="205" y="0"/>
                  </a:moveTo>
                  <a:cubicBezTo>
                    <a:pt x="85" y="0"/>
                    <a:pt x="0" y="89"/>
                    <a:pt x="0" y="228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8" y="867"/>
                    <a:pt x="492" y="867"/>
                  </a:cubicBezTo>
                  <a:cubicBezTo>
                    <a:pt x="612" y="867"/>
                    <a:pt x="697" y="778"/>
                    <a:pt x="697" y="639"/>
                  </a:cubicBezTo>
                  <a:cubicBezTo>
                    <a:pt x="697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3" name="Google Shape;4083;p38"/>
            <p:cNvSpPr/>
            <p:nvPr/>
          </p:nvSpPr>
          <p:spPr>
            <a:xfrm>
              <a:off x="2016536" y="2212442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4" y="758"/>
                    <a:pt x="378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8" y="777"/>
                    <a:pt x="728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4" name="Google Shape;4084;p38"/>
            <p:cNvSpPr/>
            <p:nvPr/>
          </p:nvSpPr>
          <p:spPr>
            <a:xfrm>
              <a:off x="2064107" y="2240377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5" name="Google Shape;4085;p38"/>
            <p:cNvSpPr/>
            <p:nvPr/>
          </p:nvSpPr>
          <p:spPr>
            <a:xfrm>
              <a:off x="1636783" y="2084954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222"/>
                    <a:pt x="191" y="3539"/>
                    <a:pt x="412" y="3697"/>
                  </a:cubicBezTo>
                  <a:lnTo>
                    <a:pt x="14505" y="11805"/>
                  </a:lnTo>
                  <a:cubicBezTo>
                    <a:pt x="14570" y="11842"/>
                    <a:pt x="14632" y="11860"/>
                    <a:pt x="14687" y="11860"/>
                  </a:cubicBezTo>
                  <a:cubicBezTo>
                    <a:pt x="14821" y="11860"/>
                    <a:pt x="14917" y="11753"/>
                    <a:pt x="14917" y="11551"/>
                  </a:cubicBezTo>
                  <a:lnTo>
                    <a:pt x="14917" y="8923"/>
                  </a:lnTo>
                  <a:cubicBezTo>
                    <a:pt x="14917" y="8669"/>
                    <a:pt x="14727" y="8321"/>
                    <a:pt x="14505" y="8194"/>
                  </a:cubicBezTo>
                  <a:lnTo>
                    <a:pt x="412" y="55"/>
                  </a:lnTo>
                  <a:cubicBezTo>
                    <a:pt x="348" y="18"/>
                    <a:pt x="286" y="0"/>
                    <a:pt x="23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6" name="Google Shape;4086;p38"/>
            <p:cNvSpPr/>
            <p:nvPr/>
          </p:nvSpPr>
          <p:spPr>
            <a:xfrm>
              <a:off x="1660569" y="212193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7" name="Google Shape;4087;p38"/>
            <p:cNvSpPr/>
            <p:nvPr/>
          </p:nvSpPr>
          <p:spPr>
            <a:xfrm>
              <a:off x="1660569" y="2147783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8" name="Google Shape;4088;p38"/>
            <p:cNvSpPr/>
            <p:nvPr/>
          </p:nvSpPr>
          <p:spPr>
            <a:xfrm>
              <a:off x="1660569" y="217470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9" name="Google Shape;4089;p38"/>
            <p:cNvSpPr/>
            <p:nvPr/>
          </p:nvSpPr>
          <p:spPr>
            <a:xfrm>
              <a:off x="1967886" y="2323169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1" y="112"/>
                    <a:pt x="1" y="333"/>
                    <a:pt x="127" y="587"/>
                  </a:cubicBezTo>
                  <a:cubicBezTo>
                    <a:pt x="225" y="757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0" name="Google Shape;4090;p38"/>
            <p:cNvSpPr/>
            <p:nvPr/>
          </p:nvSpPr>
          <p:spPr>
            <a:xfrm>
              <a:off x="2017549" y="2351267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79" y="1"/>
                  </a:moveTo>
                  <a:cubicBezTo>
                    <a:pt x="78" y="1"/>
                    <a:pt x="1" y="78"/>
                    <a:pt x="1" y="233"/>
                  </a:cubicBezTo>
                  <a:cubicBezTo>
                    <a:pt x="1" y="455"/>
                    <a:pt x="159" y="708"/>
                    <a:pt x="317" y="803"/>
                  </a:cubicBezTo>
                  <a:cubicBezTo>
                    <a:pt x="376" y="842"/>
                    <a:pt x="431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70" y="15"/>
                    <a:pt x="222" y="1"/>
                    <a:pt x="17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1" name="Google Shape;4091;p38"/>
            <p:cNvSpPr/>
            <p:nvPr/>
          </p:nvSpPr>
          <p:spPr>
            <a:xfrm>
              <a:off x="2064107" y="2378516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8" y="33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39"/>
                    <a:pt x="603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2" name="Google Shape;4092;p38"/>
            <p:cNvSpPr/>
            <p:nvPr/>
          </p:nvSpPr>
          <p:spPr>
            <a:xfrm>
              <a:off x="1636783" y="2223583"/>
              <a:ext cx="487376" cy="387529"/>
            </a:xfrm>
            <a:custGeom>
              <a:avLst/>
              <a:gdLst/>
              <a:ahLst/>
              <a:cxnLst/>
              <a:rect l="l" t="t" r="r" b="b"/>
              <a:pathLst>
                <a:path w="14917" h="11861" extrusionOk="0">
                  <a:moveTo>
                    <a:pt x="230" y="1"/>
                  </a:moveTo>
                  <a:cubicBezTo>
                    <a:pt x="96" y="1"/>
                    <a:pt x="1" y="108"/>
                    <a:pt x="1" y="309"/>
                  </a:cubicBezTo>
                  <a:lnTo>
                    <a:pt x="1" y="2938"/>
                  </a:lnTo>
                  <a:cubicBezTo>
                    <a:pt x="1" y="3191"/>
                    <a:pt x="191" y="3540"/>
                    <a:pt x="412" y="3666"/>
                  </a:cubicBezTo>
                  <a:lnTo>
                    <a:pt x="14505" y="11805"/>
                  </a:lnTo>
                  <a:cubicBezTo>
                    <a:pt x="14570" y="11842"/>
                    <a:pt x="14632" y="11860"/>
                    <a:pt x="14687" y="11860"/>
                  </a:cubicBezTo>
                  <a:cubicBezTo>
                    <a:pt x="14821" y="11860"/>
                    <a:pt x="14917" y="11754"/>
                    <a:pt x="14917" y="11552"/>
                  </a:cubicBezTo>
                  <a:lnTo>
                    <a:pt x="14917" y="8923"/>
                  </a:lnTo>
                  <a:cubicBezTo>
                    <a:pt x="14917" y="8670"/>
                    <a:pt x="14727" y="8322"/>
                    <a:pt x="14505" y="8195"/>
                  </a:cubicBezTo>
                  <a:lnTo>
                    <a:pt x="412" y="56"/>
                  </a:lnTo>
                  <a:cubicBezTo>
                    <a:pt x="348" y="19"/>
                    <a:pt x="286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3" name="Google Shape;4093;p38"/>
            <p:cNvSpPr/>
            <p:nvPr/>
          </p:nvSpPr>
          <p:spPr>
            <a:xfrm>
              <a:off x="1660569" y="2260568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4" name="Google Shape;4094;p38"/>
            <p:cNvSpPr/>
            <p:nvPr/>
          </p:nvSpPr>
          <p:spPr>
            <a:xfrm>
              <a:off x="1660569" y="228644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5" name="Google Shape;4095;p38"/>
            <p:cNvSpPr/>
            <p:nvPr/>
          </p:nvSpPr>
          <p:spPr>
            <a:xfrm>
              <a:off x="1660569" y="2313335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6" name="Google Shape;4096;p38"/>
            <p:cNvSpPr/>
            <p:nvPr/>
          </p:nvSpPr>
          <p:spPr>
            <a:xfrm>
              <a:off x="1967886" y="2461798"/>
              <a:ext cx="23818" cy="28000"/>
            </a:xfrm>
            <a:custGeom>
              <a:avLst/>
              <a:gdLst/>
              <a:ahLst/>
              <a:cxnLst/>
              <a:rect l="l" t="t" r="r" b="b"/>
              <a:pathLst>
                <a:path w="729" h="857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81"/>
                    <a:pt x="1" y="334"/>
                    <a:pt x="127" y="556"/>
                  </a:cubicBezTo>
                  <a:cubicBezTo>
                    <a:pt x="232" y="739"/>
                    <a:pt x="401" y="857"/>
                    <a:pt x="528" y="857"/>
                  </a:cubicBezTo>
                  <a:cubicBezTo>
                    <a:pt x="555" y="857"/>
                    <a:pt x="580" y="85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7" name="Google Shape;4097;p38"/>
            <p:cNvSpPr/>
            <p:nvPr/>
          </p:nvSpPr>
          <p:spPr>
            <a:xfrm>
              <a:off x="2016536" y="248924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8" y="761"/>
                    <a:pt x="728" y="539"/>
                    <a:pt x="602" y="286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8" name="Google Shape;4098;p38"/>
            <p:cNvSpPr/>
            <p:nvPr/>
          </p:nvSpPr>
          <p:spPr>
            <a:xfrm>
              <a:off x="2064107" y="251717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0"/>
                  </a:moveTo>
                  <a:cubicBezTo>
                    <a:pt x="191" y="0"/>
                    <a:pt x="157" y="11"/>
                    <a:pt x="128" y="32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07"/>
                    <a:pt x="603" y="286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9" name="Google Shape;4099;p38"/>
            <p:cNvSpPr/>
            <p:nvPr/>
          </p:nvSpPr>
          <p:spPr>
            <a:xfrm>
              <a:off x="1636783" y="2361788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27" y="1"/>
                  </a:moveTo>
                  <a:cubicBezTo>
                    <a:pt x="94" y="1"/>
                    <a:pt x="1" y="123"/>
                    <a:pt x="1" y="323"/>
                  </a:cubicBezTo>
                  <a:lnTo>
                    <a:pt x="1" y="2920"/>
                  </a:lnTo>
                  <a:cubicBezTo>
                    <a:pt x="1" y="3205"/>
                    <a:pt x="191" y="3553"/>
                    <a:pt x="412" y="3680"/>
                  </a:cubicBezTo>
                  <a:lnTo>
                    <a:pt x="14505" y="11819"/>
                  </a:lnTo>
                  <a:cubicBezTo>
                    <a:pt x="14564" y="11853"/>
                    <a:pt x="14621" y="11869"/>
                    <a:pt x="14673" y="11869"/>
                  </a:cubicBezTo>
                  <a:cubicBezTo>
                    <a:pt x="14815" y="11869"/>
                    <a:pt x="14917" y="11751"/>
                    <a:pt x="14917" y="11565"/>
                  </a:cubicBezTo>
                  <a:lnTo>
                    <a:pt x="14917" y="8937"/>
                  </a:lnTo>
                  <a:cubicBezTo>
                    <a:pt x="14917" y="8652"/>
                    <a:pt x="14727" y="8335"/>
                    <a:pt x="14505" y="8177"/>
                  </a:cubicBezTo>
                  <a:lnTo>
                    <a:pt x="412" y="70"/>
                  </a:lnTo>
                  <a:cubicBezTo>
                    <a:pt x="346" y="23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0" name="Google Shape;4100;p38"/>
            <p:cNvSpPr/>
            <p:nvPr/>
          </p:nvSpPr>
          <p:spPr>
            <a:xfrm>
              <a:off x="1660569" y="239818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1" name="Google Shape;4101;p38"/>
            <p:cNvSpPr/>
            <p:nvPr/>
          </p:nvSpPr>
          <p:spPr>
            <a:xfrm>
              <a:off x="1660569" y="242510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2" name="Google Shape;4102;p38"/>
            <p:cNvSpPr/>
            <p:nvPr/>
          </p:nvSpPr>
          <p:spPr>
            <a:xfrm>
              <a:off x="1660569" y="245095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3" name="Google Shape;4103;p38"/>
            <p:cNvSpPr/>
            <p:nvPr/>
          </p:nvSpPr>
          <p:spPr>
            <a:xfrm>
              <a:off x="1968932" y="2600166"/>
              <a:ext cx="22773" cy="28131"/>
            </a:xfrm>
            <a:custGeom>
              <a:avLst/>
              <a:gdLst/>
              <a:ahLst/>
              <a:cxnLst/>
              <a:rect l="l" t="t" r="r" b="b"/>
              <a:pathLst>
                <a:path w="697" h="861" extrusionOk="0">
                  <a:moveTo>
                    <a:pt x="187" y="1"/>
                  </a:moveTo>
                  <a:cubicBezTo>
                    <a:pt x="77" y="1"/>
                    <a:pt x="0" y="94"/>
                    <a:pt x="0" y="248"/>
                  </a:cubicBezTo>
                  <a:cubicBezTo>
                    <a:pt x="0" y="438"/>
                    <a:pt x="159" y="723"/>
                    <a:pt x="349" y="818"/>
                  </a:cubicBezTo>
                  <a:cubicBezTo>
                    <a:pt x="406" y="846"/>
                    <a:pt x="460" y="860"/>
                    <a:pt x="508" y="860"/>
                  </a:cubicBezTo>
                  <a:cubicBezTo>
                    <a:pt x="619" y="860"/>
                    <a:pt x="697" y="783"/>
                    <a:pt x="697" y="628"/>
                  </a:cubicBezTo>
                  <a:cubicBezTo>
                    <a:pt x="697" y="406"/>
                    <a:pt x="539" y="153"/>
                    <a:pt x="349" y="57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4" name="Google Shape;4104;p38"/>
            <p:cNvSpPr/>
            <p:nvPr/>
          </p:nvSpPr>
          <p:spPr>
            <a:xfrm>
              <a:off x="2016536" y="262787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0" y="96"/>
                    <a:pt x="0" y="350"/>
                    <a:pt x="127" y="571"/>
                  </a:cubicBezTo>
                  <a:cubicBezTo>
                    <a:pt x="231" y="754"/>
                    <a:pt x="401" y="873"/>
                    <a:pt x="528" y="873"/>
                  </a:cubicBezTo>
                  <a:cubicBezTo>
                    <a:pt x="555" y="873"/>
                    <a:pt x="580" y="867"/>
                    <a:pt x="602" y="856"/>
                  </a:cubicBezTo>
                  <a:cubicBezTo>
                    <a:pt x="728" y="761"/>
                    <a:pt x="728" y="508"/>
                    <a:pt x="602" y="286"/>
                  </a:cubicBezTo>
                  <a:cubicBezTo>
                    <a:pt x="504" y="115"/>
                    <a:pt x="350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5" name="Google Shape;4105;p38"/>
            <p:cNvSpPr/>
            <p:nvPr/>
          </p:nvSpPr>
          <p:spPr>
            <a:xfrm>
              <a:off x="2065152" y="2655644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1"/>
                  </a:moveTo>
                  <a:cubicBezTo>
                    <a:pt x="85" y="1"/>
                    <a:pt x="1" y="89"/>
                    <a:pt x="1" y="228"/>
                  </a:cubicBezTo>
                  <a:cubicBezTo>
                    <a:pt x="1" y="450"/>
                    <a:pt x="159" y="703"/>
                    <a:pt x="349" y="830"/>
                  </a:cubicBezTo>
                  <a:cubicBezTo>
                    <a:pt x="400" y="855"/>
                    <a:pt x="446" y="867"/>
                    <a:pt x="487" y="867"/>
                  </a:cubicBezTo>
                  <a:cubicBezTo>
                    <a:pt x="598" y="867"/>
                    <a:pt x="666" y="779"/>
                    <a:pt x="666" y="640"/>
                  </a:cubicBezTo>
                  <a:cubicBezTo>
                    <a:pt x="666" y="418"/>
                    <a:pt x="539" y="165"/>
                    <a:pt x="349" y="38"/>
                  </a:cubicBezTo>
                  <a:cubicBezTo>
                    <a:pt x="298" y="12"/>
                    <a:pt x="249" y="1"/>
                    <a:pt x="2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6" name="Google Shape;4106;p38"/>
            <p:cNvSpPr/>
            <p:nvPr/>
          </p:nvSpPr>
          <p:spPr>
            <a:xfrm>
              <a:off x="1636783" y="2500025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1"/>
                  </a:moveTo>
                  <a:cubicBezTo>
                    <a:pt x="102" y="1"/>
                    <a:pt x="1" y="119"/>
                    <a:pt x="1" y="304"/>
                  </a:cubicBezTo>
                  <a:lnTo>
                    <a:pt x="1" y="2932"/>
                  </a:lnTo>
                  <a:cubicBezTo>
                    <a:pt x="1" y="3218"/>
                    <a:pt x="191" y="3534"/>
                    <a:pt x="412" y="3693"/>
                  </a:cubicBezTo>
                  <a:lnTo>
                    <a:pt x="14505" y="11800"/>
                  </a:lnTo>
                  <a:cubicBezTo>
                    <a:pt x="14571" y="11847"/>
                    <a:pt x="14634" y="11869"/>
                    <a:pt x="14690" y="11869"/>
                  </a:cubicBezTo>
                  <a:cubicBezTo>
                    <a:pt x="14823" y="11869"/>
                    <a:pt x="14917" y="11747"/>
                    <a:pt x="14917" y="11546"/>
                  </a:cubicBezTo>
                  <a:lnTo>
                    <a:pt x="14917" y="8950"/>
                  </a:lnTo>
                  <a:cubicBezTo>
                    <a:pt x="14917" y="8665"/>
                    <a:pt x="14727" y="8316"/>
                    <a:pt x="14505" y="8190"/>
                  </a:cubicBezTo>
                  <a:lnTo>
                    <a:pt x="412" y="51"/>
                  </a:lnTo>
                  <a:cubicBezTo>
                    <a:pt x="353" y="17"/>
                    <a:pt x="296" y="1"/>
                    <a:pt x="24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7" name="Google Shape;4107;p38"/>
            <p:cNvSpPr/>
            <p:nvPr/>
          </p:nvSpPr>
          <p:spPr>
            <a:xfrm>
              <a:off x="1660569" y="253684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8" name="Google Shape;4108;p38"/>
            <p:cNvSpPr/>
            <p:nvPr/>
          </p:nvSpPr>
          <p:spPr>
            <a:xfrm>
              <a:off x="1660569" y="256373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9" name="Google Shape;4109;p38"/>
            <p:cNvSpPr/>
            <p:nvPr/>
          </p:nvSpPr>
          <p:spPr>
            <a:xfrm>
              <a:off x="1660569" y="258961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0" name="Google Shape;4110;p38"/>
            <p:cNvSpPr/>
            <p:nvPr/>
          </p:nvSpPr>
          <p:spPr>
            <a:xfrm>
              <a:off x="1967886" y="2738077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1" name="Google Shape;4111;p38"/>
            <p:cNvSpPr/>
            <p:nvPr/>
          </p:nvSpPr>
          <p:spPr>
            <a:xfrm>
              <a:off x="2017549" y="2766371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93" y="0"/>
                  </a:moveTo>
                  <a:cubicBezTo>
                    <a:pt x="86" y="0"/>
                    <a:pt x="1" y="88"/>
                    <a:pt x="1" y="228"/>
                  </a:cubicBezTo>
                  <a:cubicBezTo>
                    <a:pt x="1" y="449"/>
                    <a:pt x="159" y="703"/>
                    <a:pt x="317" y="829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8"/>
                    <a:pt x="666" y="639"/>
                  </a:cubicBezTo>
                  <a:cubicBezTo>
                    <a:pt x="666" y="418"/>
                    <a:pt x="507" y="164"/>
                    <a:pt x="317" y="38"/>
                  </a:cubicBezTo>
                  <a:cubicBezTo>
                    <a:pt x="275" y="12"/>
                    <a:pt x="233" y="0"/>
                    <a:pt x="19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2" name="Google Shape;4112;p38"/>
            <p:cNvSpPr/>
            <p:nvPr/>
          </p:nvSpPr>
          <p:spPr>
            <a:xfrm>
              <a:off x="2064107" y="2793947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3" name="Google Shape;4113;p38"/>
            <p:cNvSpPr/>
            <p:nvPr/>
          </p:nvSpPr>
          <p:spPr>
            <a:xfrm>
              <a:off x="1636783" y="2638524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0"/>
                    <a:pt x="191" y="3539"/>
                    <a:pt x="412" y="3666"/>
                  </a:cubicBezTo>
                  <a:lnTo>
                    <a:pt x="14505" y="11804"/>
                  </a:lnTo>
                  <a:cubicBezTo>
                    <a:pt x="14570" y="11841"/>
                    <a:pt x="14632" y="11859"/>
                    <a:pt x="14687" y="11859"/>
                  </a:cubicBezTo>
                  <a:cubicBezTo>
                    <a:pt x="14821" y="11859"/>
                    <a:pt x="14917" y="11753"/>
                    <a:pt x="14917" y="11551"/>
                  </a:cubicBezTo>
                  <a:lnTo>
                    <a:pt x="14917" y="8923"/>
                  </a:lnTo>
                  <a:cubicBezTo>
                    <a:pt x="14917" y="8669"/>
                    <a:pt x="14727" y="8321"/>
                    <a:pt x="14505" y="8194"/>
                  </a:cubicBezTo>
                  <a:lnTo>
                    <a:pt x="412" y="55"/>
                  </a:lnTo>
                  <a:cubicBezTo>
                    <a:pt x="348" y="18"/>
                    <a:pt x="286" y="0"/>
                    <a:pt x="23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4" name="Google Shape;4114;p38"/>
            <p:cNvSpPr/>
            <p:nvPr/>
          </p:nvSpPr>
          <p:spPr>
            <a:xfrm>
              <a:off x="1660569" y="2675477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5" name="Google Shape;4115;p38"/>
            <p:cNvSpPr/>
            <p:nvPr/>
          </p:nvSpPr>
          <p:spPr>
            <a:xfrm>
              <a:off x="1660569" y="270135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6" name="Google Shape;4116;p38"/>
            <p:cNvSpPr/>
            <p:nvPr/>
          </p:nvSpPr>
          <p:spPr>
            <a:xfrm>
              <a:off x="1660569" y="272827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7" name="Google Shape;4117;p38"/>
            <p:cNvSpPr/>
            <p:nvPr/>
          </p:nvSpPr>
          <p:spPr>
            <a:xfrm>
              <a:off x="1967886" y="2876739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5"/>
                    <a:pt x="127" y="16"/>
                  </a:cubicBezTo>
                  <a:cubicBezTo>
                    <a:pt x="1" y="111"/>
                    <a:pt x="1" y="333"/>
                    <a:pt x="127" y="586"/>
                  </a:cubicBezTo>
                  <a:cubicBezTo>
                    <a:pt x="225" y="757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6"/>
                    <a:pt x="729" y="523"/>
                    <a:pt x="602" y="301"/>
                  </a:cubicBezTo>
                  <a:cubicBezTo>
                    <a:pt x="498" y="118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8" name="Google Shape;4118;p38"/>
            <p:cNvSpPr/>
            <p:nvPr/>
          </p:nvSpPr>
          <p:spPr>
            <a:xfrm>
              <a:off x="2017549" y="2904837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79" y="0"/>
                  </a:moveTo>
                  <a:cubicBezTo>
                    <a:pt x="78" y="0"/>
                    <a:pt x="1" y="78"/>
                    <a:pt x="1" y="233"/>
                  </a:cubicBezTo>
                  <a:cubicBezTo>
                    <a:pt x="1" y="455"/>
                    <a:pt x="159" y="708"/>
                    <a:pt x="317" y="803"/>
                  </a:cubicBezTo>
                  <a:cubicBezTo>
                    <a:pt x="376" y="842"/>
                    <a:pt x="431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392"/>
                    <a:pt x="507" y="138"/>
                    <a:pt x="317" y="43"/>
                  </a:cubicBezTo>
                  <a:cubicBezTo>
                    <a:pt x="270" y="15"/>
                    <a:pt x="222" y="0"/>
                    <a:pt x="17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9" name="Google Shape;4119;p38"/>
            <p:cNvSpPr/>
            <p:nvPr/>
          </p:nvSpPr>
          <p:spPr>
            <a:xfrm>
              <a:off x="2064107" y="2932086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8" y="33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39"/>
                    <a:pt x="603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0" name="Google Shape;4120;p38"/>
            <p:cNvSpPr/>
            <p:nvPr/>
          </p:nvSpPr>
          <p:spPr>
            <a:xfrm>
              <a:off x="1636783" y="2776696"/>
              <a:ext cx="487376" cy="387986"/>
            </a:xfrm>
            <a:custGeom>
              <a:avLst/>
              <a:gdLst/>
              <a:ahLst/>
              <a:cxnLst/>
              <a:rect l="l" t="t" r="r" b="b"/>
              <a:pathLst>
                <a:path w="14917" h="11875" extrusionOk="0">
                  <a:moveTo>
                    <a:pt x="227" y="1"/>
                  </a:moveTo>
                  <a:cubicBezTo>
                    <a:pt x="94" y="1"/>
                    <a:pt x="1" y="123"/>
                    <a:pt x="1" y="323"/>
                  </a:cubicBezTo>
                  <a:lnTo>
                    <a:pt x="1" y="2952"/>
                  </a:lnTo>
                  <a:cubicBezTo>
                    <a:pt x="1" y="3205"/>
                    <a:pt x="191" y="3553"/>
                    <a:pt x="412" y="3680"/>
                  </a:cubicBezTo>
                  <a:lnTo>
                    <a:pt x="14505" y="11819"/>
                  </a:lnTo>
                  <a:cubicBezTo>
                    <a:pt x="14570" y="11856"/>
                    <a:pt x="14632" y="11874"/>
                    <a:pt x="14687" y="11874"/>
                  </a:cubicBezTo>
                  <a:cubicBezTo>
                    <a:pt x="14821" y="11874"/>
                    <a:pt x="14917" y="11768"/>
                    <a:pt x="14917" y="11566"/>
                  </a:cubicBezTo>
                  <a:lnTo>
                    <a:pt x="14917" y="8937"/>
                  </a:lnTo>
                  <a:cubicBezTo>
                    <a:pt x="14917" y="8652"/>
                    <a:pt x="14727" y="8335"/>
                    <a:pt x="14505" y="8177"/>
                  </a:cubicBezTo>
                  <a:lnTo>
                    <a:pt x="412" y="70"/>
                  </a:lnTo>
                  <a:cubicBezTo>
                    <a:pt x="346" y="23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1" name="Google Shape;4121;p38"/>
            <p:cNvSpPr/>
            <p:nvPr/>
          </p:nvSpPr>
          <p:spPr>
            <a:xfrm>
              <a:off x="1660569" y="281413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2" name="Google Shape;4122;p38"/>
            <p:cNvSpPr/>
            <p:nvPr/>
          </p:nvSpPr>
          <p:spPr>
            <a:xfrm>
              <a:off x="1660569" y="284001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3" name="Google Shape;4123;p38"/>
            <p:cNvSpPr/>
            <p:nvPr/>
          </p:nvSpPr>
          <p:spPr>
            <a:xfrm>
              <a:off x="1660569" y="286690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4" name="Google Shape;4124;p38"/>
            <p:cNvSpPr/>
            <p:nvPr/>
          </p:nvSpPr>
          <p:spPr>
            <a:xfrm>
              <a:off x="1967886" y="3015303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6"/>
                    <a:pt x="127" y="19"/>
                  </a:cubicBezTo>
                  <a:cubicBezTo>
                    <a:pt x="1" y="82"/>
                    <a:pt x="1" y="336"/>
                    <a:pt x="127" y="557"/>
                  </a:cubicBezTo>
                  <a:cubicBezTo>
                    <a:pt x="232" y="740"/>
                    <a:pt x="401" y="859"/>
                    <a:pt x="528" y="859"/>
                  </a:cubicBezTo>
                  <a:cubicBezTo>
                    <a:pt x="555" y="859"/>
                    <a:pt x="580" y="853"/>
                    <a:pt x="602" y="842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1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5" name="Google Shape;4125;p38"/>
            <p:cNvSpPr/>
            <p:nvPr/>
          </p:nvSpPr>
          <p:spPr>
            <a:xfrm>
              <a:off x="2016536" y="304281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8" y="760"/>
                    <a:pt x="728" y="539"/>
                    <a:pt x="602" y="285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6" name="Google Shape;4126;p38"/>
            <p:cNvSpPr/>
            <p:nvPr/>
          </p:nvSpPr>
          <p:spPr>
            <a:xfrm>
              <a:off x="2065152" y="3070585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209" y="0"/>
                  </a:moveTo>
                  <a:cubicBezTo>
                    <a:pt x="87" y="0"/>
                    <a:pt x="1" y="95"/>
                    <a:pt x="1" y="259"/>
                  </a:cubicBezTo>
                  <a:cubicBezTo>
                    <a:pt x="1" y="449"/>
                    <a:pt x="159" y="734"/>
                    <a:pt x="349" y="829"/>
                  </a:cubicBezTo>
                  <a:cubicBezTo>
                    <a:pt x="406" y="857"/>
                    <a:pt x="457" y="872"/>
                    <a:pt x="501" y="872"/>
                  </a:cubicBezTo>
                  <a:cubicBezTo>
                    <a:pt x="603" y="872"/>
                    <a:pt x="666" y="794"/>
                    <a:pt x="666" y="639"/>
                  </a:cubicBezTo>
                  <a:cubicBezTo>
                    <a:pt x="666" y="417"/>
                    <a:pt x="539" y="164"/>
                    <a:pt x="349" y="37"/>
                  </a:cubicBezTo>
                  <a:cubicBezTo>
                    <a:pt x="299" y="12"/>
                    <a:pt x="252" y="0"/>
                    <a:pt x="20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7" name="Google Shape;4127;p38"/>
            <p:cNvSpPr/>
            <p:nvPr/>
          </p:nvSpPr>
          <p:spPr>
            <a:xfrm>
              <a:off x="1636783" y="2915325"/>
              <a:ext cx="487376" cy="387823"/>
            </a:xfrm>
            <a:custGeom>
              <a:avLst/>
              <a:gdLst/>
              <a:ahLst/>
              <a:cxnLst/>
              <a:rect l="l" t="t" r="r" b="b"/>
              <a:pathLst>
                <a:path w="14917" h="11870" extrusionOk="0">
                  <a:moveTo>
                    <a:pt x="224" y="1"/>
                  </a:moveTo>
                  <a:cubicBezTo>
                    <a:pt x="93" y="1"/>
                    <a:pt x="1" y="116"/>
                    <a:pt x="1" y="292"/>
                  </a:cubicBezTo>
                  <a:lnTo>
                    <a:pt x="1" y="2921"/>
                  </a:lnTo>
                  <a:cubicBezTo>
                    <a:pt x="1" y="3206"/>
                    <a:pt x="191" y="3554"/>
                    <a:pt x="412" y="3681"/>
                  </a:cubicBezTo>
                  <a:lnTo>
                    <a:pt x="14505" y="11820"/>
                  </a:lnTo>
                  <a:cubicBezTo>
                    <a:pt x="14564" y="11854"/>
                    <a:pt x="14621" y="11869"/>
                    <a:pt x="14673" y="11869"/>
                  </a:cubicBezTo>
                  <a:cubicBezTo>
                    <a:pt x="14815" y="11869"/>
                    <a:pt x="14917" y="11752"/>
                    <a:pt x="14917" y="11566"/>
                  </a:cubicBezTo>
                  <a:lnTo>
                    <a:pt x="14917" y="8938"/>
                  </a:lnTo>
                  <a:cubicBezTo>
                    <a:pt x="14917" y="8653"/>
                    <a:pt x="14727" y="8336"/>
                    <a:pt x="14505" y="8178"/>
                  </a:cubicBezTo>
                  <a:lnTo>
                    <a:pt x="412" y="71"/>
                  </a:lnTo>
                  <a:cubicBezTo>
                    <a:pt x="345" y="22"/>
                    <a:pt x="281" y="1"/>
                    <a:pt x="22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8" name="Google Shape;4128;p38"/>
            <p:cNvSpPr/>
            <p:nvPr/>
          </p:nvSpPr>
          <p:spPr>
            <a:xfrm>
              <a:off x="1660569" y="295175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9" name="Google Shape;4129;p38"/>
            <p:cNvSpPr/>
            <p:nvPr/>
          </p:nvSpPr>
          <p:spPr>
            <a:xfrm>
              <a:off x="1660569" y="2978645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0" name="Google Shape;4130;p38"/>
            <p:cNvSpPr/>
            <p:nvPr/>
          </p:nvSpPr>
          <p:spPr>
            <a:xfrm>
              <a:off x="1660569" y="300452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1" name="Google Shape;4131;p38"/>
            <p:cNvSpPr/>
            <p:nvPr/>
          </p:nvSpPr>
          <p:spPr>
            <a:xfrm>
              <a:off x="1968932" y="3153737"/>
              <a:ext cx="22773" cy="28131"/>
            </a:xfrm>
            <a:custGeom>
              <a:avLst/>
              <a:gdLst/>
              <a:ahLst/>
              <a:cxnLst/>
              <a:rect l="l" t="t" r="r" b="b"/>
              <a:pathLst>
                <a:path w="697" h="861" extrusionOk="0">
                  <a:moveTo>
                    <a:pt x="187" y="1"/>
                  </a:moveTo>
                  <a:cubicBezTo>
                    <a:pt x="77" y="1"/>
                    <a:pt x="0" y="93"/>
                    <a:pt x="0" y="247"/>
                  </a:cubicBezTo>
                  <a:cubicBezTo>
                    <a:pt x="0" y="437"/>
                    <a:pt x="159" y="722"/>
                    <a:pt x="349" y="817"/>
                  </a:cubicBezTo>
                  <a:cubicBezTo>
                    <a:pt x="406" y="846"/>
                    <a:pt x="460" y="860"/>
                    <a:pt x="508" y="860"/>
                  </a:cubicBezTo>
                  <a:cubicBezTo>
                    <a:pt x="619" y="860"/>
                    <a:pt x="697" y="783"/>
                    <a:pt x="697" y="627"/>
                  </a:cubicBezTo>
                  <a:cubicBezTo>
                    <a:pt x="697" y="406"/>
                    <a:pt x="539" y="152"/>
                    <a:pt x="349" y="57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2" name="Google Shape;4132;p38"/>
            <p:cNvSpPr/>
            <p:nvPr/>
          </p:nvSpPr>
          <p:spPr>
            <a:xfrm>
              <a:off x="2016536" y="318144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8" y="761"/>
                    <a:pt x="728" y="508"/>
                    <a:pt x="602" y="286"/>
                  </a:cubicBezTo>
                  <a:cubicBezTo>
                    <a:pt x="504" y="115"/>
                    <a:pt x="350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3" name="Google Shape;4133;p38"/>
            <p:cNvSpPr/>
            <p:nvPr/>
          </p:nvSpPr>
          <p:spPr>
            <a:xfrm>
              <a:off x="2065152" y="3209051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1" y="78"/>
                    <a:pt x="1" y="233"/>
                  </a:cubicBezTo>
                  <a:cubicBezTo>
                    <a:pt x="1" y="455"/>
                    <a:pt x="159" y="708"/>
                    <a:pt x="349" y="835"/>
                  </a:cubicBezTo>
                  <a:cubicBezTo>
                    <a:pt x="400" y="860"/>
                    <a:pt x="446" y="872"/>
                    <a:pt x="487" y="872"/>
                  </a:cubicBezTo>
                  <a:cubicBezTo>
                    <a:pt x="598" y="872"/>
                    <a:pt x="666" y="784"/>
                    <a:pt x="666" y="645"/>
                  </a:cubicBezTo>
                  <a:cubicBezTo>
                    <a:pt x="666" y="423"/>
                    <a:pt x="539" y="169"/>
                    <a:pt x="349" y="43"/>
                  </a:cubicBezTo>
                  <a:cubicBezTo>
                    <a:pt x="292" y="14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4" name="Google Shape;4134;p38"/>
            <p:cNvSpPr/>
            <p:nvPr/>
          </p:nvSpPr>
          <p:spPr>
            <a:xfrm>
              <a:off x="1636783" y="3053595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1"/>
                  </a:moveTo>
                  <a:cubicBezTo>
                    <a:pt x="102" y="1"/>
                    <a:pt x="1" y="118"/>
                    <a:pt x="1" y="304"/>
                  </a:cubicBezTo>
                  <a:lnTo>
                    <a:pt x="1" y="2932"/>
                  </a:lnTo>
                  <a:cubicBezTo>
                    <a:pt x="1" y="3217"/>
                    <a:pt x="191" y="3534"/>
                    <a:pt x="412" y="3692"/>
                  </a:cubicBezTo>
                  <a:lnTo>
                    <a:pt x="14505" y="11800"/>
                  </a:lnTo>
                  <a:cubicBezTo>
                    <a:pt x="14571" y="11847"/>
                    <a:pt x="14634" y="11869"/>
                    <a:pt x="14690" y="11869"/>
                  </a:cubicBezTo>
                  <a:cubicBezTo>
                    <a:pt x="14823" y="11869"/>
                    <a:pt x="14917" y="11747"/>
                    <a:pt x="14917" y="11546"/>
                  </a:cubicBezTo>
                  <a:lnTo>
                    <a:pt x="14917" y="8949"/>
                  </a:lnTo>
                  <a:cubicBezTo>
                    <a:pt x="14917" y="8664"/>
                    <a:pt x="14727" y="8316"/>
                    <a:pt x="14505" y="8189"/>
                  </a:cubicBezTo>
                  <a:lnTo>
                    <a:pt x="412" y="50"/>
                  </a:lnTo>
                  <a:cubicBezTo>
                    <a:pt x="353" y="17"/>
                    <a:pt x="296" y="1"/>
                    <a:pt x="24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5" name="Google Shape;4135;p38"/>
            <p:cNvSpPr/>
            <p:nvPr/>
          </p:nvSpPr>
          <p:spPr>
            <a:xfrm>
              <a:off x="1660569" y="309041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6" name="Google Shape;4136;p38"/>
            <p:cNvSpPr/>
            <p:nvPr/>
          </p:nvSpPr>
          <p:spPr>
            <a:xfrm>
              <a:off x="1660569" y="311730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7" name="Google Shape;4137;p38"/>
            <p:cNvSpPr/>
            <p:nvPr/>
          </p:nvSpPr>
          <p:spPr>
            <a:xfrm>
              <a:off x="1660569" y="314318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8" name="Google Shape;4138;p38"/>
            <p:cNvSpPr/>
            <p:nvPr/>
          </p:nvSpPr>
          <p:spPr>
            <a:xfrm>
              <a:off x="1967886" y="3291647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9" name="Google Shape;4139;p38"/>
            <p:cNvSpPr/>
            <p:nvPr/>
          </p:nvSpPr>
          <p:spPr>
            <a:xfrm>
              <a:off x="2017549" y="331974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79" y="1"/>
                  </a:moveTo>
                  <a:cubicBezTo>
                    <a:pt x="78" y="1"/>
                    <a:pt x="1" y="78"/>
                    <a:pt x="1" y="233"/>
                  </a:cubicBezTo>
                  <a:cubicBezTo>
                    <a:pt x="1" y="455"/>
                    <a:pt x="159" y="708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3"/>
                  </a:cubicBezTo>
                  <a:cubicBezTo>
                    <a:pt x="666" y="423"/>
                    <a:pt x="507" y="170"/>
                    <a:pt x="317" y="43"/>
                  </a:cubicBezTo>
                  <a:cubicBezTo>
                    <a:pt x="270" y="15"/>
                    <a:pt x="222" y="1"/>
                    <a:pt x="17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0" name="Google Shape;4140;p38"/>
            <p:cNvSpPr/>
            <p:nvPr/>
          </p:nvSpPr>
          <p:spPr>
            <a:xfrm>
              <a:off x="2064107" y="3347517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0"/>
                  </a:moveTo>
                  <a:cubicBezTo>
                    <a:pt x="175" y="0"/>
                    <a:pt x="150" y="6"/>
                    <a:pt x="128" y="17"/>
                  </a:cubicBezTo>
                  <a:cubicBezTo>
                    <a:pt x="1" y="80"/>
                    <a:pt x="1" y="333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3"/>
                    <a:pt x="603" y="302"/>
                  </a:cubicBezTo>
                  <a:cubicBezTo>
                    <a:pt x="498" y="119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1" name="Google Shape;4141;p38"/>
            <p:cNvSpPr/>
            <p:nvPr/>
          </p:nvSpPr>
          <p:spPr>
            <a:xfrm>
              <a:off x="1636783" y="3192094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0"/>
                  </a:moveTo>
                  <a:cubicBezTo>
                    <a:pt x="96" y="0"/>
                    <a:pt x="1" y="107"/>
                    <a:pt x="1" y="308"/>
                  </a:cubicBezTo>
                  <a:lnTo>
                    <a:pt x="1" y="2937"/>
                  </a:lnTo>
                  <a:cubicBezTo>
                    <a:pt x="1" y="3190"/>
                    <a:pt x="191" y="3539"/>
                    <a:pt x="412" y="3665"/>
                  </a:cubicBezTo>
                  <a:lnTo>
                    <a:pt x="14505" y="11804"/>
                  </a:lnTo>
                  <a:cubicBezTo>
                    <a:pt x="14570" y="11841"/>
                    <a:pt x="14632" y="11859"/>
                    <a:pt x="14687" y="11859"/>
                  </a:cubicBezTo>
                  <a:cubicBezTo>
                    <a:pt x="14821" y="11859"/>
                    <a:pt x="14917" y="11753"/>
                    <a:pt x="14917" y="11551"/>
                  </a:cubicBezTo>
                  <a:lnTo>
                    <a:pt x="14917" y="8922"/>
                  </a:lnTo>
                  <a:cubicBezTo>
                    <a:pt x="14917" y="8669"/>
                    <a:pt x="14727" y="8321"/>
                    <a:pt x="14505" y="8194"/>
                  </a:cubicBezTo>
                  <a:lnTo>
                    <a:pt x="412" y="55"/>
                  </a:lnTo>
                  <a:cubicBezTo>
                    <a:pt x="348" y="18"/>
                    <a:pt x="286" y="0"/>
                    <a:pt x="23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2" name="Google Shape;4142;p38"/>
            <p:cNvSpPr/>
            <p:nvPr/>
          </p:nvSpPr>
          <p:spPr>
            <a:xfrm>
              <a:off x="1660569" y="3229047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3" name="Google Shape;4143;p38"/>
            <p:cNvSpPr/>
            <p:nvPr/>
          </p:nvSpPr>
          <p:spPr>
            <a:xfrm>
              <a:off x="1660569" y="325492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4" name="Google Shape;4144;p38"/>
            <p:cNvSpPr/>
            <p:nvPr/>
          </p:nvSpPr>
          <p:spPr>
            <a:xfrm>
              <a:off x="1660569" y="3281813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5" name="Google Shape;4145;p38"/>
            <p:cNvSpPr/>
            <p:nvPr/>
          </p:nvSpPr>
          <p:spPr>
            <a:xfrm>
              <a:off x="1967886" y="3430277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34"/>
                    <a:pt x="127" y="587"/>
                  </a:cubicBezTo>
                  <a:cubicBezTo>
                    <a:pt x="225" y="758"/>
                    <a:pt x="379" y="873"/>
                    <a:pt x="502" y="873"/>
                  </a:cubicBezTo>
                  <a:cubicBezTo>
                    <a:pt x="539" y="873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6" name="Google Shape;4146;p38"/>
            <p:cNvSpPr/>
            <p:nvPr/>
          </p:nvSpPr>
          <p:spPr>
            <a:xfrm>
              <a:off x="2017549" y="3457950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77" y="0"/>
                  </a:moveTo>
                  <a:cubicBezTo>
                    <a:pt x="77" y="0"/>
                    <a:pt x="1" y="93"/>
                    <a:pt x="1" y="247"/>
                  </a:cubicBezTo>
                  <a:cubicBezTo>
                    <a:pt x="1" y="469"/>
                    <a:pt x="159" y="722"/>
                    <a:pt x="317" y="817"/>
                  </a:cubicBezTo>
                  <a:cubicBezTo>
                    <a:pt x="376" y="856"/>
                    <a:pt x="431" y="874"/>
                    <a:pt x="479" y="874"/>
                  </a:cubicBezTo>
                  <a:cubicBezTo>
                    <a:pt x="589" y="874"/>
                    <a:pt x="666" y="781"/>
                    <a:pt x="666" y="627"/>
                  </a:cubicBezTo>
                  <a:cubicBezTo>
                    <a:pt x="666" y="405"/>
                    <a:pt x="507" y="152"/>
                    <a:pt x="317" y="57"/>
                  </a:cubicBezTo>
                  <a:cubicBezTo>
                    <a:pt x="269" y="18"/>
                    <a:pt x="221" y="0"/>
                    <a:pt x="17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7" name="Google Shape;4147;p38"/>
            <p:cNvSpPr/>
            <p:nvPr/>
          </p:nvSpPr>
          <p:spPr>
            <a:xfrm>
              <a:off x="2064107" y="3485657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0"/>
                  </a:moveTo>
                  <a:cubicBezTo>
                    <a:pt x="191" y="0"/>
                    <a:pt x="157" y="11"/>
                    <a:pt x="128" y="32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39"/>
                    <a:pt x="603" y="286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8" name="Google Shape;4148;p38"/>
            <p:cNvSpPr/>
            <p:nvPr/>
          </p:nvSpPr>
          <p:spPr>
            <a:xfrm>
              <a:off x="1636783" y="3330266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1"/>
                  </a:moveTo>
                  <a:cubicBezTo>
                    <a:pt x="94" y="1"/>
                    <a:pt x="1" y="123"/>
                    <a:pt x="1" y="323"/>
                  </a:cubicBezTo>
                  <a:lnTo>
                    <a:pt x="1" y="2952"/>
                  </a:lnTo>
                  <a:cubicBezTo>
                    <a:pt x="1" y="3205"/>
                    <a:pt x="191" y="3553"/>
                    <a:pt x="412" y="3680"/>
                  </a:cubicBezTo>
                  <a:lnTo>
                    <a:pt x="14505" y="11819"/>
                  </a:lnTo>
                  <a:cubicBezTo>
                    <a:pt x="14570" y="11856"/>
                    <a:pt x="14632" y="11874"/>
                    <a:pt x="14687" y="11874"/>
                  </a:cubicBezTo>
                  <a:cubicBezTo>
                    <a:pt x="14821" y="11874"/>
                    <a:pt x="14917" y="11767"/>
                    <a:pt x="14917" y="11566"/>
                  </a:cubicBezTo>
                  <a:lnTo>
                    <a:pt x="14917" y="8937"/>
                  </a:lnTo>
                  <a:cubicBezTo>
                    <a:pt x="14917" y="8652"/>
                    <a:pt x="14727" y="8335"/>
                    <a:pt x="14505" y="8177"/>
                  </a:cubicBezTo>
                  <a:lnTo>
                    <a:pt x="412" y="70"/>
                  </a:lnTo>
                  <a:cubicBezTo>
                    <a:pt x="346" y="23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9" name="Google Shape;4149;p38"/>
            <p:cNvSpPr/>
            <p:nvPr/>
          </p:nvSpPr>
          <p:spPr>
            <a:xfrm>
              <a:off x="1660569" y="336770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0" name="Google Shape;4150;p38"/>
            <p:cNvSpPr/>
            <p:nvPr/>
          </p:nvSpPr>
          <p:spPr>
            <a:xfrm>
              <a:off x="1660569" y="339358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1" name="Google Shape;4151;p38"/>
            <p:cNvSpPr/>
            <p:nvPr/>
          </p:nvSpPr>
          <p:spPr>
            <a:xfrm>
              <a:off x="1660569" y="342047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2" name="Google Shape;4152;p38"/>
            <p:cNvSpPr/>
            <p:nvPr/>
          </p:nvSpPr>
          <p:spPr>
            <a:xfrm>
              <a:off x="1967886" y="3568841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1"/>
                  </a:moveTo>
                  <a:cubicBezTo>
                    <a:pt x="182" y="1"/>
                    <a:pt x="153" y="7"/>
                    <a:pt x="127" y="20"/>
                  </a:cubicBezTo>
                  <a:cubicBezTo>
                    <a:pt x="1" y="83"/>
                    <a:pt x="1" y="337"/>
                    <a:pt x="127" y="558"/>
                  </a:cubicBezTo>
                  <a:cubicBezTo>
                    <a:pt x="232" y="741"/>
                    <a:pt x="401" y="860"/>
                    <a:pt x="528" y="860"/>
                  </a:cubicBezTo>
                  <a:cubicBezTo>
                    <a:pt x="555" y="860"/>
                    <a:pt x="580" y="854"/>
                    <a:pt x="602" y="843"/>
                  </a:cubicBezTo>
                  <a:cubicBezTo>
                    <a:pt x="729" y="780"/>
                    <a:pt x="729" y="527"/>
                    <a:pt x="602" y="305"/>
                  </a:cubicBezTo>
                  <a:cubicBezTo>
                    <a:pt x="501" y="102"/>
                    <a:pt x="339" y="1"/>
                    <a:pt x="2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3" name="Google Shape;4153;p38"/>
            <p:cNvSpPr/>
            <p:nvPr/>
          </p:nvSpPr>
          <p:spPr>
            <a:xfrm>
              <a:off x="2016536" y="359638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3"/>
                    <a:pt x="401" y="872"/>
                    <a:pt x="528" y="872"/>
                  </a:cubicBezTo>
                  <a:cubicBezTo>
                    <a:pt x="555" y="872"/>
                    <a:pt x="580" y="866"/>
                    <a:pt x="602" y="855"/>
                  </a:cubicBezTo>
                  <a:cubicBezTo>
                    <a:pt x="728" y="760"/>
                    <a:pt x="728" y="539"/>
                    <a:pt x="602" y="285"/>
                  </a:cubicBezTo>
                  <a:cubicBezTo>
                    <a:pt x="504" y="114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4" name="Google Shape;4154;p38"/>
            <p:cNvSpPr/>
            <p:nvPr/>
          </p:nvSpPr>
          <p:spPr>
            <a:xfrm>
              <a:off x="2065152" y="3624123"/>
              <a:ext cx="21760" cy="28523"/>
            </a:xfrm>
            <a:custGeom>
              <a:avLst/>
              <a:gdLst/>
              <a:ahLst/>
              <a:cxnLst/>
              <a:rect l="l" t="t" r="r" b="b"/>
              <a:pathLst>
                <a:path w="666" h="873" extrusionOk="0">
                  <a:moveTo>
                    <a:pt x="205" y="1"/>
                  </a:moveTo>
                  <a:cubicBezTo>
                    <a:pt x="85" y="1"/>
                    <a:pt x="1" y="89"/>
                    <a:pt x="1" y="228"/>
                  </a:cubicBezTo>
                  <a:cubicBezTo>
                    <a:pt x="1" y="450"/>
                    <a:pt x="159" y="735"/>
                    <a:pt x="349" y="830"/>
                  </a:cubicBezTo>
                  <a:cubicBezTo>
                    <a:pt x="406" y="858"/>
                    <a:pt x="457" y="873"/>
                    <a:pt x="501" y="873"/>
                  </a:cubicBezTo>
                  <a:cubicBezTo>
                    <a:pt x="603" y="873"/>
                    <a:pt x="666" y="795"/>
                    <a:pt x="666" y="640"/>
                  </a:cubicBezTo>
                  <a:cubicBezTo>
                    <a:pt x="666" y="418"/>
                    <a:pt x="539" y="165"/>
                    <a:pt x="349" y="38"/>
                  </a:cubicBezTo>
                  <a:cubicBezTo>
                    <a:pt x="298" y="13"/>
                    <a:pt x="249" y="1"/>
                    <a:pt x="2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5" name="Google Shape;4155;p38"/>
            <p:cNvSpPr/>
            <p:nvPr/>
          </p:nvSpPr>
          <p:spPr>
            <a:xfrm>
              <a:off x="1636783" y="3468896"/>
              <a:ext cx="487376" cy="387823"/>
            </a:xfrm>
            <a:custGeom>
              <a:avLst/>
              <a:gdLst/>
              <a:ahLst/>
              <a:cxnLst/>
              <a:rect l="l" t="t" r="r" b="b"/>
              <a:pathLst>
                <a:path w="14917" h="11870" extrusionOk="0">
                  <a:moveTo>
                    <a:pt x="224" y="1"/>
                  </a:moveTo>
                  <a:cubicBezTo>
                    <a:pt x="93" y="1"/>
                    <a:pt x="1" y="116"/>
                    <a:pt x="1" y="292"/>
                  </a:cubicBezTo>
                  <a:lnTo>
                    <a:pt x="1" y="2921"/>
                  </a:lnTo>
                  <a:cubicBezTo>
                    <a:pt x="1" y="3206"/>
                    <a:pt x="191" y="3522"/>
                    <a:pt x="412" y="3681"/>
                  </a:cubicBezTo>
                  <a:lnTo>
                    <a:pt x="14505" y="11820"/>
                  </a:lnTo>
                  <a:cubicBezTo>
                    <a:pt x="14564" y="11853"/>
                    <a:pt x="14621" y="11869"/>
                    <a:pt x="14673" y="11869"/>
                  </a:cubicBezTo>
                  <a:cubicBezTo>
                    <a:pt x="14815" y="11869"/>
                    <a:pt x="14917" y="11752"/>
                    <a:pt x="14917" y="11566"/>
                  </a:cubicBezTo>
                  <a:lnTo>
                    <a:pt x="14917" y="8938"/>
                  </a:lnTo>
                  <a:cubicBezTo>
                    <a:pt x="14917" y="8653"/>
                    <a:pt x="14727" y="8336"/>
                    <a:pt x="14505" y="8178"/>
                  </a:cubicBezTo>
                  <a:lnTo>
                    <a:pt x="412" y="70"/>
                  </a:lnTo>
                  <a:cubicBezTo>
                    <a:pt x="345" y="22"/>
                    <a:pt x="281" y="1"/>
                    <a:pt x="22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6" name="Google Shape;4156;p38"/>
            <p:cNvSpPr/>
            <p:nvPr/>
          </p:nvSpPr>
          <p:spPr>
            <a:xfrm>
              <a:off x="1660569" y="350532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7" name="Google Shape;4157;p38"/>
            <p:cNvSpPr/>
            <p:nvPr/>
          </p:nvSpPr>
          <p:spPr>
            <a:xfrm>
              <a:off x="1660569" y="3532215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8" name="Google Shape;4158;p38"/>
            <p:cNvSpPr/>
            <p:nvPr/>
          </p:nvSpPr>
          <p:spPr>
            <a:xfrm>
              <a:off x="1660569" y="355809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9" name="Google Shape;4159;p38"/>
            <p:cNvSpPr/>
            <p:nvPr/>
          </p:nvSpPr>
          <p:spPr>
            <a:xfrm>
              <a:off x="1968932" y="3706915"/>
              <a:ext cx="22773" cy="28523"/>
            </a:xfrm>
            <a:custGeom>
              <a:avLst/>
              <a:gdLst/>
              <a:ahLst/>
              <a:cxnLst/>
              <a:rect l="l" t="t" r="r" b="b"/>
              <a:pathLst>
                <a:path w="697" h="873" extrusionOk="0">
                  <a:moveTo>
                    <a:pt x="208" y="1"/>
                  </a:moveTo>
                  <a:cubicBezTo>
                    <a:pt x="87" y="1"/>
                    <a:pt x="0" y="95"/>
                    <a:pt x="0" y="259"/>
                  </a:cubicBezTo>
                  <a:cubicBezTo>
                    <a:pt x="0" y="449"/>
                    <a:pt x="159" y="734"/>
                    <a:pt x="349" y="829"/>
                  </a:cubicBezTo>
                  <a:cubicBezTo>
                    <a:pt x="406" y="858"/>
                    <a:pt x="460" y="872"/>
                    <a:pt x="508" y="872"/>
                  </a:cubicBezTo>
                  <a:cubicBezTo>
                    <a:pt x="619" y="872"/>
                    <a:pt x="697" y="794"/>
                    <a:pt x="697" y="639"/>
                  </a:cubicBezTo>
                  <a:cubicBezTo>
                    <a:pt x="697" y="418"/>
                    <a:pt x="539" y="164"/>
                    <a:pt x="349" y="38"/>
                  </a:cubicBezTo>
                  <a:cubicBezTo>
                    <a:pt x="299" y="13"/>
                    <a:pt x="251" y="1"/>
                    <a:pt x="2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0" name="Google Shape;4160;p38"/>
            <p:cNvSpPr/>
            <p:nvPr/>
          </p:nvSpPr>
          <p:spPr>
            <a:xfrm>
              <a:off x="2016536" y="3734490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5"/>
                    <a:pt x="127" y="587"/>
                  </a:cubicBezTo>
                  <a:cubicBezTo>
                    <a:pt x="224" y="758"/>
                    <a:pt x="378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8" y="777"/>
                    <a:pt x="728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1" name="Google Shape;4161;p38"/>
            <p:cNvSpPr/>
            <p:nvPr/>
          </p:nvSpPr>
          <p:spPr>
            <a:xfrm>
              <a:off x="2065152" y="3762785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1" y="89"/>
                    <a:pt x="1" y="228"/>
                  </a:cubicBezTo>
                  <a:cubicBezTo>
                    <a:pt x="1" y="449"/>
                    <a:pt x="159" y="703"/>
                    <a:pt x="349" y="829"/>
                  </a:cubicBezTo>
                  <a:cubicBezTo>
                    <a:pt x="400" y="855"/>
                    <a:pt x="446" y="867"/>
                    <a:pt x="487" y="867"/>
                  </a:cubicBezTo>
                  <a:cubicBezTo>
                    <a:pt x="598" y="867"/>
                    <a:pt x="666" y="778"/>
                    <a:pt x="666" y="639"/>
                  </a:cubicBezTo>
                  <a:cubicBezTo>
                    <a:pt x="666" y="418"/>
                    <a:pt x="539" y="133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2" name="Google Shape;4162;p38"/>
            <p:cNvSpPr/>
            <p:nvPr/>
          </p:nvSpPr>
          <p:spPr>
            <a:xfrm>
              <a:off x="2192412" y="1943384"/>
              <a:ext cx="472902" cy="2077252"/>
            </a:xfrm>
            <a:custGeom>
              <a:avLst/>
              <a:gdLst/>
              <a:ahLst/>
              <a:cxnLst/>
              <a:rect l="l" t="t" r="r" b="b"/>
              <a:pathLst>
                <a:path w="14474" h="63578" extrusionOk="0">
                  <a:moveTo>
                    <a:pt x="14185" y="0"/>
                  </a:moveTo>
                  <a:cubicBezTo>
                    <a:pt x="14112" y="0"/>
                    <a:pt x="14028" y="26"/>
                    <a:pt x="13935" y="81"/>
                  </a:cubicBezTo>
                  <a:lnTo>
                    <a:pt x="539" y="7809"/>
                  </a:lnTo>
                  <a:cubicBezTo>
                    <a:pt x="254" y="7967"/>
                    <a:pt x="1" y="8410"/>
                    <a:pt x="1" y="8759"/>
                  </a:cubicBezTo>
                  <a:lnTo>
                    <a:pt x="1" y="63578"/>
                  </a:lnTo>
                  <a:lnTo>
                    <a:pt x="14474" y="55217"/>
                  </a:lnTo>
                  <a:lnTo>
                    <a:pt x="14474" y="398"/>
                  </a:lnTo>
                  <a:cubicBezTo>
                    <a:pt x="14474" y="152"/>
                    <a:pt x="14362" y="0"/>
                    <a:pt x="1418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3" name="Google Shape;4163;p38"/>
            <p:cNvSpPr/>
            <p:nvPr/>
          </p:nvSpPr>
          <p:spPr>
            <a:xfrm>
              <a:off x="2207931" y="1970273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6"/>
                  </a:lnTo>
                  <a:cubicBezTo>
                    <a:pt x="191" y="7492"/>
                    <a:pt x="1" y="7841"/>
                    <a:pt x="1" y="8126"/>
                  </a:cubicBezTo>
                  <a:lnTo>
                    <a:pt x="1" y="10754"/>
                  </a:lnTo>
                  <a:cubicBezTo>
                    <a:pt x="1" y="10931"/>
                    <a:pt x="93" y="11046"/>
                    <a:pt x="235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2" y="3692"/>
                  </a:lnTo>
                  <a:cubicBezTo>
                    <a:pt x="13334" y="3534"/>
                    <a:pt x="13524" y="3217"/>
                    <a:pt x="13524" y="2932"/>
                  </a:cubicBezTo>
                  <a:lnTo>
                    <a:pt x="13524" y="303"/>
                  </a:lnTo>
                  <a:cubicBezTo>
                    <a:pt x="13524" y="118"/>
                    <a:pt x="13422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4" name="Google Shape;4164;p38"/>
            <p:cNvSpPr/>
            <p:nvPr/>
          </p:nvSpPr>
          <p:spPr>
            <a:xfrm>
              <a:off x="2207931" y="2108739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4" y="1"/>
                  </a:moveTo>
                  <a:cubicBezTo>
                    <a:pt x="13239" y="1"/>
                    <a:pt x="13177" y="19"/>
                    <a:pt x="13112" y="56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00"/>
                  </a:cubicBezTo>
                  <a:lnTo>
                    <a:pt x="1" y="10728"/>
                  </a:lnTo>
                  <a:cubicBezTo>
                    <a:pt x="1" y="10928"/>
                    <a:pt x="95" y="11051"/>
                    <a:pt x="238" y="11051"/>
                  </a:cubicBezTo>
                  <a:cubicBezTo>
                    <a:pt x="299" y="11051"/>
                    <a:pt x="369" y="11029"/>
                    <a:pt x="444" y="10982"/>
                  </a:cubicBezTo>
                  <a:lnTo>
                    <a:pt x="13112" y="3666"/>
                  </a:lnTo>
                  <a:cubicBezTo>
                    <a:pt x="13334" y="3539"/>
                    <a:pt x="13524" y="3191"/>
                    <a:pt x="13524" y="2938"/>
                  </a:cubicBezTo>
                  <a:lnTo>
                    <a:pt x="13524" y="309"/>
                  </a:lnTo>
                  <a:cubicBezTo>
                    <a:pt x="13524" y="107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5" name="Google Shape;4165;p38"/>
            <p:cNvSpPr/>
            <p:nvPr/>
          </p:nvSpPr>
          <p:spPr>
            <a:xfrm>
              <a:off x="2207931" y="2246944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0"/>
                  </a:moveTo>
                  <a:cubicBezTo>
                    <a:pt x="13241" y="0"/>
                    <a:pt x="13178" y="22"/>
                    <a:pt x="13112" y="69"/>
                  </a:cubicBezTo>
                  <a:lnTo>
                    <a:pt x="444" y="7385"/>
                  </a:lnTo>
                  <a:cubicBezTo>
                    <a:pt x="191" y="7512"/>
                    <a:pt x="1" y="7860"/>
                    <a:pt x="1" y="8113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2" y="11050"/>
                  </a:cubicBezTo>
                  <a:cubicBezTo>
                    <a:pt x="302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4" y="3553"/>
                    <a:pt x="13524" y="3205"/>
                    <a:pt x="13524" y="2951"/>
                  </a:cubicBezTo>
                  <a:lnTo>
                    <a:pt x="13524" y="323"/>
                  </a:lnTo>
                  <a:cubicBezTo>
                    <a:pt x="13524" y="123"/>
                    <a:pt x="13430" y="0"/>
                    <a:pt x="1329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6" name="Google Shape;4166;p38"/>
            <p:cNvSpPr/>
            <p:nvPr/>
          </p:nvSpPr>
          <p:spPr>
            <a:xfrm>
              <a:off x="2207931" y="2385573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300" y="0"/>
                  </a:moveTo>
                  <a:cubicBezTo>
                    <a:pt x="13243" y="0"/>
                    <a:pt x="13179" y="22"/>
                    <a:pt x="13112" y="70"/>
                  </a:cubicBezTo>
                  <a:lnTo>
                    <a:pt x="444" y="7354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28"/>
                    <a:pt x="103" y="11046"/>
                    <a:pt x="257" y="11046"/>
                  </a:cubicBezTo>
                  <a:cubicBezTo>
                    <a:pt x="313" y="11046"/>
                    <a:pt x="376" y="11030"/>
                    <a:pt x="444" y="10996"/>
                  </a:cubicBezTo>
                  <a:lnTo>
                    <a:pt x="13112" y="3680"/>
                  </a:lnTo>
                  <a:cubicBezTo>
                    <a:pt x="13334" y="3554"/>
                    <a:pt x="13524" y="3205"/>
                    <a:pt x="13524" y="2920"/>
                  </a:cubicBezTo>
                  <a:lnTo>
                    <a:pt x="13524" y="292"/>
                  </a:lnTo>
                  <a:cubicBezTo>
                    <a:pt x="13524" y="115"/>
                    <a:pt x="13431" y="0"/>
                    <a:pt x="1330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7" name="Google Shape;4167;p38"/>
            <p:cNvSpPr/>
            <p:nvPr/>
          </p:nvSpPr>
          <p:spPr>
            <a:xfrm>
              <a:off x="2207931" y="2523843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6"/>
                  </a:lnTo>
                  <a:cubicBezTo>
                    <a:pt x="191" y="7492"/>
                    <a:pt x="1" y="7841"/>
                    <a:pt x="1" y="8126"/>
                  </a:cubicBezTo>
                  <a:lnTo>
                    <a:pt x="1" y="10754"/>
                  </a:lnTo>
                  <a:cubicBezTo>
                    <a:pt x="1" y="10931"/>
                    <a:pt x="93" y="11046"/>
                    <a:pt x="235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2" y="3692"/>
                  </a:lnTo>
                  <a:cubicBezTo>
                    <a:pt x="13334" y="3534"/>
                    <a:pt x="13524" y="3217"/>
                    <a:pt x="13524" y="2932"/>
                  </a:cubicBezTo>
                  <a:lnTo>
                    <a:pt x="13524" y="303"/>
                  </a:lnTo>
                  <a:cubicBezTo>
                    <a:pt x="13524" y="118"/>
                    <a:pt x="13422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8" name="Google Shape;4168;p38"/>
            <p:cNvSpPr/>
            <p:nvPr/>
          </p:nvSpPr>
          <p:spPr>
            <a:xfrm>
              <a:off x="2207931" y="266231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4" y="1"/>
                  </a:moveTo>
                  <a:cubicBezTo>
                    <a:pt x="13239" y="1"/>
                    <a:pt x="13177" y="19"/>
                    <a:pt x="13112" y="56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00"/>
                  </a:cubicBezTo>
                  <a:lnTo>
                    <a:pt x="1" y="10728"/>
                  </a:lnTo>
                  <a:cubicBezTo>
                    <a:pt x="1" y="10928"/>
                    <a:pt x="95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66"/>
                  </a:lnTo>
                  <a:cubicBezTo>
                    <a:pt x="13334" y="3539"/>
                    <a:pt x="13524" y="3191"/>
                    <a:pt x="13524" y="2938"/>
                  </a:cubicBezTo>
                  <a:lnTo>
                    <a:pt x="13524" y="309"/>
                  </a:lnTo>
                  <a:cubicBezTo>
                    <a:pt x="13524" y="107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9" name="Google Shape;4169;p38"/>
            <p:cNvSpPr/>
            <p:nvPr/>
          </p:nvSpPr>
          <p:spPr>
            <a:xfrm>
              <a:off x="2207931" y="2800514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0"/>
                  </a:moveTo>
                  <a:cubicBezTo>
                    <a:pt x="13241" y="0"/>
                    <a:pt x="13178" y="22"/>
                    <a:pt x="13112" y="69"/>
                  </a:cubicBezTo>
                  <a:lnTo>
                    <a:pt x="444" y="7385"/>
                  </a:lnTo>
                  <a:cubicBezTo>
                    <a:pt x="191" y="7511"/>
                    <a:pt x="1" y="7860"/>
                    <a:pt x="1" y="8113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2" y="11050"/>
                  </a:cubicBezTo>
                  <a:cubicBezTo>
                    <a:pt x="302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4" y="3553"/>
                    <a:pt x="13524" y="3204"/>
                    <a:pt x="13524" y="2951"/>
                  </a:cubicBezTo>
                  <a:lnTo>
                    <a:pt x="13524" y="323"/>
                  </a:lnTo>
                  <a:cubicBezTo>
                    <a:pt x="13524" y="122"/>
                    <a:pt x="13430" y="0"/>
                    <a:pt x="1329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0" name="Google Shape;4170;p38"/>
            <p:cNvSpPr/>
            <p:nvPr/>
          </p:nvSpPr>
          <p:spPr>
            <a:xfrm>
              <a:off x="2207931" y="2939144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300" y="0"/>
                  </a:moveTo>
                  <a:cubicBezTo>
                    <a:pt x="13243" y="0"/>
                    <a:pt x="13179" y="22"/>
                    <a:pt x="13112" y="70"/>
                  </a:cubicBezTo>
                  <a:lnTo>
                    <a:pt x="444" y="7354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28"/>
                    <a:pt x="103" y="11045"/>
                    <a:pt x="257" y="11045"/>
                  </a:cubicBezTo>
                  <a:cubicBezTo>
                    <a:pt x="313" y="11045"/>
                    <a:pt x="376" y="11030"/>
                    <a:pt x="444" y="10996"/>
                  </a:cubicBezTo>
                  <a:lnTo>
                    <a:pt x="13112" y="3680"/>
                  </a:lnTo>
                  <a:cubicBezTo>
                    <a:pt x="13334" y="3522"/>
                    <a:pt x="13524" y="3205"/>
                    <a:pt x="13524" y="2920"/>
                  </a:cubicBezTo>
                  <a:lnTo>
                    <a:pt x="13524" y="292"/>
                  </a:lnTo>
                  <a:cubicBezTo>
                    <a:pt x="13524" y="115"/>
                    <a:pt x="13431" y="0"/>
                    <a:pt x="1330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1" name="Google Shape;4171;p38"/>
            <p:cNvSpPr/>
            <p:nvPr/>
          </p:nvSpPr>
          <p:spPr>
            <a:xfrm>
              <a:off x="2207931" y="3077414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5"/>
                  </a:lnTo>
                  <a:cubicBezTo>
                    <a:pt x="191" y="7492"/>
                    <a:pt x="1" y="7840"/>
                    <a:pt x="1" y="8125"/>
                  </a:cubicBezTo>
                  <a:lnTo>
                    <a:pt x="1" y="10754"/>
                  </a:lnTo>
                  <a:cubicBezTo>
                    <a:pt x="1" y="10930"/>
                    <a:pt x="93" y="11045"/>
                    <a:pt x="235" y="11045"/>
                  </a:cubicBezTo>
                  <a:cubicBezTo>
                    <a:pt x="296" y="11045"/>
                    <a:pt x="367" y="11024"/>
                    <a:pt x="444" y="10976"/>
                  </a:cubicBezTo>
                  <a:lnTo>
                    <a:pt x="13112" y="3692"/>
                  </a:lnTo>
                  <a:cubicBezTo>
                    <a:pt x="13334" y="3533"/>
                    <a:pt x="13524" y="3217"/>
                    <a:pt x="13524" y="2932"/>
                  </a:cubicBezTo>
                  <a:lnTo>
                    <a:pt x="13524" y="303"/>
                  </a:lnTo>
                  <a:cubicBezTo>
                    <a:pt x="13524" y="118"/>
                    <a:pt x="13422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2" name="Google Shape;4172;p38"/>
            <p:cNvSpPr/>
            <p:nvPr/>
          </p:nvSpPr>
          <p:spPr>
            <a:xfrm>
              <a:off x="2207931" y="3215880"/>
              <a:ext cx="441863" cy="360606"/>
            </a:xfrm>
            <a:custGeom>
              <a:avLst/>
              <a:gdLst/>
              <a:ahLst/>
              <a:cxnLst/>
              <a:rect l="l" t="t" r="r" b="b"/>
              <a:pathLst>
                <a:path w="13524" h="11037" extrusionOk="0">
                  <a:moveTo>
                    <a:pt x="13294" y="0"/>
                  </a:moveTo>
                  <a:cubicBezTo>
                    <a:pt x="13239" y="0"/>
                    <a:pt x="13177" y="19"/>
                    <a:pt x="13112" y="55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099"/>
                  </a:cubicBezTo>
                  <a:lnTo>
                    <a:pt x="1" y="10728"/>
                  </a:lnTo>
                  <a:cubicBezTo>
                    <a:pt x="1" y="10930"/>
                    <a:pt x="96" y="11036"/>
                    <a:pt x="242" y="11036"/>
                  </a:cubicBezTo>
                  <a:cubicBezTo>
                    <a:pt x="302" y="11036"/>
                    <a:pt x="370" y="11018"/>
                    <a:pt x="444" y="10981"/>
                  </a:cubicBezTo>
                  <a:lnTo>
                    <a:pt x="13112" y="3666"/>
                  </a:lnTo>
                  <a:cubicBezTo>
                    <a:pt x="13334" y="3539"/>
                    <a:pt x="13524" y="3191"/>
                    <a:pt x="13524" y="2937"/>
                  </a:cubicBezTo>
                  <a:lnTo>
                    <a:pt x="13524" y="309"/>
                  </a:lnTo>
                  <a:cubicBezTo>
                    <a:pt x="13524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3" name="Google Shape;4173;p38"/>
            <p:cNvSpPr/>
            <p:nvPr/>
          </p:nvSpPr>
          <p:spPr>
            <a:xfrm>
              <a:off x="2207931" y="3354084"/>
              <a:ext cx="441863" cy="361031"/>
            </a:xfrm>
            <a:custGeom>
              <a:avLst/>
              <a:gdLst/>
              <a:ahLst/>
              <a:cxnLst/>
              <a:rect l="l" t="t" r="r" b="b"/>
              <a:pathLst>
                <a:path w="13524" h="11050" extrusionOk="0">
                  <a:moveTo>
                    <a:pt x="13297" y="0"/>
                  </a:moveTo>
                  <a:cubicBezTo>
                    <a:pt x="13241" y="0"/>
                    <a:pt x="13178" y="22"/>
                    <a:pt x="13112" y="69"/>
                  </a:cubicBezTo>
                  <a:lnTo>
                    <a:pt x="444" y="7385"/>
                  </a:lnTo>
                  <a:cubicBezTo>
                    <a:pt x="191" y="7511"/>
                    <a:pt x="1" y="7860"/>
                    <a:pt x="1" y="8113"/>
                  </a:cubicBezTo>
                  <a:lnTo>
                    <a:pt x="1" y="10742"/>
                  </a:lnTo>
                  <a:cubicBezTo>
                    <a:pt x="1" y="10943"/>
                    <a:pt x="96" y="11050"/>
                    <a:pt x="242" y="11050"/>
                  </a:cubicBezTo>
                  <a:cubicBezTo>
                    <a:pt x="302" y="11050"/>
                    <a:pt x="370" y="11032"/>
                    <a:pt x="444" y="10995"/>
                  </a:cubicBezTo>
                  <a:lnTo>
                    <a:pt x="13112" y="3679"/>
                  </a:lnTo>
                  <a:cubicBezTo>
                    <a:pt x="13334" y="3553"/>
                    <a:pt x="13524" y="3204"/>
                    <a:pt x="13524" y="2951"/>
                  </a:cubicBezTo>
                  <a:lnTo>
                    <a:pt x="13524" y="322"/>
                  </a:lnTo>
                  <a:cubicBezTo>
                    <a:pt x="13524" y="122"/>
                    <a:pt x="13430" y="0"/>
                    <a:pt x="1329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4" name="Google Shape;4174;p38"/>
            <p:cNvSpPr/>
            <p:nvPr/>
          </p:nvSpPr>
          <p:spPr>
            <a:xfrm>
              <a:off x="2207931" y="3492681"/>
              <a:ext cx="441863" cy="360933"/>
            </a:xfrm>
            <a:custGeom>
              <a:avLst/>
              <a:gdLst/>
              <a:ahLst/>
              <a:cxnLst/>
              <a:rect l="l" t="t" r="r" b="b"/>
              <a:pathLst>
                <a:path w="13524" h="11047" extrusionOk="0">
                  <a:moveTo>
                    <a:pt x="13300" y="1"/>
                  </a:moveTo>
                  <a:cubicBezTo>
                    <a:pt x="13243" y="1"/>
                    <a:pt x="13179" y="23"/>
                    <a:pt x="13112" y="71"/>
                  </a:cubicBezTo>
                  <a:lnTo>
                    <a:pt x="444" y="7355"/>
                  </a:lnTo>
                  <a:cubicBezTo>
                    <a:pt x="191" y="7513"/>
                    <a:pt x="1" y="7830"/>
                    <a:pt x="1" y="8115"/>
                  </a:cubicBezTo>
                  <a:lnTo>
                    <a:pt x="1" y="10743"/>
                  </a:lnTo>
                  <a:cubicBezTo>
                    <a:pt x="1" y="10929"/>
                    <a:pt x="103" y="11046"/>
                    <a:pt x="257" y="11046"/>
                  </a:cubicBezTo>
                  <a:cubicBezTo>
                    <a:pt x="313" y="11046"/>
                    <a:pt x="376" y="11030"/>
                    <a:pt x="444" y="10997"/>
                  </a:cubicBezTo>
                  <a:lnTo>
                    <a:pt x="13112" y="3681"/>
                  </a:lnTo>
                  <a:cubicBezTo>
                    <a:pt x="13334" y="3554"/>
                    <a:pt x="13524" y="3206"/>
                    <a:pt x="13524" y="2921"/>
                  </a:cubicBezTo>
                  <a:lnTo>
                    <a:pt x="13524" y="292"/>
                  </a:lnTo>
                  <a:cubicBezTo>
                    <a:pt x="13524" y="116"/>
                    <a:pt x="13431" y="1"/>
                    <a:pt x="133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5" name="Google Shape;4175;p38"/>
            <p:cNvSpPr/>
            <p:nvPr/>
          </p:nvSpPr>
          <p:spPr>
            <a:xfrm>
              <a:off x="1596433" y="1509395"/>
              <a:ext cx="1091654" cy="634304"/>
            </a:xfrm>
            <a:custGeom>
              <a:avLst/>
              <a:gdLst/>
              <a:ahLst/>
              <a:cxnLst/>
              <a:rect l="l" t="t" r="r" b="b"/>
              <a:pathLst>
                <a:path w="33412" h="19414" extrusionOk="0">
                  <a:moveTo>
                    <a:pt x="16152" y="0"/>
                  </a:moveTo>
                  <a:lnTo>
                    <a:pt x="0" y="9374"/>
                  </a:lnTo>
                  <a:lnTo>
                    <a:pt x="17387" y="19413"/>
                  </a:lnTo>
                  <a:lnTo>
                    <a:pt x="33411" y="10134"/>
                  </a:lnTo>
                  <a:lnTo>
                    <a:pt x="16152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6" name="Google Shape;4176;p38"/>
            <p:cNvSpPr/>
            <p:nvPr/>
          </p:nvSpPr>
          <p:spPr>
            <a:xfrm>
              <a:off x="1770250" y="1630447"/>
              <a:ext cx="533967" cy="430460"/>
            </a:xfrm>
            <a:custGeom>
              <a:avLst/>
              <a:gdLst/>
              <a:ahLst/>
              <a:cxnLst/>
              <a:rect l="l" t="t" r="r" b="b"/>
              <a:pathLst>
                <a:path w="16343" h="13175" extrusionOk="0">
                  <a:moveTo>
                    <a:pt x="10230" y="0"/>
                  </a:moveTo>
                  <a:lnTo>
                    <a:pt x="1" y="5891"/>
                  </a:lnTo>
                  <a:lnTo>
                    <a:pt x="12510" y="13175"/>
                  </a:lnTo>
                  <a:lnTo>
                    <a:pt x="12510" y="11845"/>
                  </a:lnTo>
                  <a:lnTo>
                    <a:pt x="16342" y="3547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7" name="Google Shape;4177;p38"/>
            <p:cNvSpPr/>
            <p:nvPr/>
          </p:nvSpPr>
          <p:spPr>
            <a:xfrm>
              <a:off x="1770250" y="1780479"/>
              <a:ext cx="74526" cy="65214"/>
            </a:xfrm>
            <a:custGeom>
              <a:avLst/>
              <a:gdLst/>
              <a:ahLst/>
              <a:cxnLst/>
              <a:rect l="l" t="t" r="r" b="b"/>
              <a:pathLst>
                <a:path w="2281" h="1996" extrusionOk="0">
                  <a:moveTo>
                    <a:pt x="1" y="0"/>
                  </a:moveTo>
                  <a:lnTo>
                    <a:pt x="1" y="1299"/>
                  </a:lnTo>
                  <a:lnTo>
                    <a:pt x="2091" y="1996"/>
                  </a:lnTo>
                  <a:lnTo>
                    <a:pt x="2281" y="855"/>
                  </a:lnTo>
                  <a:lnTo>
                    <a:pt x="1711" y="6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8" name="Google Shape;4178;p38"/>
            <p:cNvSpPr/>
            <p:nvPr/>
          </p:nvSpPr>
          <p:spPr>
            <a:xfrm>
              <a:off x="2178983" y="1746336"/>
              <a:ext cx="335253" cy="314571"/>
            </a:xfrm>
            <a:custGeom>
              <a:avLst/>
              <a:gdLst/>
              <a:ahLst/>
              <a:cxnLst/>
              <a:rect l="l" t="t" r="r" b="b"/>
              <a:pathLst>
                <a:path w="10261" h="9628" extrusionOk="0">
                  <a:moveTo>
                    <a:pt x="3832" y="0"/>
                  </a:moveTo>
                  <a:lnTo>
                    <a:pt x="0" y="8298"/>
                  </a:lnTo>
                  <a:lnTo>
                    <a:pt x="0" y="9628"/>
                  </a:lnTo>
                  <a:lnTo>
                    <a:pt x="10261" y="3737"/>
                  </a:lnTo>
                  <a:lnTo>
                    <a:pt x="8677" y="2819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9" name="Google Shape;4179;p38"/>
            <p:cNvSpPr/>
            <p:nvPr/>
          </p:nvSpPr>
          <p:spPr>
            <a:xfrm>
              <a:off x="2352801" y="1821875"/>
              <a:ext cx="161435" cy="111773"/>
            </a:xfrm>
            <a:custGeom>
              <a:avLst/>
              <a:gdLst/>
              <a:ahLst/>
              <a:cxnLst/>
              <a:rect l="l" t="t" r="r" b="b"/>
              <a:pathLst>
                <a:path w="4941" h="3421" extrusionOk="0">
                  <a:moveTo>
                    <a:pt x="1172" y="0"/>
                  </a:moveTo>
                  <a:lnTo>
                    <a:pt x="1" y="3420"/>
                  </a:lnTo>
                  <a:lnTo>
                    <a:pt x="4941" y="1425"/>
                  </a:lnTo>
                  <a:lnTo>
                    <a:pt x="4941" y="95"/>
                  </a:lnTo>
                  <a:lnTo>
                    <a:pt x="117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0" name="Google Shape;4180;p38"/>
            <p:cNvSpPr/>
            <p:nvPr/>
          </p:nvSpPr>
          <p:spPr>
            <a:xfrm>
              <a:off x="1770250" y="1586992"/>
              <a:ext cx="743985" cy="430460"/>
            </a:xfrm>
            <a:custGeom>
              <a:avLst/>
              <a:gdLst/>
              <a:ahLst/>
              <a:cxnLst/>
              <a:rect l="l" t="t" r="r" b="b"/>
              <a:pathLst>
                <a:path w="22771" h="13175" extrusionOk="0">
                  <a:moveTo>
                    <a:pt x="10230" y="0"/>
                  </a:moveTo>
                  <a:lnTo>
                    <a:pt x="1" y="5922"/>
                  </a:lnTo>
                  <a:lnTo>
                    <a:pt x="12510" y="13175"/>
                  </a:lnTo>
                  <a:lnTo>
                    <a:pt x="22771" y="7284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1" name="Google Shape;4181;p38"/>
            <p:cNvSpPr/>
            <p:nvPr/>
          </p:nvSpPr>
          <p:spPr>
            <a:xfrm>
              <a:off x="1959620" y="1695628"/>
              <a:ext cx="183162" cy="56948"/>
            </a:xfrm>
            <a:custGeom>
              <a:avLst/>
              <a:gdLst/>
              <a:ahLst/>
              <a:cxnLst/>
              <a:rect l="l" t="t" r="r" b="b"/>
              <a:pathLst>
                <a:path w="5606" h="1743" extrusionOk="0">
                  <a:moveTo>
                    <a:pt x="2803" y="1"/>
                  </a:moveTo>
                  <a:cubicBezTo>
                    <a:pt x="2106" y="1"/>
                    <a:pt x="1410" y="159"/>
                    <a:pt x="887" y="476"/>
                  </a:cubicBezTo>
                  <a:cubicBezTo>
                    <a:pt x="285" y="824"/>
                    <a:pt x="0" y="1299"/>
                    <a:pt x="95" y="1742"/>
                  </a:cubicBezTo>
                  <a:cubicBezTo>
                    <a:pt x="159" y="1394"/>
                    <a:pt x="412" y="1077"/>
                    <a:pt x="887" y="792"/>
                  </a:cubicBezTo>
                  <a:cubicBezTo>
                    <a:pt x="1410" y="491"/>
                    <a:pt x="2106" y="341"/>
                    <a:pt x="2803" y="341"/>
                  </a:cubicBezTo>
                  <a:cubicBezTo>
                    <a:pt x="3500" y="341"/>
                    <a:pt x="4196" y="491"/>
                    <a:pt x="4719" y="792"/>
                  </a:cubicBezTo>
                  <a:cubicBezTo>
                    <a:pt x="5194" y="1077"/>
                    <a:pt x="5447" y="1394"/>
                    <a:pt x="5511" y="1742"/>
                  </a:cubicBezTo>
                  <a:cubicBezTo>
                    <a:pt x="5606" y="1299"/>
                    <a:pt x="5321" y="824"/>
                    <a:pt x="4719" y="476"/>
                  </a:cubicBezTo>
                  <a:cubicBezTo>
                    <a:pt x="4196" y="159"/>
                    <a:pt x="3500" y="1"/>
                    <a:pt x="2803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2" name="Google Shape;4182;p38"/>
            <p:cNvSpPr/>
            <p:nvPr/>
          </p:nvSpPr>
          <p:spPr>
            <a:xfrm>
              <a:off x="1962724" y="1706737"/>
              <a:ext cx="176954" cy="91614"/>
            </a:xfrm>
            <a:custGeom>
              <a:avLst/>
              <a:gdLst/>
              <a:ahLst/>
              <a:cxnLst/>
              <a:rect l="l" t="t" r="r" b="b"/>
              <a:pathLst>
                <a:path w="5416" h="2804" extrusionOk="0">
                  <a:moveTo>
                    <a:pt x="2708" y="1"/>
                  </a:moveTo>
                  <a:cubicBezTo>
                    <a:pt x="2011" y="1"/>
                    <a:pt x="1315" y="151"/>
                    <a:pt x="792" y="452"/>
                  </a:cubicBezTo>
                  <a:cubicBezTo>
                    <a:pt x="317" y="737"/>
                    <a:pt x="64" y="1054"/>
                    <a:pt x="0" y="1402"/>
                  </a:cubicBezTo>
                  <a:cubicBezTo>
                    <a:pt x="64" y="1751"/>
                    <a:pt x="317" y="2099"/>
                    <a:pt x="792" y="2352"/>
                  </a:cubicBezTo>
                  <a:cubicBezTo>
                    <a:pt x="1315" y="2653"/>
                    <a:pt x="2011" y="2804"/>
                    <a:pt x="2708" y="2804"/>
                  </a:cubicBezTo>
                  <a:cubicBezTo>
                    <a:pt x="3405" y="2804"/>
                    <a:pt x="4101" y="2653"/>
                    <a:pt x="4624" y="2352"/>
                  </a:cubicBezTo>
                  <a:cubicBezTo>
                    <a:pt x="5099" y="2099"/>
                    <a:pt x="5352" y="1751"/>
                    <a:pt x="5416" y="1402"/>
                  </a:cubicBezTo>
                  <a:cubicBezTo>
                    <a:pt x="5352" y="1054"/>
                    <a:pt x="5099" y="737"/>
                    <a:pt x="4624" y="452"/>
                  </a:cubicBezTo>
                  <a:cubicBezTo>
                    <a:pt x="4101" y="151"/>
                    <a:pt x="3405" y="1"/>
                    <a:pt x="27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3" name="Google Shape;4183;p38"/>
            <p:cNvSpPr/>
            <p:nvPr/>
          </p:nvSpPr>
          <p:spPr>
            <a:xfrm>
              <a:off x="1897543" y="1755648"/>
              <a:ext cx="141766" cy="82792"/>
            </a:xfrm>
            <a:custGeom>
              <a:avLst/>
              <a:gdLst/>
              <a:ahLst/>
              <a:cxnLst/>
              <a:rect l="l" t="t" r="r" b="b"/>
              <a:pathLst>
                <a:path w="4339" h="2534" extrusionOk="0">
                  <a:moveTo>
                    <a:pt x="348" y="0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39" y="2312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4" name="Google Shape;4184;p38"/>
            <p:cNvSpPr/>
            <p:nvPr/>
          </p:nvSpPr>
          <p:spPr>
            <a:xfrm>
              <a:off x="1874770" y="1769109"/>
              <a:ext cx="141799" cy="81747"/>
            </a:xfrm>
            <a:custGeom>
              <a:avLst/>
              <a:gdLst/>
              <a:ahLst/>
              <a:cxnLst/>
              <a:rect l="l" t="t" r="r" b="b"/>
              <a:pathLst>
                <a:path w="4340" h="2502" extrusionOk="0">
                  <a:moveTo>
                    <a:pt x="349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5" name="Google Shape;4185;p38"/>
            <p:cNvSpPr/>
            <p:nvPr/>
          </p:nvSpPr>
          <p:spPr>
            <a:xfrm>
              <a:off x="1851997" y="1782537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1"/>
                  </a:moveTo>
                  <a:lnTo>
                    <a:pt x="1" y="191"/>
                  </a:lnTo>
                  <a:lnTo>
                    <a:pt x="3991" y="2503"/>
                  </a:lnTo>
                  <a:lnTo>
                    <a:pt x="4339" y="2281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6" name="Google Shape;4186;p38"/>
            <p:cNvSpPr/>
            <p:nvPr/>
          </p:nvSpPr>
          <p:spPr>
            <a:xfrm>
              <a:off x="2105503" y="1630447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7" name="Google Shape;4187;p38"/>
            <p:cNvSpPr/>
            <p:nvPr/>
          </p:nvSpPr>
          <p:spPr>
            <a:xfrm>
              <a:off x="2082730" y="1643908"/>
              <a:ext cx="142844" cy="81747"/>
            </a:xfrm>
            <a:custGeom>
              <a:avLst/>
              <a:gdLst/>
              <a:ahLst/>
              <a:cxnLst/>
              <a:rect l="l" t="t" r="r" b="b"/>
              <a:pathLst>
                <a:path w="4372" h="2502" extrusionOk="0">
                  <a:moveTo>
                    <a:pt x="381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71" y="2280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8" name="Google Shape;4188;p38"/>
            <p:cNvSpPr/>
            <p:nvPr/>
          </p:nvSpPr>
          <p:spPr>
            <a:xfrm>
              <a:off x="2059990" y="1656323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0" y="0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70" y="231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9" name="Google Shape;4189;p38"/>
            <p:cNvSpPr/>
            <p:nvPr/>
          </p:nvSpPr>
          <p:spPr>
            <a:xfrm>
              <a:off x="2147945" y="1804264"/>
              <a:ext cx="182117" cy="56948"/>
            </a:xfrm>
            <a:custGeom>
              <a:avLst/>
              <a:gdLst/>
              <a:ahLst/>
              <a:cxnLst/>
              <a:rect l="l" t="t" r="r" b="b"/>
              <a:pathLst>
                <a:path w="5574" h="1743" extrusionOk="0">
                  <a:moveTo>
                    <a:pt x="2787" y="1"/>
                  </a:moveTo>
                  <a:cubicBezTo>
                    <a:pt x="2090" y="1"/>
                    <a:pt x="1393" y="159"/>
                    <a:pt x="855" y="476"/>
                  </a:cubicBezTo>
                  <a:cubicBezTo>
                    <a:pt x="253" y="824"/>
                    <a:pt x="0" y="1299"/>
                    <a:pt x="95" y="1743"/>
                  </a:cubicBezTo>
                  <a:cubicBezTo>
                    <a:pt x="158" y="1394"/>
                    <a:pt x="412" y="1078"/>
                    <a:pt x="855" y="793"/>
                  </a:cubicBezTo>
                  <a:cubicBezTo>
                    <a:pt x="1393" y="492"/>
                    <a:pt x="2090" y="341"/>
                    <a:pt x="2787" y="341"/>
                  </a:cubicBezTo>
                  <a:cubicBezTo>
                    <a:pt x="3484" y="341"/>
                    <a:pt x="4180" y="492"/>
                    <a:pt x="4719" y="793"/>
                  </a:cubicBezTo>
                  <a:cubicBezTo>
                    <a:pt x="5162" y="1078"/>
                    <a:pt x="5447" y="1394"/>
                    <a:pt x="5510" y="1743"/>
                  </a:cubicBezTo>
                  <a:cubicBezTo>
                    <a:pt x="5574" y="1299"/>
                    <a:pt x="5320" y="824"/>
                    <a:pt x="4719" y="476"/>
                  </a:cubicBezTo>
                  <a:cubicBezTo>
                    <a:pt x="4180" y="159"/>
                    <a:pt x="3484" y="1"/>
                    <a:pt x="278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0" name="Google Shape;4190;p38"/>
            <p:cNvSpPr/>
            <p:nvPr/>
          </p:nvSpPr>
          <p:spPr>
            <a:xfrm>
              <a:off x="2151048" y="1815406"/>
              <a:ext cx="176954" cy="91581"/>
            </a:xfrm>
            <a:custGeom>
              <a:avLst/>
              <a:gdLst/>
              <a:ahLst/>
              <a:cxnLst/>
              <a:rect l="l" t="t" r="r" b="b"/>
              <a:pathLst>
                <a:path w="5416" h="2803" extrusionOk="0">
                  <a:moveTo>
                    <a:pt x="2692" y="0"/>
                  </a:moveTo>
                  <a:cubicBezTo>
                    <a:pt x="1995" y="0"/>
                    <a:pt x="1298" y="151"/>
                    <a:pt x="760" y="452"/>
                  </a:cubicBezTo>
                  <a:cubicBezTo>
                    <a:pt x="317" y="737"/>
                    <a:pt x="63" y="1053"/>
                    <a:pt x="0" y="1402"/>
                  </a:cubicBezTo>
                  <a:cubicBezTo>
                    <a:pt x="63" y="1750"/>
                    <a:pt x="317" y="2098"/>
                    <a:pt x="760" y="2352"/>
                  </a:cubicBezTo>
                  <a:cubicBezTo>
                    <a:pt x="1298" y="2652"/>
                    <a:pt x="1995" y="2803"/>
                    <a:pt x="2692" y="2803"/>
                  </a:cubicBezTo>
                  <a:cubicBezTo>
                    <a:pt x="3389" y="2803"/>
                    <a:pt x="4085" y="2652"/>
                    <a:pt x="4624" y="2352"/>
                  </a:cubicBezTo>
                  <a:cubicBezTo>
                    <a:pt x="5067" y="2098"/>
                    <a:pt x="5352" y="1750"/>
                    <a:pt x="5415" y="1402"/>
                  </a:cubicBezTo>
                  <a:cubicBezTo>
                    <a:pt x="5352" y="1053"/>
                    <a:pt x="5067" y="737"/>
                    <a:pt x="4624" y="452"/>
                  </a:cubicBezTo>
                  <a:cubicBezTo>
                    <a:pt x="4085" y="151"/>
                    <a:pt x="3389" y="0"/>
                    <a:pt x="269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1" name="Google Shape;4191;p38"/>
            <p:cNvSpPr/>
            <p:nvPr/>
          </p:nvSpPr>
          <p:spPr>
            <a:xfrm>
              <a:off x="2084821" y="1864284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2" name="Google Shape;4192;p38"/>
            <p:cNvSpPr/>
            <p:nvPr/>
          </p:nvSpPr>
          <p:spPr>
            <a:xfrm>
              <a:off x="2062049" y="1877745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71" y="2280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3" name="Google Shape;4193;p38"/>
            <p:cNvSpPr/>
            <p:nvPr/>
          </p:nvSpPr>
          <p:spPr>
            <a:xfrm>
              <a:off x="2039276" y="1891173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3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4" name="Google Shape;4194;p38"/>
            <p:cNvSpPr/>
            <p:nvPr/>
          </p:nvSpPr>
          <p:spPr>
            <a:xfrm>
              <a:off x="2293827" y="1739083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191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5" name="Google Shape;4195;p38"/>
            <p:cNvSpPr/>
            <p:nvPr/>
          </p:nvSpPr>
          <p:spPr>
            <a:xfrm>
              <a:off x="2271055" y="1752544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6" name="Google Shape;4196;p38"/>
            <p:cNvSpPr/>
            <p:nvPr/>
          </p:nvSpPr>
          <p:spPr>
            <a:xfrm>
              <a:off x="2248282" y="1764959"/>
              <a:ext cx="142844" cy="82792"/>
            </a:xfrm>
            <a:custGeom>
              <a:avLst/>
              <a:gdLst/>
              <a:ahLst/>
              <a:cxnLst/>
              <a:rect l="l" t="t" r="r" b="b"/>
              <a:pathLst>
                <a:path w="4372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7" name="Google Shape;4197;p38"/>
            <p:cNvSpPr/>
            <p:nvPr/>
          </p:nvSpPr>
          <p:spPr>
            <a:xfrm>
              <a:off x="1025285" y="1818771"/>
              <a:ext cx="523577" cy="2196703"/>
            </a:xfrm>
            <a:custGeom>
              <a:avLst/>
              <a:gdLst/>
              <a:ahLst/>
              <a:cxnLst/>
              <a:rect l="l" t="t" r="r" b="b"/>
              <a:pathLst>
                <a:path w="16025" h="67234" extrusionOk="0">
                  <a:moveTo>
                    <a:pt x="16025" y="0"/>
                  </a:moveTo>
                  <a:lnTo>
                    <a:pt x="0" y="9247"/>
                  </a:lnTo>
                  <a:lnTo>
                    <a:pt x="0" y="67233"/>
                  </a:lnTo>
                  <a:lnTo>
                    <a:pt x="16025" y="57954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8" name="Google Shape;4198;p38"/>
            <p:cNvSpPr/>
            <p:nvPr/>
          </p:nvSpPr>
          <p:spPr>
            <a:xfrm>
              <a:off x="457208" y="1792894"/>
              <a:ext cx="568109" cy="2222579"/>
            </a:xfrm>
            <a:custGeom>
              <a:avLst/>
              <a:gdLst/>
              <a:ahLst/>
              <a:cxnLst/>
              <a:rect l="l" t="t" r="r" b="b"/>
              <a:pathLst>
                <a:path w="17388" h="68026" extrusionOk="0">
                  <a:moveTo>
                    <a:pt x="1" y="0"/>
                  </a:moveTo>
                  <a:lnTo>
                    <a:pt x="1" y="57986"/>
                  </a:lnTo>
                  <a:lnTo>
                    <a:pt x="17387" y="68025"/>
                  </a:lnTo>
                  <a:lnTo>
                    <a:pt x="17387" y="1003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9" name="Google Shape;4199;p38"/>
            <p:cNvSpPr/>
            <p:nvPr/>
          </p:nvSpPr>
          <p:spPr>
            <a:xfrm>
              <a:off x="482039" y="1897838"/>
              <a:ext cx="519460" cy="2103129"/>
            </a:xfrm>
            <a:custGeom>
              <a:avLst/>
              <a:gdLst/>
              <a:ahLst/>
              <a:cxnLst/>
              <a:rect l="l" t="t" r="r" b="b"/>
              <a:pathLst>
                <a:path w="15899" h="64370" extrusionOk="0">
                  <a:moveTo>
                    <a:pt x="303" y="1"/>
                  </a:moveTo>
                  <a:cubicBezTo>
                    <a:pt x="128" y="1"/>
                    <a:pt x="1" y="152"/>
                    <a:pt x="1" y="399"/>
                  </a:cubicBezTo>
                  <a:lnTo>
                    <a:pt x="1" y="55186"/>
                  </a:lnTo>
                  <a:lnTo>
                    <a:pt x="15899" y="64370"/>
                  </a:lnTo>
                  <a:lnTo>
                    <a:pt x="15899" y="9551"/>
                  </a:lnTo>
                  <a:cubicBezTo>
                    <a:pt x="15899" y="9203"/>
                    <a:pt x="15645" y="8791"/>
                    <a:pt x="15329" y="8601"/>
                  </a:cubicBezTo>
                  <a:lnTo>
                    <a:pt x="539" y="82"/>
                  </a:lnTo>
                  <a:cubicBezTo>
                    <a:pt x="456" y="26"/>
                    <a:pt x="375" y="1"/>
                    <a:pt x="30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0" name="Google Shape;4200;p38"/>
            <p:cNvSpPr/>
            <p:nvPr/>
          </p:nvSpPr>
          <p:spPr>
            <a:xfrm>
              <a:off x="497559" y="1924564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1"/>
                  </a:moveTo>
                  <a:cubicBezTo>
                    <a:pt x="96" y="1"/>
                    <a:pt x="1" y="107"/>
                    <a:pt x="1" y="309"/>
                  </a:cubicBezTo>
                  <a:lnTo>
                    <a:pt x="1" y="2938"/>
                  </a:lnTo>
                  <a:cubicBezTo>
                    <a:pt x="1" y="3223"/>
                    <a:pt x="191" y="3539"/>
                    <a:pt x="444" y="3698"/>
                  </a:cubicBezTo>
                  <a:lnTo>
                    <a:pt x="14505" y="11805"/>
                  </a:lnTo>
                  <a:cubicBezTo>
                    <a:pt x="14579" y="11842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2"/>
                  </a:cubicBezTo>
                  <a:lnTo>
                    <a:pt x="14949" y="8923"/>
                  </a:lnTo>
                  <a:cubicBezTo>
                    <a:pt x="14949" y="8670"/>
                    <a:pt x="14759" y="8321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2" y="1"/>
                    <a:pt x="24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1" name="Google Shape;4201;p38"/>
            <p:cNvSpPr/>
            <p:nvPr/>
          </p:nvSpPr>
          <p:spPr>
            <a:xfrm>
              <a:off x="521377" y="196155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2" name="Google Shape;4202;p38"/>
            <p:cNvSpPr/>
            <p:nvPr/>
          </p:nvSpPr>
          <p:spPr>
            <a:xfrm>
              <a:off x="521377" y="198742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3" name="Google Shape;4203;p38"/>
            <p:cNvSpPr/>
            <p:nvPr/>
          </p:nvSpPr>
          <p:spPr>
            <a:xfrm>
              <a:off x="521377" y="201431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4" name="Google Shape;4204;p38"/>
            <p:cNvSpPr/>
            <p:nvPr/>
          </p:nvSpPr>
          <p:spPr>
            <a:xfrm>
              <a:off x="829707" y="2162780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34"/>
                    <a:pt x="127" y="555"/>
                  </a:cubicBezTo>
                  <a:cubicBezTo>
                    <a:pt x="225" y="752"/>
                    <a:pt x="381" y="872"/>
                    <a:pt x="505" y="872"/>
                  </a:cubicBezTo>
                  <a:cubicBezTo>
                    <a:pt x="540" y="872"/>
                    <a:pt x="574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5" name="Google Shape;4205;p38"/>
            <p:cNvSpPr/>
            <p:nvPr/>
          </p:nvSpPr>
          <p:spPr>
            <a:xfrm>
              <a:off x="877311" y="2190715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80"/>
                    <a:pt x="0" y="334"/>
                    <a:pt x="127" y="555"/>
                  </a:cubicBezTo>
                  <a:cubicBezTo>
                    <a:pt x="228" y="758"/>
                    <a:pt x="391" y="859"/>
                    <a:pt x="516" y="859"/>
                  </a:cubicBezTo>
                  <a:cubicBezTo>
                    <a:pt x="548" y="859"/>
                    <a:pt x="577" y="853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6" name="Google Shape;4206;p38"/>
            <p:cNvSpPr/>
            <p:nvPr/>
          </p:nvSpPr>
          <p:spPr>
            <a:xfrm>
              <a:off x="926973" y="2218356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3" y="1"/>
                  </a:moveTo>
                  <a:cubicBezTo>
                    <a:pt x="62" y="1"/>
                    <a:pt x="1" y="94"/>
                    <a:pt x="1" y="248"/>
                  </a:cubicBezTo>
                  <a:cubicBezTo>
                    <a:pt x="1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2"/>
                    <a:pt x="666" y="628"/>
                  </a:cubicBezTo>
                  <a:cubicBezTo>
                    <a:pt x="666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7" name="Google Shape;4207;p38"/>
            <p:cNvSpPr/>
            <p:nvPr/>
          </p:nvSpPr>
          <p:spPr>
            <a:xfrm>
              <a:off x="497559" y="2063227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1"/>
                    <a:pt x="191" y="3539"/>
                    <a:pt x="444" y="3666"/>
                  </a:cubicBezTo>
                  <a:lnTo>
                    <a:pt x="14505" y="11805"/>
                  </a:lnTo>
                  <a:cubicBezTo>
                    <a:pt x="14579" y="11841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1"/>
                  </a:cubicBezTo>
                  <a:lnTo>
                    <a:pt x="14949" y="8923"/>
                  </a:lnTo>
                  <a:cubicBezTo>
                    <a:pt x="14949" y="8669"/>
                    <a:pt x="14759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2" y="0"/>
                    <a:pt x="24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8" name="Google Shape;4208;p38"/>
            <p:cNvSpPr/>
            <p:nvPr/>
          </p:nvSpPr>
          <p:spPr>
            <a:xfrm>
              <a:off x="521377" y="2100212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9" name="Google Shape;4209;p38"/>
            <p:cNvSpPr/>
            <p:nvPr/>
          </p:nvSpPr>
          <p:spPr>
            <a:xfrm>
              <a:off x="521377" y="2126056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0" name="Google Shape;4210;p38"/>
            <p:cNvSpPr/>
            <p:nvPr/>
          </p:nvSpPr>
          <p:spPr>
            <a:xfrm>
              <a:off x="521377" y="215297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1" name="Google Shape;4211;p38"/>
            <p:cNvSpPr/>
            <p:nvPr/>
          </p:nvSpPr>
          <p:spPr>
            <a:xfrm>
              <a:off x="830753" y="2301148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69"/>
                    <a:pt x="127" y="722"/>
                    <a:pt x="317" y="817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5" y="781"/>
                    <a:pt x="665" y="627"/>
                  </a:cubicBezTo>
                  <a:cubicBezTo>
                    <a:pt x="665" y="406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2" name="Google Shape;4212;p38"/>
            <p:cNvSpPr/>
            <p:nvPr/>
          </p:nvSpPr>
          <p:spPr>
            <a:xfrm>
              <a:off x="878357" y="2329083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87" y="1"/>
                  </a:moveTo>
                  <a:cubicBezTo>
                    <a:pt x="76" y="1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1"/>
                    <a:pt x="665" y="627"/>
                  </a:cubicBezTo>
                  <a:cubicBezTo>
                    <a:pt x="665" y="406"/>
                    <a:pt x="538" y="152"/>
                    <a:pt x="348" y="57"/>
                  </a:cubicBezTo>
                  <a:cubicBezTo>
                    <a:pt x="290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3" name="Google Shape;4213;p38"/>
            <p:cNvSpPr/>
            <p:nvPr/>
          </p:nvSpPr>
          <p:spPr>
            <a:xfrm>
              <a:off x="924915" y="2356789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1"/>
                  </a:moveTo>
                  <a:cubicBezTo>
                    <a:pt x="220" y="1"/>
                    <a:pt x="188" y="11"/>
                    <a:pt x="159" y="33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08"/>
                    <a:pt x="634" y="286"/>
                  </a:cubicBezTo>
                  <a:cubicBezTo>
                    <a:pt x="512" y="115"/>
                    <a:pt x="371" y="1"/>
                    <a:pt x="2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4" name="Google Shape;4214;p38"/>
            <p:cNvSpPr/>
            <p:nvPr/>
          </p:nvSpPr>
          <p:spPr>
            <a:xfrm>
              <a:off x="497559" y="2201399"/>
              <a:ext cx="488421" cy="387790"/>
            </a:xfrm>
            <a:custGeom>
              <a:avLst/>
              <a:gdLst/>
              <a:ahLst/>
              <a:cxnLst/>
              <a:rect l="l" t="t" r="r" b="b"/>
              <a:pathLst>
                <a:path w="14949" h="11869" extrusionOk="0">
                  <a:moveTo>
                    <a:pt x="235" y="0"/>
                  </a:moveTo>
                  <a:cubicBezTo>
                    <a:pt x="93" y="0"/>
                    <a:pt x="1" y="115"/>
                    <a:pt x="1" y="292"/>
                  </a:cubicBezTo>
                  <a:lnTo>
                    <a:pt x="1" y="2920"/>
                  </a:lnTo>
                  <a:cubicBezTo>
                    <a:pt x="1" y="3205"/>
                    <a:pt x="191" y="3554"/>
                    <a:pt x="444" y="3680"/>
                  </a:cubicBezTo>
                  <a:lnTo>
                    <a:pt x="14505" y="11819"/>
                  </a:lnTo>
                  <a:cubicBezTo>
                    <a:pt x="14573" y="11853"/>
                    <a:pt x="14637" y="11869"/>
                    <a:pt x="14693" y="11869"/>
                  </a:cubicBezTo>
                  <a:cubicBezTo>
                    <a:pt x="14847" y="11869"/>
                    <a:pt x="14949" y="11751"/>
                    <a:pt x="14949" y="11566"/>
                  </a:cubicBezTo>
                  <a:lnTo>
                    <a:pt x="14949" y="8937"/>
                  </a:lnTo>
                  <a:cubicBezTo>
                    <a:pt x="14949" y="8652"/>
                    <a:pt x="14759" y="8336"/>
                    <a:pt x="14505" y="8177"/>
                  </a:cubicBezTo>
                  <a:lnTo>
                    <a:pt x="444" y="70"/>
                  </a:lnTo>
                  <a:cubicBezTo>
                    <a:pt x="367" y="22"/>
                    <a:pt x="296" y="0"/>
                    <a:pt x="23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5" name="Google Shape;4215;p38"/>
            <p:cNvSpPr/>
            <p:nvPr/>
          </p:nvSpPr>
          <p:spPr>
            <a:xfrm>
              <a:off x="521377" y="223782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6" name="Google Shape;4216;p38"/>
            <p:cNvSpPr/>
            <p:nvPr/>
          </p:nvSpPr>
          <p:spPr>
            <a:xfrm>
              <a:off x="521377" y="226471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7" name="Google Shape;4217;p38"/>
            <p:cNvSpPr/>
            <p:nvPr/>
          </p:nvSpPr>
          <p:spPr>
            <a:xfrm>
              <a:off x="521377" y="2290594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8" name="Google Shape;4218;p38"/>
            <p:cNvSpPr/>
            <p:nvPr/>
          </p:nvSpPr>
          <p:spPr>
            <a:xfrm>
              <a:off x="830753" y="2439810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37"/>
                    <a:pt x="127" y="722"/>
                    <a:pt x="317" y="817"/>
                  </a:cubicBezTo>
                  <a:cubicBezTo>
                    <a:pt x="374" y="845"/>
                    <a:pt x="428" y="860"/>
                    <a:pt x="476" y="860"/>
                  </a:cubicBezTo>
                  <a:cubicBezTo>
                    <a:pt x="588" y="860"/>
                    <a:pt x="665" y="782"/>
                    <a:pt x="665" y="627"/>
                  </a:cubicBezTo>
                  <a:cubicBezTo>
                    <a:pt x="665" y="405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9" name="Google Shape;4219;p38"/>
            <p:cNvSpPr/>
            <p:nvPr/>
          </p:nvSpPr>
          <p:spPr>
            <a:xfrm>
              <a:off x="877311" y="2467516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2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07"/>
                    <a:pt x="602" y="286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0" name="Google Shape;4220;p38"/>
            <p:cNvSpPr/>
            <p:nvPr/>
          </p:nvSpPr>
          <p:spPr>
            <a:xfrm>
              <a:off x="924915" y="2494928"/>
              <a:ext cx="24864" cy="28490"/>
            </a:xfrm>
            <a:custGeom>
              <a:avLst/>
              <a:gdLst/>
              <a:ahLst/>
              <a:cxnLst/>
              <a:rect l="l" t="t" r="r" b="b"/>
              <a:pathLst>
                <a:path w="761" h="872" extrusionOk="0">
                  <a:moveTo>
                    <a:pt x="230" y="0"/>
                  </a:moveTo>
                  <a:cubicBezTo>
                    <a:pt x="205" y="0"/>
                    <a:pt x="181" y="6"/>
                    <a:pt x="159" y="17"/>
                  </a:cubicBezTo>
                  <a:cubicBezTo>
                    <a:pt x="0" y="112"/>
                    <a:pt x="0" y="333"/>
                    <a:pt x="159" y="587"/>
                  </a:cubicBezTo>
                  <a:cubicBezTo>
                    <a:pt x="256" y="757"/>
                    <a:pt x="391" y="872"/>
                    <a:pt x="521" y="872"/>
                  </a:cubicBezTo>
                  <a:cubicBezTo>
                    <a:pt x="559" y="872"/>
                    <a:pt x="597" y="862"/>
                    <a:pt x="634" y="840"/>
                  </a:cubicBezTo>
                  <a:cubicBezTo>
                    <a:pt x="760" y="777"/>
                    <a:pt x="760" y="523"/>
                    <a:pt x="634" y="302"/>
                  </a:cubicBezTo>
                  <a:cubicBezTo>
                    <a:pt x="503" y="119"/>
                    <a:pt x="350" y="0"/>
                    <a:pt x="23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1" name="Google Shape;4221;p38"/>
            <p:cNvSpPr/>
            <p:nvPr/>
          </p:nvSpPr>
          <p:spPr>
            <a:xfrm>
              <a:off x="497559" y="2339669"/>
              <a:ext cx="488421" cy="387790"/>
            </a:xfrm>
            <a:custGeom>
              <a:avLst/>
              <a:gdLst/>
              <a:ahLst/>
              <a:cxnLst/>
              <a:rect l="l" t="t" r="r" b="b"/>
              <a:pathLst>
                <a:path w="14949" h="11869" extrusionOk="0">
                  <a:moveTo>
                    <a:pt x="257" y="0"/>
                  </a:moveTo>
                  <a:cubicBezTo>
                    <a:pt x="103" y="0"/>
                    <a:pt x="1" y="118"/>
                    <a:pt x="1" y="303"/>
                  </a:cubicBezTo>
                  <a:lnTo>
                    <a:pt x="1" y="2932"/>
                  </a:lnTo>
                  <a:cubicBezTo>
                    <a:pt x="1" y="3217"/>
                    <a:pt x="191" y="3534"/>
                    <a:pt x="444" y="3692"/>
                  </a:cubicBezTo>
                  <a:lnTo>
                    <a:pt x="14505" y="11799"/>
                  </a:lnTo>
                  <a:cubicBezTo>
                    <a:pt x="14581" y="11846"/>
                    <a:pt x="14650" y="11868"/>
                    <a:pt x="14711" y="11868"/>
                  </a:cubicBezTo>
                  <a:cubicBezTo>
                    <a:pt x="14855" y="11868"/>
                    <a:pt x="14949" y="11746"/>
                    <a:pt x="14949" y="11546"/>
                  </a:cubicBezTo>
                  <a:lnTo>
                    <a:pt x="14949" y="8949"/>
                  </a:lnTo>
                  <a:cubicBezTo>
                    <a:pt x="14949" y="8664"/>
                    <a:pt x="14759" y="8316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3" y="0"/>
                    <a:pt x="25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2" name="Google Shape;4222;p38"/>
            <p:cNvSpPr/>
            <p:nvPr/>
          </p:nvSpPr>
          <p:spPr>
            <a:xfrm>
              <a:off x="521377" y="237645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3" name="Google Shape;4223;p38"/>
            <p:cNvSpPr/>
            <p:nvPr/>
          </p:nvSpPr>
          <p:spPr>
            <a:xfrm>
              <a:off x="521377" y="240338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4" name="Google Shape;4224;p38"/>
            <p:cNvSpPr/>
            <p:nvPr/>
          </p:nvSpPr>
          <p:spPr>
            <a:xfrm>
              <a:off x="521377" y="2429224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5" name="Google Shape;4225;p38"/>
            <p:cNvSpPr/>
            <p:nvPr/>
          </p:nvSpPr>
          <p:spPr>
            <a:xfrm>
              <a:off x="830753" y="257804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79" y="1"/>
                  </a:moveTo>
                  <a:cubicBezTo>
                    <a:pt x="68" y="1"/>
                    <a:pt x="0" y="89"/>
                    <a:pt x="0" y="228"/>
                  </a:cubicBezTo>
                  <a:cubicBezTo>
                    <a:pt x="0" y="449"/>
                    <a:pt x="127" y="703"/>
                    <a:pt x="317" y="830"/>
                  </a:cubicBezTo>
                  <a:cubicBezTo>
                    <a:pt x="368" y="855"/>
                    <a:pt x="417" y="867"/>
                    <a:pt x="460" y="867"/>
                  </a:cubicBezTo>
                  <a:cubicBezTo>
                    <a:pt x="581" y="867"/>
                    <a:pt x="665" y="779"/>
                    <a:pt x="665" y="639"/>
                  </a:cubicBezTo>
                  <a:cubicBezTo>
                    <a:pt x="665" y="418"/>
                    <a:pt x="507" y="164"/>
                    <a:pt x="317" y="38"/>
                  </a:cubicBezTo>
                  <a:cubicBezTo>
                    <a:pt x="266" y="12"/>
                    <a:pt x="220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6" name="Google Shape;4226;p38"/>
            <p:cNvSpPr/>
            <p:nvPr/>
          </p:nvSpPr>
          <p:spPr>
            <a:xfrm>
              <a:off x="877311" y="260562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7" name="Google Shape;4227;p38"/>
            <p:cNvSpPr/>
            <p:nvPr/>
          </p:nvSpPr>
          <p:spPr>
            <a:xfrm>
              <a:off x="926973" y="2633754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5" y="0"/>
                  </a:moveTo>
                  <a:cubicBezTo>
                    <a:pt x="63" y="0"/>
                    <a:pt x="1" y="78"/>
                    <a:pt x="1" y="233"/>
                  </a:cubicBezTo>
                  <a:cubicBezTo>
                    <a:pt x="1" y="455"/>
                    <a:pt x="127" y="708"/>
                    <a:pt x="317" y="803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8" name="Google Shape;4228;p38"/>
            <p:cNvSpPr/>
            <p:nvPr/>
          </p:nvSpPr>
          <p:spPr>
            <a:xfrm>
              <a:off x="497559" y="2478135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1"/>
                  </a:moveTo>
                  <a:cubicBezTo>
                    <a:pt x="96" y="1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1"/>
                    <a:pt x="191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1"/>
                  </a:cubicBezTo>
                  <a:lnTo>
                    <a:pt x="14949" y="8923"/>
                  </a:lnTo>
                  <a:cubicBezTo>
                    <a:pt x="14949" y="8670"/>
                    <a:pt x="14759" y="8321"/>
                    <a:pt x="14505" y="8194"/>
                  </a:cubicBezTo>
                  <a:lnTo>
                    <a:pt x="444" y="56"/>
                  </a:lnTo>
                  <a:cubicBezTo>
                    <a:pt x="370" y="19"/>
                    <a:pt x="302" y="1"/>
                    <a:pt x="24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9" name="Google Shape;4229;p38"/>
            <p:cNvSpPr/>
            <p:nvPr/>
          </p:nvSpPr>
          <p:spPr>
            <a:xfrm>
              <a:off x="521377" y="251512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0" name="Google Shape;4230;p38"/>
            <p:cNvSpPr/>
            <p:nvPr/>
          </p:nvSpPr>
          <p:spPr>
            <a:xfrm>
              <a:off x="521377" y="2540997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1" name="Google Shape;4231;p38"/>
            <p:cNvSpPr/>
            <p:nvPr/>
          </p:nvSpPr>
          <p:spPr>
            <a:xfrm>
              <a:off x="521377" y="256788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2" name="Google Shape;4232;p38"/>
            <p:cNvSpPr/>
            <p:nvPr/>
          </p:nvSpPr>
          <p:spPr>
            <a:xfrm>
              <a:off x="830753" y="271651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2" y="1"/>
                    <a:pt x="0" y="78"/>
                    <a:pt x="0" y="233"/>
                  </a:cubicBezTo>
                  <a:cubicBezTo>
                    <a:pt x="0" y="455"/>
                    <a:pt x="127" y="708"/>
                    <a:pt x="317" y="835"/>
                  </a:cubicBezTo>
                  <a:cubicBezTo>
                    <a:pt x="367" y="860"/>
                    <a:pt x="414" y="872"/>
                    <a:pt x="457" y="872"/>
                  </a:cubicBezTo>
                  <a:cubicBezTo>
                    <a:pt x="579" y="872"/>
                    <a:pt x="665" y="777"/>
                    <a:pt x="665" y="613"/>
                  </a:cubicBezTo>
                  <a:cubicBezTo>
                    <a:pt x="665" y="423"/>
                    <a:pt x="507" y="138"/>
                    <a:pt x="317" y="43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3" name="Google Shape;4233;p38"/>
            <p:cNvSpPr/>
            <p:nvPr/>
          </p:nvSpPr>
          <p:spPr>
            <a:xfrm>
              <a:off x="878357" y="2744448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89" y="1"/>
                  </a:moveTo>
                  <a:cubicBezTo>
                    <a:pt x="78" y="1"/>
                    <a:pt x="0" y="78"/>
                    <a:pt x="0" y="233"/>
                  </a:cubicBezTo>
                  <a:cubicBezTo>
                    <a:pt x="0" y="455"/>
                    <a:pt x="158" y="709"/>
                    <a:pt x="348" y="804"/>
                  </a:cubicBezTo>
                  <a:cubicBezTo>
                    <a:pt x="407" y="842"/>
                    <a:pt x="459" y="860"/>
                    <a:pt x="503" y="860"/>
                  </a:cubicBezTo>
                  <a:cubicBezTo>
                    <a:pt x="604" y="860"/>
                    <a:pt x="665" y="767"/>
                    <a:pt x="665" y="614"/>
                  </a:cubicBezTo>
                  <a:cubicBezTo>
                    <a:pt x="665" y="392"/>
                    <a:pt x="538" y="138"/>
                    <a:pt x="348" y="43"/>
                  </a:cubicBezTo>
                  <a:cubicBezTo>
                    <a:pt x="291" y="15"/>
                    <a:pt x="237" y="1"/>
                    <a:pt x="18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4" name="Google Shape;4234;p38"/>
            <p:cNvSpPr/>
            <p:nvPr/>
          </p:nvSpPr>
          <p:spPr>
            <a:xfrm>
              <a:off x="924915" y="2771730"/>
              <a:ext cx="24864" cy="28490"/>
            </a:xfrm>
            <a:custGeom>
              <a:avLst/>
              <a:gdLst/>
              <a:ahLst/>
              <a:cxnLst/>
              <a:rect l="l" t="t" r="r" b="b"/>
              <a:pathLst>
                <a:path w="761" h="872" extrusionOk="0">
                  <a:moveTo>
                    <a:pt x="253" y="0"/>
                  </a:moveTo>
                  <a:cubicBezTo>
                    <a:pt x="219" y="0"/>
                    <a:pt x="187" y="10"/>
                    <a:pt x="159" y="32"/>
                  </a:cubicBezTo>
                  <a:cubicBezTo>
                    <a:pt x="0" y="95"/>
                    <a:pt x="0" y="349"/>
                    <a:pt x="159" y="570"/>
                  </a:cubicBezTo>
                  <a:cubicBezTo>
                    <a:pt x="263" y="753"/>
                    <a:pt x="411" y="872"/>
                    <a:pt x="548" y="872"/>
                  </a:cubicBezTo>
                  <a:cubicBezTo>
                    <a:pt x="577" y="872"/>
                    <a:pt x="606" y="866"/>
                    <a:pt x="634" y="855"/>
                  </a:cubicBezTo>
                  <a:cubicBezTo>
                    <a:pt x="760" y="760"/>
                    <a:pt x="760" y="539"/>
                    <a:pt x="634" y="317"/>
                  </a:cubicBezTo>
                  <a:cubicBezTo>
                    <a:pt x="511" y="121"/>
                    <a:pt x="369" y="0"/>
                    <a:pt x="25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5" name="Google Shape;4235;p38"/>
            <p:cNvSpPr/>
            <p:nvPr/>
          </p:nvSpPr>
          <p:spPr>
            <a:xfrm>
              <a:off x="497559" y="2616339"/>
              <a:ext cx="488421" cy="387953"/>
            </a:xfrm>
            <a:custGeom>
              <a:avLst/>
              <a:gdLst/>
              <a:ahLst/>
              <a:cxnLst/>
              <a:rect l="l" t="t" r="r" b="b"/>
              <a:pathLst>
                <a:path w="14949" h="11874" extrusionOk="0">
                  <a:moveTo>
                    <a:pt x="238" y="0"/>
                  </a:moveTo>
                  <a:cubicBezTo>
                    <a:pt x="95" y="0"/>
                    <a:pt x="1" y="122"/>
                    <a:pt x="1" y="323"/>
                  </a:cubicBezTo>
                  <a:lnTo>
                    <a:pt x="1" y="2951"/>
                  </a:lnTo>
                  <a:cubicBezTo>
                    <a:pt x="1" y="3204"/>
                    <a:pt x="191" y="3553"/>
                    <a:pt x="444" y="3679"/>
                  </a:cubicBezTo>
                  <a:lnTo>
                    <a:pt x="14505" y="11818"/>
                  </a:lnTo>
                  <a:cubicBezTo>
                    <a:pt x="14579" y="11855"/>
                    <a:pt x="14648" y="11873"/>
                    <a:pt x="14708" y="11873"/>
                  </a:cubicBezTo>
                  <a:cubicBezTo>
                    <a:pt x="14853" y="11873"/>
                    <a:pt x="14949" y="11767"/>
                    <a:pt x="14949" y="11565"/>
                  </a:cubicBezTo>
                  <a:lnTo>
                    <a:pt x="14949" y="8936"/>
                  </a:lnTo>
                  <a:cubicBezTo>
                    <a:pt x="14949" y="8651"/>
                    <a:pt x="14759" y="8335"/>
                    <a:pt x="14505" y="8176"/>
                  </a:cubicBezTo>
                  <a:lnTo>
                    <a:pt x="444" y="69"/>
                  </a:lnTo>
                  <a:cubicBezTo>
                    <a:pt x="369" y="22"/>
                    <a:pt x="299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6" name="Google Shape;4236;p38"/>
            <p:cNvSpPr/>
            <p:nvPr/>
          </p:nvSpPr>
          <p:spPr>
            <a:xfrm>
              <a:off x="521377" y="2653749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7" name="Google Shape;4237;p38"/>
            <p:cNvSpPr/>
            <p:nvPr/>
          </p:nvSpPr>
          <p:spPr>
            <a:xfrm>
              <a:off x="521377" y="267962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8" name="Google Shape;4238;p38"/>
            <p:cNvSpPr/>
            <p:nvPr/>
          </p:nvSpPr>
          <p:spPr>
            <a:xfrm>
              <a:off x="521377" y="270654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9" name="Google Shape;4239;p38"/>
            <p:cNvSpPr/>
            <p:nvPr/>
          </p:nvSpPr>
          <p:spPr>
            <a:xfrm>
              <a:off x="830753" y="2854718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69"/>
                    <a:pt x="127" y="722"/>
                    <a:pt x="317" y="817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5" y="781"/>
                    <a:pt x="665" y="627"/>
                  </a:cubicBezTo>
                  <a:cubicBezTo>
                    <a:pt x="665" y="405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0" name="Google Shape;4240;p38"/>
            <p:cNvSpPr/>
            <p:nvPr/>
          </p:nvSpPr>
          <p:spPr>
            <a:xfrm>
              <a:off x="878357" y="288265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37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1" name="Google Shape;4241;p38"/>
            <p:cNvSpPr/>
            <p:nvPr/>
          </p:nvSpPr>
          <p:spPr>
            <a:xfrm>
              <a:off x="924915" y="2910359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1"/>
                  </a:moveTo>
                  <a:cubicBezTo>
                    <a:pt x="220" y="1"/>
                    <a:pt x="188" y="11"/>
                    <a:pt x="159" y="32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08"/>
                    <a:pt x="634" y="286"/>
                  </a:cubicBezTo>
                  <a:cubicBezTo>
                    <a:pt x="512" y="115"/>
                    <a:pt x="371" y="1"/>
                    <a:pt x="2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2" name="Google Shape;4242;p38"/>
            <p:cNvSpPr/>
            <p:nvPr/>
          </p:nvSpPr>
          <p:spPr>
            <a:xfrm>
              <a:off x="497559" y="2754936"/>
              <a:ext cx="488421" cy="387823"/>
            </a:xfrm>
            <a:custGeom>
              <a:avLst/>
              <a:gdLst/>
              <a:ahLst/>
              <a:cxnLst/>
              <a:rect l="l" t="t" r="r" b="b"/>
              <a:pathLst>
                <a:path w="14949" h="11870" extrusionOk="0">
                  <a:moveTo>
                    <a:pt x="235" y="1"/>
                  </a:moveTo>
                  <a:cubicBezTo>
                    <a:pt x="93" y="1"/>
                    <a:pt x="1" y="116"/>
                    <a:pt x="1" y="293"/>
                  </a:cubicBezTo>
                  <a:lnTo>
                    <a:pt x="1" y="2921"/>
                  </a:lnTo>
                  <a:cubicBezTo>
                    <a:pt x="1" y="3206"/>
                    <a:pt x="191" y="3554"/>
                    <a:pt x="444" y="3681"/>
                  </a:cubicBezTo>
                  <a:lnTo>
                    <a:pt x="14505" y="11820"/>
                  </a:lnTo>
                  <a:cubicBezTo>
                    <a:pt x="14573" y="11854"/>
                    <a:pt x="14637" y="11870"/>
                    <a:pt x="14693" y="11870"/>
                  </a:cubicBezTo>
                  <a:cubicBezTo>
                    <a:pt x="14847" y="11870"/>
                    <a:pt x="14949" y="11752"/>
                    <a:pt x="14949" y="11567"/>
                  </a:cubicBezTo>
                  <a:lnTo>
                    <a:pt x="14949" y="8938"/>
                  </a:lnTo>
                  <a:cubicBezTo>
                    <a:pt x="14949" y="8653"/>
                    <a:pt x="14759" y="8336"/>
                    <a:pt x="14505" y="8178"/>
                  </a:cubicBezTo>
                  <a:lnTo>
                    <a:pt x="444" y="71"/>
                  </a:lnTo>
                  <a:cubicBezTo>
                    <a:pt x="367" y="23"/>
                    <a:pt x="296" y="1"/>
                    <a:pt x="235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3" name="Google Shape;4243;p38"/>
            <p:cNvSpPr/>
            <p:nvPr/>
          </p:nvSpPr>
          <p:spPr>
            <a:xfrm>
              <a:off x="521377" y="2791366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4" name="Google Shape;4244;p38"/>
            <p:cNvSpPr/>
            <p:nvPr/>
          </p:nvSpPr>
          <p:spPr>
            <a:xfrm>
              <a:off x="521377" y="281828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5" name="Google Shape;4245;p38"/>
            <p:cNvSpPr/>
            <p:nvPr/>
          </p:nvSpPr>
          <p:spPr>
            <a:xfrm>
              <a:off x="521377" y="2844165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6" name="Google Shape;4246;p38"/>
            <p:cNvSpPr/>
            <p:nvPr/>
          </p:nvSpPr>
          <p:spPr>
            <a:xfrm>
              <a:off x="830753" y="2993347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62" y="1"/>
                  </a:moveTo>
                  <a:cubicBezTo>
                    <a:pt x="61" y="1"/>
                    <a:pt x="0" y="94"/>
                    <a:pt x="0" y="248"/>
                  </a:cubicBezTo>
                  <a:cubicBezTo>
                    <a:pt x="0" y="438"/>
                    <a:pt x="127" y="723"/>
                    <a:pt x="317" y="818"/>
                  </a:cubicBezTo>
                  <a:cubicBezTo>
                    <a:pt x="374" y="846"/>
                    <a:pt x="428" y="860"/>
                    <a:pt x="476" y="860"/>
                  </a:cubicBezTo>
                  <a:cubicBezTo>
                    <a:pt x="588" y="860"/>
                    <a:pt x="665" y="783"/>
                    <a:pt x="665" y="628"/>
                  </a:cubicBezTo>
                  <a:cubicBezTo>
                    <a:pt x="665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7" name="Google Shape;4247;p38"/>
            <p:cNvSpPr/>
            <p:nvPr/>
          </p:nvSpPr>
          <p:spPr>
            <a:xfrm>
              <a:off x="877311" y="302056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5"/>
                    <a:pt x="127" y="16"/>
                  </a:cubicBezTo>
                  <a:cubicBezTo>
                    <a:pt x="0" y="111"/>
                    <a:pt x="0" y="365"/>
                    <a:pt x="127" y="586"/>
                  </a:cubicBezTo>
                  <a:cubicBezTo>
                    <a:pt x="225" y="757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6"/>
                    <a:pt x="729" y="523"/>
                    <a:pt x="602" y="301"/>
                  </a:cubicBezTo>
                  <a:cubicBezTo>
                    <a:pt x="498" y="118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8" name="Google Shape;4248;p38"/>
            <p:cNvSpPr/>
            <p:nvPr/>
          </p:nvSpPr>
          <p:spPr>
            <a:xfrm>
              <a:off x="924915" y="3048498"/>
              <a:ext cx="24864" cy="28490"/>
            </a:xfrm>
            <a:custGeom>
              <a:avLst/>
              <a:gdLst/>
              <a:ahLst/>
              <a:cxnLst/>
              <a:rect l="l" t="t" r="r" b="b"/>
              <a:pathLst>
                <a:path w="761" h="872" extrusionOk="0">
                  <a:moveTo>
                    <a:pt x="230" y="0"/>
                  </a:moveTo>
                  <a:cubicBezTo>
                    <a:pt x="205" y="0"/>
                    <a:pt x="181" y="5"/>
                    <a:pt x="159" y="16"/>
                  </a:cubicBezTo>
                  <a:cubicBezTo>
                    <a:pt x="0" y="111"/>
                    <a:pt x="0" y="333"/>
                    <a:pt x="159" y="586"/>
                  </a:cubicBezTo>
                  <a:cubicBezTo>
                    <a:pt x="256" y="757"/>
                    <a:pt x="391" y="872"/>
                    <a:pt x="521" y="872"/>
                  </a:cubicBezTo>
                  <a:cubicBezTo>
                    <a:pt x="559" y="872"/>
                    <a:pt x="597" y="862"/>
                    <a:pt x="634" y="840"/>
                  </a:cubicBezTo>
                  <a:cubicBezTo>
                    <a:pt x="760" y="777"/>
                    <a:pt x="760" y="523"/>
                    <a:pt x="634" y="301"/>
                  </a:cubicBezTo>
                  <a:cubicBezTo>
                    <a:pt x="503" y="118"/>
                    <a:pt x="350" y="0"/>
                    <a:pt x="23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9" name="Google Shape;4249;p38"/>
            <p:cNvSpPr/>
            <p:nvPr/>
          </p:nvSpPr>
          <p:spPr>
            <a:xfrm>
              <a:off x="497559" y="2893239"/>
              <a:ext cx="488421" cy="387757"/>
            </a:xfrm>
            <a:custGeom>
              <a:avLst/>
              <a:gdLst/>
              <a:ahLst/>
              <a:cxnLst/>
              <a:rect l="l" t="t" r="r" b="b"/>
              <a:pathLst>
                <a:path w="14949" h="11868" extrusionOk="0">
                  <a:moveTo>
                    <a:pt x="257" y="0"/>
                  </a:moveTo>
                  <a:cubicBezTo>
                    <a:pt x="103" y="0"/>
                    <a:pt x="1" y="118"/>
                    <a:pt x="1" y="303"/>
                  </a:cubicBezTo>
                  <a:lnTo>
                    <a:pt x="1" y="2932"/>
                  </a:lnTo>
                  <a:cubicBezTo>
                    <a:pt x="1" y="3217"/>
                    <a:pt x="191" y="3533"/>
                    <a:pt x="444" y="3692"/>
                  </a:cubicBezTo>
                  <a:lnTo>
                    <a:pt x="14505" y="11799"/>
                  </a:lnTo>
                  <a:cubicBezTo>
                    <a:pt x="14581" y="11846"/>
                    <a:pt x="14650" y="11868"/>
                    <a:pt x="14711" y="11868"/>
                  </a:cubicBezTo>
                  <a:cubicBezTo>
                    <a:pt x="14855" y="11868"/>
                    <a:pt x="14949" y="11746"/>
                    <a:pt x="14949" y="11546"/>
                  </a:cubicBezTo>
                  <a:lnTo>
                    <a:pt x="14949" y="8949"/>
                  </a:lnTo>
                  <a:cubicBezTo>
                    <a:pt x="14949" y="8664"/>
                    <a:pt x="14759" y="8315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3" y="0"/>
                    <a:pt x="25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0" name="Google Shape;4250;p38"/>
            <p:cNvSpPr/>
            <p:nvPr/>
          </p:nvSpPr>
          <p:spPr>
            <a:xfrm>
              <a:off x="521377" y="293002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1" name="Google Shape;4251;p38"/>
            <p:cNvSpPr/>
            <p:nvPr/>
          </p:nvSpPr>
          <p:spPr>
            <a:xfrm>
              <a:off x="521377" y="2956917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2" name="Google Shape;4252;p38"/>
            <p:cNvSpPr/>
            <p:nvPr/>
          </p:nvSpPr>
          <p:spPr>
            <a:xfrm>
              <a:off x="521377" y="2982794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3" name="Google Shape;4253;p38"/>
            <p:cNvSpPr/>
            <p:nvPr/>
          </p:nvSpPr>
          <p:spPr>
            <a:xfrm>
              <a:off x="830753" y="313161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79" y="0"/>
                  </a:moveTo>
                  <a:cubicBezTo>
                    <a:pt x="68" y="0"/>
                    <a:pt x="0" y="89"/>
                    <a:pt x="0" y="228"/>
                  </a:cubicBezTo>
                  <a:cubicBezTo>
                    <a:pt x="0" y="449"/>
                    <a:pt x="127" y="703"/>
                    <a:pt x="317" y="829"/>
                  </a:cubicBezTo>
                  <a:cubicBezTo>
                    <a:pt x="368" y="855"/>
                    <a:pt x="417" y="867"/>
                    <a:pt x="460" y="867"/>
                  </a:cubicBezTo>
                  <a:cubicBezTo>
                    <a:pt x="581" y="867"/>
                    <a:pt x="665" y="778"/>
                    <a:pt x="665" y="639"/>
                  </a:cubicBezTo>
                  <a:cubicBezTo>
                    <a:pt x="665" y="418"/>
                    <a:pt x="507" y="164"/>
                    <a:pt x="317" y="38"/>
                  </a:cubicBezTo>
                  <a:cubicBezTo>
                    <a:pt x="266" y="12"/>
                    <a:pt x="220" y="0"/>
                    <a:pt x="1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4" name="Google Shape;4254;p38"/>
            <p:cNvSpPr/>
            <p:nvPr/>
          </p:nvSpPr>
          <p:spPr>
            <a:xfrm>
              <a:off x="877311" y="315919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5" name="Google Shape;4255;p38"/>
            <p:cNvSpPr/>
            <p:nvPr/>
          </p:nvSpPr>
          <p:spPr>
            <a:xfrm>
              <a:off x="926973" y="3187324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5" y="0"/>
                  </a:moveTo>
                  <a:cubicBezTo>
                    <a:pt x="63" y="0"/>
                    <a:pt x="1" y="78"/>
                    <a:pt x="1" y="233"/>
                  </a:cubicBezTo>
                  <a:cubicBezTo>
                    <a:pt x="1" y="454"/>
                    <a:pt x="127" y="708"/>
                    <a:pt x="317" y="803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6" name="Google Shape;4256;p38"/>
            <p:cNvSpPr/>
            <p:nvPr/>
          </p:nvSpPr>
          <p:spPr>
            <a:xfrm>
              <a:off x="497559" y="3031705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1"/>
                    <a:pt x="191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1"/>
                  </a:cubicBezTo>
                  <a:lnTo>
                    <a:pt x="14949" y="8923"/>
                  </a:lnTo>
                  <a:cubicBezTo>
                    <a:pt x="14949" y="8669"/>
                    <a:pt x="14759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2" y="0"/>
                    <a:pt x="24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7" name="Google Shape;4257;p38"/>
            <p:cNvSpPr/>
            <p:nvPr/>
          </p:nvSpPr>
          <p:spPr>
            <a:xfrm>
              <a:off x="521377" y="306869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8" name="Google Shape;4258;p38"/>
            <p:cNvSpPr/>
            <p:nvPr/>
          </p:nvSpPr>
          <p:spPr>
            <a:xfrm>
              <a:off x="521377" y="3094534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9" name="Google Shape;4259;p38"/>
            <p:cNvSpPr/>
            <p:nvPr/>
          </p:nvSpPr>
          <p:spPr>
            <a:xfrm>
              <a:off x="521377" y="312145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0" name="Google Shape;4260;p38"/>
            <p:cNvSpPr/>
            <p:nvPr/>
          </p:nvSpPr>
          <p:spPr>
            <a:xfrm>
              <a:off x="830753" y="327008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2" y="1"/>
                    <a:pt x="0" y="78"/>
                    <a:pt x="0" y="233"/>
                  </a:cubicBezTo>
                  <a:cubicBezTo>
                    <a:pt x="0" y="455"/>
                    <a:pt x="127" y="708"/>
                    <a:pt x="317" y="835"/>
                  </a:cubicBezTo>
                  <a:cubicBezTo>
                    <a:pt x="367" y="860"/>
                    <a:pt x="414" y="872"/>
                    <a:pt x="457" y="872"/>
                  </a:cubicBezTo>
                  <a:cubicBezTo>
                    <a:pt x="579" y="872"/>
                    <a:pt x="665" y="777"/>
                    <a:pt x="665" y="613"/>
                  </a:cubicBezTo>
                  <a:cubicBezTo>
                    <a:pt x="665" y="423"/>
                    <a:pt x="507" y="138"/>
                    <a:pt x="317" y="43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1" name="Google Shape;4261;p38"/>
            <p:cNvSpPr/>
            <p:nvPr/>
          </p:nvSpPr>
          <p:spPr>
            <a:xfrm>
              <a:off x="878357" y="3297561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87" y="1"/>
                  </a:moveTo>
                  <a:cubicBezTo>
                    <a:pt x="76" y="1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1"/>
                    <a:pt x="665" y="627"/>
                  </a:cubicBezTo>
                  <a:cubicBezTo>
                    <a:pt x="665" y="406"/>
                    <a:pt x="538" y="152"/>
                    <a:pt x="348" y="57"/>
                  </a:cubicBezTo>
                  <a:cubicBezTo>
                    <a:pt x="290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2" name="Google Shape;4262;p38"/>
            <p:cNvSpPr/>
            <p:nvPr/>
          </p:nvSpPr>
          <p:spPr>
            <a:xfrm>
              <a:off x="924915" y="3325267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1"/>
                  </a:moveTo>
                  <a:cubicBezTo>
                    <a:pt x="220" y="1"/>
                    <a:pt x="188" y="11"/>
                    <a:pt x="159" y="33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39"/>
                    <a:pt x="634" y="286"/>
                  </a:cubicBezTo>
                  <a:cubicBezTo>
                    <a:pt x="512" y="115"/>
                    <a:pt x="371" y="1"/>
                    <a:pt x="2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3" name="Google Shape;4263;p38"/>
            <p:cNvSpPr/>
            <p:nvPr/>
          </p:nvSpPr>
          <p:spPr>
            <a:xfrm>
              <a:off x="497559" y="3169909"/>
              <a:ext cx="488421" cy="387953"/>
            </a:xfrm>
            <a:custGeom>
              <a:avLst/>
              <a:gdLst/>
              <a:ahLst/>
              <a:cxnLst/>
              <a:rect l="l" t="t" r="r" b="b"/>
              <a:pathLst>
                <a:path w="14949" h="11874" extrusionOk="0">
                  <a:moveTo>
                    <a:pt x="238" y="0"/>
                  </a:moveTo>
                  <a:cubicBezTo>
                    <a:pt x="95" y="0"/>
                    <a:pt x="1" y="122"/>
                    <a:pt x="1" y="322"/>
                  </a:cubicBezTo>
                  <a:lnTo>
                    <a:pt x="1" y="2919"/>
                  </a:lnTo>
                  <a:cubicBezTo>
                    <a:pt x="1" y="3204"/>
                    <a:pt x="191" y="3553"/>
                    <a:pt x="444" y="3679"/>
                  </a:cubicBezTo>
                  <a:lnTo>
                    <a:pt x="14505" y="11818"/>
                  </a:lnTo>
                  <a:cubicBezTo>
                    <a:pt x="14579" y="11855"/>
                    <a:pt x="14648" y="11873"/>
                    <a:pt x="14708" y="11873"/>
                  </a:cubicBezTo>
                  <a:cubicBezTo>
                    <a:pt x="14853" y="11873"/>
                    <a:pt x="14949" y="11767"/>
                    <a:pt x="14949" y="11565"/>
                  </a:cubicBezTo>
                  <a:lnTo>
                    <a:pt x="14949" y="8936"/>
                  </a:lnTo>
                  <a:cubicBezTo>
                    <a:pt x="14949" y="8651"/>
                    <a:pt x="14759" y="8335"/>
                    <a:pt x="14505" y="8176"/>
                  </a:cubicBezTo>
                  <a:lnTo>
                    <a:pt x="444" y="69"/>
                  </a:lnTo>
                  <a:cubicBezTo>
                    <a:pt x="369" y="22"/>
                    <a:pt x="299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4" name="Google Shape;4264;p38"/>
            <p:cNvSpPr/>
            <p:nvPr/>
          </p:nvSpPr>
          <p:spPr>
            <a:xfrm>
              <a:off x="521377" y="3207320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5" name="Google Shape;4265;p38"/>
            <p:cNvSpPr/>
            <p:nvPr/>
          </p:nvSpPr>
          <p:spPr>
            <a:xfrm>
              <a:off x="521377" y="323319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6" name="Google Shape;4266;p38"/>
            <p:cNvSpPr/>
            <p:nvPr/>
          </p:nvSpPr>
          <p:spPr>
            <a:xfrm>
              <a:off x="521377" y="3260086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7" name="Google Shape;4267;p38"/>
            <p:cNvSpPr/>
            <p:nvPr/>
          </p:nvSpPr>
          <p:spPr>
            <a:xfrm>
              <a:off x="830753" y="3408288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69"/>
                    <a:pt x="127" y="722"/>
                    <a:pt x="317" y="817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5" y="781"/>
                    <a:pt x="665" y="627"/>
                  </a:cubicBezTo>
                  <a:cubicBezTo>
                    <a:pt x="665" y="405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8" name="Google Shape;4268;p38"/>
            <p:cNvSpPr/>
            <p:nvPr/>
          </p:nvSpPr>
          <p:spPr>
            <a:xfrm>
              <a:off x="878357" y="343622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37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9" name="Google Shape;4269;p38"/>
            <p:cNvSpPr/>
            <p:nvPr/>
          </p:nvSpPr>
          <p:spPr>
            <a:xfrm>
              <a:off x="924915" y="3463929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0"/>
                  </a:moveTo>
                  <a:cubicBezTo>
                    <a:pt x="220" y="0"/>
                    <a:pt x="188" y="11"/>
                    <a:pt x="159" y="32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07"/>
                    <a:pt x="634" y="286"/>
                  </a:cubicBezTo>
                  <a:cubicBezTo>
                    <a:pt x="512" y="115"/>
                    <a:pt x="371" y="0"/>
                    <a:pt x="25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0" name="Google Shape;4270;p38"/>
            <p:cNvSpPr/>
            <p:nvPr/>
          </p:nvSpPr>
          <p:spPr>
            <a:xfrm>
              <a:off x="497559" y="3308506"/>
              <a:ext cx="488421" cy="387463"/>
            </a:xfrm>
            <a:custGeom>
              <a:avLst/>
              <a:gdLst/>
              <a:ahLst/>
              <a:cxnLst/>
              <a:rect l="l" t="t" r="r" b="b"/>
              <a:pathLst>
                <a:path w="14949" h="11859" extrusionOk="0">
                  <a:moveTo>
                    <a:pt x="235" y="1"/>
                  </a:moveTo>
                  <a:cubicBezTo>
                    <a:pt x="93" y="1"/>
                    <a:pt x="1" y="116"/>
                    <a:pt x="1" y="292"/>
                  </a:cubicBezTo>
                  <a:lnTo>
                    <a:pt x="1" y="2921"/>
                  </a:lnTo>
                  <a:cubicBezTo>
                    <a:pt x="1" y="3206"/>
                    <a:pt x="191" y="3523"/>
                    <a:pt x="444" y="3681"/>
                  </a:cubicBezTo>
                  <a:lnTo>
                    <a:pt x="14505" y="11788"/>
                  </a:lnTo>
                  <a:cubicBezTo>
                    <a:pt x="14582" y="11836"/>
                    <a:pt x="14653" y="11858"/>
                    <a:pt x="14715" y="11858"/>
                  </a:cubicBezTo>
                  <a:cubicBezTo>
                    <a:pt x="14856" y="11858"/>
                    <a:pt x="14949" y="11743"/>
                    <a:pt x="14949" y="11566"/>
                  </a:cubicBezTo>
                  <a:lnTo>
                    <a:pt x="14949" y="8938"/>
                  </a:lnTo>
                  <a:cubicBezTo>
                    <a:pt x="14949" y="8653"/>
                    <a:pt x="14759" y="8336"/>
                    <a:pt x="14505" y="8178"/>
                  </a:cubicBezTo>
                  <a:lnTo>
                    <a:pt x="444" y="71"/>
                  </a:lnTo>
                  <a:cubicBezTo>
                    <a:pt x="367" y="23"/>
                    <a:pt x="296" y="1"/>
                    <a:pt x="235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1" name="Google Shape;4271;p38"/>
            <p:cNvSpPr/>
            <p:nvPr/>
          </p:nvSpPr>
          <p:spPr>
            <a:xfrm>
              <a:off x="521377" y="334493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2" name="Google Shape;4272;p38"/>
            <p:cNvSpPr/>
            <p:nvPr/>
          </p:nvSpPr>
          <p:spPr>
            <a:xfrm>
              <a:off x="521377" y="337185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3" name="Google Shape;4273;p38"/>
            <p:cNvSpPr/>
            <p:nvPr/>
          </p:nvSpPr>
          <p:spPr>
            <a:xfrm>
              <a:off x="521377" y="3397702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4" name="Google Shape;4274;p38"/>
            <p:cNvSpPr/>
            <p:nvPr/>
          </p:nvSpPr>
          <p:spPr>
            <a:xfrm>
              <a:off x="830753" y="3546917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62" y="1"/>
                  </a:moveTo>
                  <a:cubicBezTo>
                    <a:pt x="61" y="1"/>
                    <a:pt x="0" y="94"/>
                    <a:pt x="0" y="248"/>
                  </a:cubicBezTo>
                  <a:cubicBezTo>
                    <a:pt x="0" y="438"/>
                    <a:pt x="127" y="723"/>
                    <a:pt x="317" y="818"/>
                  </a:cubicBezTo>
                  <a:cubicBezTo>
                    <a:pt x="374" y="846"/>
                    <a:pt x="428" y="860"/>
                    <a:pt x="476" y="860"/>
                  </a:cubicBezTo>
                  <a:cubicBezTo>
                    <a:pt x="588" y="860"/>
                    <a:pt x="665" y="783"/>
                    <a:pt x="665" y="628"/>
                  </a:cubicBezTo>
                  <a:cubicBezTo>
                    <a:pt x="665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5" name="Google Shape;4275;p38"/>
            <p:cNvSpPr/>
            <p:nvPr/>
          </p:nvSpPr>
          <p:spPr>
            <a:xfrm>
              <a:off x="877311" y="3574101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6"/>
                    <a:pt x="127" y="587"/>
                  </a:cubicBezTo>
                  <a:cubicBezTo>
                    <a:pt x="225" y="758"/>
                    <a:pt x="379" y="873"/>
                    <a:pt x="502" y="873"/>
                  </a:cubicBezTo>
                  <a:cubicBezTo>
                    <a:pt x="539" y="873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6" name="Google Shape;4276;p38"/>
            <p:cNvSpPr/>
            <p:nvPr/>
          </p:nvSpPr>
          <p:spPr>
            <a:xfrm>
              <a:off x="926973" y="3602232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0"/>
                  </a:moveTo>
                  <a:cubicBezTo>
                    <a:pt x="63" y="0"/>
                    <a:pt x="1" y="78"/>
                    <a:pt x="1" y="233"/>
                  </a:cubicBezTo>
                  <a:cubicBezTo>
                    <a:pt x="1" y="455"/>
                    <a:pt x="127" y="708"/>
                    <a:pt x="317" y="835"/>
                  </a:cubicBezTo>
                  <a:cubicBezTo>
                    <a:pt x="368" y="860"/>
                    <a:pt x="417" y="872"/>
                    <a:pt x="461" y="872"/>
                  </a:cubicBezTo>
                  <a:cubicBezTo>
                    <a:pt x="581" y="872"/>
                    <a:pt x="666" y="784"/>
                    <a:pt x="666" y="645"/>
                  </a:cubicBezTo>
                  <a:cubicBezTo>
                    <a:pt x="666" y="423"/>
                    <a:pt x="507" y="170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7" name="Google Shape;4277;p38"/>
            <p:cNvSpPr/>
            <p:nvPr/>
          </p:nvSpPr>
          <p:spPr>
            <a:xfrm>
              <a:off x="497559" y="3446776"/>
              <a:ext cx="488421" cy="387790"/>
            </a:xfrm>
            <a:custGeom>
              <a:avLst/>
              <a:gdLst/>
              <a:ahLst/>
              <a:cxnLst/>
              <a:rect l="l" t="t" r="r" b="b"/>
              <a:pathLst>
                <a:path w="14949" h="11869" extrusionOk="0">
                  <a:moveTo>
                    <a:pt x="257" y="1"/>
                  </a:moveTo>
                  <a:cubicBezTo>
                    <a:pt x="103" y="1"/>
                    <a:pt x="1" y="119"/>
                    <a:pt x="1" y="304"/>
                  </a:cubicBezTo>
                  <a:lnTo>
                    <a:pt x="1" y="2933"/>
                  </a:lnTo>
                  <a:cubicBezTo>
                    <a:pt x="1" y="3218"/>
                    <a:pt x="191" y="3534"/>
                    <a:pt x="444" y="3693"/>
                  </a:cubicBezTo>
                  <a:lnTo>
                    <a:pt x="14505" y="11800"/>
                  </a:lnTo>
                  <a:cubicBezTo>
                    <a:pt x="14581" y="11847"/>
                    <a:pt x="14650" y="11869"/>
                    <a:pt x="14711" y="11869"/>
                  </a:cubicBezTo>
                  <a:cubicBezTo>
                    <a:pt x="14855" y="11869"/>
                    <a:pt x="14949" y="11747"/>
                    <a:pt x="14949" y="11546"/>
                  </a:cubicBezTo>
                  <a:lnTo>
                    <a:pt x="14949" y="8950"/>
                  </a:lnTo>
                  <a:cubicBezTo>
                    <a:pt x="14949" y="8665"/>
                    <a:pt x="14759" y="8316"/>
                    <a:pt x="14505" y="8190"/>
                  </a:cubicBezTo>
                  <a:lnTo>
                    <a:pt x="444" y="51"/>
                  </a:lnTo>
                  <a:cubicBezTo>
                    <a:pt x="376" y="17"/>
                    <a:pt x="313" y="1"/>
                    <a:pt x="25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8" name="Google Shape;4278;p38"/>
            <p:cNvSpPr/>
            <p:nvPr/>
          </p:nvSpPr>
          <p:spPr>
            <a:xfrm>
              <a:off x="521377" y="348359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9" name="Google Shape;4279;p38"/>
            <p:cNvSpPr/>
            <p:nvPr/>
          </p:nvSpPr>
          <p:spPr>
            <a:xfrm>
              <a:off x="521377" y="3510488"/>
              <a:ext cx="164539" cy="101448"/>
            </a:xfrm>
            <a:custGeom>
              <a:avLst/>
              <a:gdLst/>
              <a:ahLst/>
              <a:cxnLst/>
              <a:rect l="l" t="t" r="r" b="b"/>
              <a:pathLst>
                <a:path w="5036" h="3105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04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0" name="Google Shape;4280;p38"/>
            <p:cNvSpPr/>
            <p:nvPr/>
          </p:nvSpPr>
          <p:spPr>
            <a:xfrm>
              <a:off x="521377" y="3536364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1" name="Google Shape;4281;p38"/>
            <p:cNvSpPr/>
            <p:nvPr/>
          </p:nvSpPr>
          <p:spPr>
            <a:xfrm>
              <a:off x="829707" y="368482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3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2" name="Google Shape;4282;p38"/>
            <p:cNvSpPr/>
            <p:nvPr/>
          </p:nvSpPr>
          <p:spPr>
            <a:xfrm>
              <a:off x="877311" y="371276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55"/>
                  </a:cubicBezTo>
                  <a:cubicBezTo>
                    <a:pt x="225" y="752"/>
                    <a:pt x="380" y="872"/>
                    <a:pt x="504" y="872"/>
                  </a:cubicBezTo>
                  <a:cubicBezTo>
                    <a:pt x="540" y="872"/>
                    <a:pt x="574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3" name="Google Shape;4283;p38"/>
            <p:cNvSpPr/>
            <p:nvPr/>
          </p:nvSpPr>
          <p:spPr>
            <a:xfrm>
              <a:off x="926973" y="3740404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3" y="1"/>
                  </a:moveTo>
                  <a:cubicBezTo>
                    <a:pt x="62" y="1"/>
                    <a:pt x="1" y="94"/>
                    <a:pt x="1" y="248"/>
                  </a:cubicBezTo>
                  <a:cubicBezTo>
                    <a:pt x="1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2"/>
                    <a:pt x="666" y="628"/>
                  </a:cubicBezTo>
                  <a:cubicBezTo>
                    <a:pt x="666" y="438"/>
                    <a:pt x="507" y="153"/>
                    <a:pt x="317" y="58"/>
                  </a:cubicBezTo>
                  <a:cubicBezTo>
                    <a:pt x="259" y="19"/>
                    <a:pt x="207" y="1"/>
                    <a:pt x="16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4" name="Google Shape;4284;p38"/>
            <p:cNvSpPr/>
            <p:nvPr/>
          </p:nvSpPr>
          <p:spPr>
            <a:xfrm>
              <a:off x="1053220" y="1921657"/>
              <a:ext cx="473915" cy="2076207"/>
            </a:xfrm>
            <a:custGeom>
              <a:avLst/>
              <a:gdLst/>
              <a:ahLst/>
              <a:cxnLst/>
              <a:rect l="l" t="t" r="r" b="b"/>
              <a:pathLst>
                <a:path w="14505" h="63546" extrusionOk="0">
                  <a:moveTo>
                    <a:pt x="14191" y="0"/>
                  </a:moveTo>
                  <a:cubicBezTo>
                    <a:pt x="14114" y="0"/>
                    <a:pt x="14027" y="26"/>
                    <a:pt x="13935" y="81"/>
                  </a:cubicBezTo>
                  <a:lnTo>
                    <a:pt x="539" y="7809"/>
                  </a:lnTo>
                  <a:cubicBezTo>
                    <a:pt x="254" y="7967"/>
                    <a:pt x="0" y="8379"/>
                    <a:pt x="0" y="8727"/>
                  </a:cubicBezTo>
                  <a:lnTo>
                    <a:pt x="0" y="63546"/>
                  </a:lnTo>
                  <a:lnTo>
                    <a:pt x="14505" y="55185"/>
                  </a:lnTo>
                  <a:lnTo>
                    <a:pt x="14505" y="398"/>
                  </a:lnTo>
                  <a:cubicBezTo>
                    <a:pt x="14505" y="151"/>
                    <a:pt x="14378" y="0"/>
                    <a:pt x="14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5" name="Google Shape;4285;p38"/>
            <p:cNvSpPr/>
            <p:nvPr/>
          </p:nvSpPr>
          <p:spPr>
            <a:xfrm>
              <a:off x="1068739" y="1948383"/>
              <a:ext cx="442876" cy="361031"/>
            </a:xfrm>
            <a:custGeom>
              <a:avLst/>
              <a:gdLst/>
              <a:ahLst/>
              <a:cxnLst/>
              <a:rect l="l" t="t" r="r" b="b"/>
              <a:pathLst>
                <a:path w="13555" h="11050" extrusionOk="0">
                  <a:moveTo>
                    <a:pt x="13300" y="0"/>
                  </a:moveTo>
                  <a:cubicBezTo>
                    <a:pt x="13241" y="0"/>
                    <a:pt x="13176" y="18"/>
                    <a:pt x="13111" y="55"/>
                  </a:cubicBezTo>
                  <a:lnTo>
                    <a:pt x="444" y="7371"/>
                  </a:lnTo>
                  <a:cubicBezTo>
                    <a:pt x="190" y="7497"/>
                    <a:pt x="0" y="7846"/>
                    <a:pt x="0" y="8099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8" y="11050"/>
                    <a:pt x="368" y="11028"/>
                    <a:pt x="444" y="10981"/>
                  </a:cubicBezTo>
                  <a:lnTo>
                    <a:pt x="13111" y="3665"/>
                  </a:lnTo>
                  <a:cubicBezTo>
                    <a:pt x="13333" y="3539"/>
                    <a:pt x="13555" y="3190"/>
                    <a:pt x="13555" y="2937"/>
                  </a:cubicBezTo>
                  <a:lnTo>
                    <a:pt x="13555" y="308"/>
                  </a:lnTo>
                  <a:cubicBezTo>
                    <a:pt x="13555" y="107"/>
                    <a:pt x="13443" y="0"/>
                    <a:pt x="1330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6" name="Google Shape;4286;p38"/>
            <p:cNvSpPr/>
            <p:nvPr/>
          </p:nvSpPr>
          <p:spPr>
            <a:xfrm>
              <a:off x="1068739" y="208655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3" y="1"/>
                  </a:moveTo>
                  <a:cubicBezTo>
                    <a:pt x="13243" y="1"/>
                    <a:pt x="13177" y="23"/>
                    <a:pt x="13111" y="70"/>
                  </a:cubicBezTo>
                  <a:lnTo>
                    <a:pt x="444" y="7385"/>
                  </a:lnTo>
                  <a:cubicBezTo>
                    <a:pt x="190" y="7512"/>
                    <a:pt x="0" y="7860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5" y="11051"/>
                    <a:pt x="241" y="11051"/>
                  </a:cubicBezTo>
                  <a:cubicBezTo>
                    <a:pt x="301" y="11051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33" y="3553"/>
                    <a:pt x="13555" y="3205"/>
                    <a:pt x="13555" y="2952"/>
                  </a:cubicBezTo>
                  <a:lnTo>
                    <a:pt x="13555" y="323"/>
                  </a:lnTo>
                  <a:cubicBezTo>
                    <a:pt x="13555" y="123"/>
                    <a:pt x="13445" y="1"/>
                    <a:pt x="13303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7" name="Google Shape;4287;p38"/>
            <p:cNvSpPr/>
            <p:nvPr/>
          </p:nvSpPr>
          <p:spPr>
            <a:xfrm>
              <a:off x="1068739" y="222518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307" y="1"/>
                  </a:moveTo>
                  <a:cubicBezTo>
                    <a:pt x="13246" y="1"/>
                    <a:pt x="13178" y="22"/>
                    <a:pt x="13111" y="70"/>
                  </a:cubicBezTo>
                  <a:lnTo>
                    <a:pt x="444" y="7354"/>
                  </a:lnTo>
                  <a:cubicBezTo>
                    <a:pt x="190" y="7513"/>
                    <a:pt x="0" y="7829"/>
                    <a:pt x="0" y="8114"/>
                  </a:cubicBezTo>
                  <a:lnTo>
                    <a:pt x="0" y="10743"/>
                  </a:lnTo>
                  <a:cubicBezTo>
                    <a:pt x="0" y="10928"/>
                    <a:pt x="102" y="11046"/>
                    <a:pt x="256" y="11046"/>
                  </a:cubicBezTo>
                  <a:cubicBezTo>
                    <a:pt x="312" y="11046"/>
                    <a:pt x="376" y="11030"/>
                    <a:pt x="444" y="10996"/>
                  </a:cubicBezTo>
                  <a:lnTo>
                    <a:pt x="13111" y="3681"/>
                  </a:lnTo>
                  <a:cubicBezTo>
                    <a:pt x="13333" y="3554"/>
                    <a:pt x="13555" y="3206"/>
                    <a:pt x="13555" y="2921"/>
                  </a:cubicBezTo>
                  <a:lnTo>
                    <a:pt x="13555" y="292"/>
                  </a:lnTo>
                  <a:cubicBezTo>
                    <a:pt x="13555" y="116"/>
                    <a:pt x="13447" y="1"/>
                    <a:pt x="1330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8" name="Google Shape;4288;p38"/>
            <p:cNvSpPr/>
            <p:nvPr/>
          </p:nvSpPr>
          <p:spPr>
            <a:xfrm>
              <a:off x="1068739" y="236345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285" y="1"/>
                  </a:moveTo>
                  <a:cubicBezTo>
                    <a:pt x="13230" y="1"/>
                    <a:pt x="13171" y="16"/>
                    <a:pt x="13111" y="50"/>
                  </a:cubicBezTo>
                  <a:lnTo>
                    <a:pt x="444" y="7366"/>
                  </a:lnTo>
                  <a:cubicBezTo>
                    <a:pt x="190" y="7493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31"/>
                    <a:pt x="92" y="11046"/>
                    <a:pt x="234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1" y="3692"/>
                  </a:lnTo>
                  <a:cubicBezTo>
                    <a:pt x="13333" y="3534"/>
                    <a:pt x="13555" y="3217"/>
                    <a:pt x="13555" y="2932"/>
                  </a:cubicBezTo>
                  <a:lnTo>
                    <a:pt x="13555" y="304"/>
                  </a:lnTo>
                  <a:cubicBezTo>
                    <a:pt x="13555" y="118"/>
                    <a:pt x="13436" y="1"/>
                    <a:pt x="13285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9" name="Google Shape;4289;p38"/>
            <p:cNvSpPr/>
            <p:nvPr/>
          </p:nvSpPr>
          <p:spPr>
            <a:xfrm>
              <a:off x="1068739" y="2501920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0" y="1"/>
                  </a:moveTo>
                  <a:cubicBezTo>
                    <a:pt x="13241" y="1"/>
                    <a:pt x="13176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7"/>
                    <a:pt x="0" y="8100"/>
                  </a:cubicBezTo>
                  <a:lnTo>
                    <a:pt x="0" y="10728"/>
                  </a:lnTo>
                  <a:cubicBezTo>
                    <a:pt x="0" y="10929"/>
                    <a:pt x="94" y="11051"/>
                    <a:pt x="238" y="11051"/>
                  </a:cubicBezTo>
                  <a:cubicBezTo>
                    <a:pt x="298" y="11051"/>
                    <a:pt x="368" y="11029"/>
                    <a:pt x="444" y="10982"/>
                  </a:cubicBezTo>
                  <a:lnTo>
                    <a:pt x="13111" y="3666"/>
                  </a:lnTo>
                  <a:cubicBezTo>
                    <a:pt x="13333" y="3540"/>
                    <a:pt x="13555" y="3191"/>
                    <a:pt x="13555" y="2938"/>
                  </a:cubicBezTo>
                  <a:lnTo>
                    <a:pt x="13555" y="309"/>
                  </a:lnTo>
                  <a:cubicBezTo>
                    <a:pt x="13555" y="107"/>
                    <a:pt x="13443" y="1"/>
                    <a:pt x="133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0" name="Google Shape;4290;p38"/>
            <p:cNvSpPr/>
            <p:nvPr/>
          </p:nvSpPr>
          <p:spPr>
            <a:xfrm>
              <a:off x="1068739" y="264012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3" y="1"/>
                  </a:moveTo>
                  <a:cubicBezTo>
                    <a:pt x="13243" y="1"/>
                    <a:pt x="13177" y="22"/>
                    <a:pt x="13111" y="70"/>
                  </a:cubicBezTo>
                  <a:lnTo>
                    <a:pt x="444" y="7385"/>
                  </a:lnTo>
                  <a:cubicBezTo>
                    <a:pt x="190" y="7512"/>
                    <a:pt x="0" y="7860"/>
                    <a:pt x="0" y="8113"/>
                  </a:cubicBezTo>
                  <a:lnTo>
                    <a:pt x="0" y="10742"/>
                  </a:lnTo>
                  <a:cubicBezTo>
                    <a:pt x="0" y="10944"/>
                    <a:pt x="95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33" y="3553"/>
                    <a:pt x="13555" y="3205"/>
                    <a:pt x="13555" y="2951"/>
                  </a:cubicBezTo>
                  <a:lnTo>
                    <a:pt x="13555" y="323"/>
                  </a:lnTo>
                  <a:cubicBezTo>
                    <a:pt x="13555" y="123"/>
                    <a:pt x="13445" y="1"/>
                    <a:pt x="13303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1" name="Google Shape;4291;p38"/>
            <p:cNvSpPr/>
            <p:nvPr/>
          </p:nvSpPr>
          <p:spPr>
            <a:xfrm>
              <a:off x="1068739" y="277875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307" y="0"/>
                  </a:moveTo>
                  <a:cubicBezTo>
                    <a:pt x="13246" y="0"/>
                    <a:pt x="13178" y="22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3"/>
                  </a:lnTo>
                  <a:cubicBezTo>
                    <a:pt x="0" y="10928"/>
                    <a:pt x="102" y="11046"/>
                    <a:pt x="256" y="11046"/>
                  </a:cubicBezTo>
                  <a:cubicBezTo>
                    <a:pt x="312" y="11046"/>
                    <a:pt x="376" y="11030"/>
                    <a:pt x="444" y="10996"/>
                  </a:cubicBezTo>
                  <a:lnTo>
                    <a:pt x="13111" y="3680"/>
                  </a:lnTo>
                  <a:cubicBezTo>
                    <a:pt x="13333" y="3554"/>
                    <a:pt x="13555" y="3205"/>
                    <a:pt x="13555" y="2920"/>
                  </a:cubicBezTo>
                  <a:lnTo>
                    <a:pt x="13555" y="292"/>
                  </a:lnTo>
                  <a:cubicBezTo>
                    <a:pt x="13555" y="115"/>
                    <a:pt x="13447" y="0"/>
                    <a:pt x="133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2" name="Google Shape;4292;p38"/>
            <p:cNvSpPr/>
            <p:nvPr/>
          </p:nvSpPr>
          <p:spPr>
            <a:xfrm>
              <a:off x="1068739" y="291702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285" y="0"/>
                  </a:moveTo>
                  <a:cubicBezTo>
                    <a:pt x="13230" y="0"/>
                    <a:pt x="13171" y="16"/>
                    <a:pt x="13111" y="50"/>
                  </a:cubicBezTo>
                  <a:lnTo>
                    <a:pt x="444" y="7366"/>
                  </a:lnTo>
                  <a:cubicBezTo>
                    <a:pt x="190" y="7492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31"/>
                    <a:pt x="92" y="11046"/>
                    <a:pt x="234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1" y="3692"/>
                  </a:lnTo>
                  <a:cubicBezTo>
                    <a:pt x="13333" y="3534"/>
                    <a:pt x="13555" y="3217"/>
                    <a:pt x="13555" y="2932"/>
                  </a:cubicBezTo>
                  <a:lnTo>
                    <a:pt x="13555" y="304"/>
                  </a:lnTo>
                  <a:cubicBezTo>
                    <a:pt x="13555" y="118"/>
                    <a:pt x="13436" y="0"/>
                    <a:pt x="1328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3" name="Google Shape;4293;p38"/>
            <p:cNvSpPr/>
            <p:nvPr/>
          </p:nvSpPr>
          <p:spPr>
            <a:xfrm>
              <a:off x="1068739" y="3055490"/>
              <a:ext cx="442876" cy="360606"/>
            </a:xfrm>
            <a:custGeom>
              <a:avLst/>
              <a:gdLst/>
              <a:ahLst/>
              <a:cxnLst/>
              <a:rect l="l" t="t" r="r" b="b"/>
              <a:pathLst>
                <a:path w="13555" h="11037" extrusionOk="0">
                  <a:moveTo>
                    <a:pt x="13300" y="1"/>
                  </a:moveTo>
                  <a:cubicBezTo>
                    <a:pt x="13241" y="1"/>
                    <a:pt x="13176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00"/>
                  </a:cubicBezTo>
                  <a:lnTo>
                    <a:pt x="0" y="10728"/>
                  </a:lnTo>
                  <a:cubicBezTo>
                    <a:pt x="0" y="10930"/>
                    <a:pt x="95" y="11037"/>
                    <a:pt x="241" y="11037"/>
                  </a:cubicBezTo>
                  <a:cubicBezTo>
                    <a:pt x="301" y="11037"/>
                    <a:pt x="370" y="11019"/>
                    <a:pt x="444" y="10982"/>
                  </a:cubicBezTo>
                  <a:lnTo>
                    <a:pt x="13111" y="3666"/>
                  </a:lnTo>
                  <a:cubicBezTo>
                    <a:pt x="13333" y="3539"/>
                    <a:pt x="13555" y="3191"/>
                    <a:pt x="13555" y="2938"/>
                  </a:cubicBezTo>
                  <a:lnTo>
                    <a:pt x="13555" y="309"/>
                  </a:lnTo>
                  <a:cubicBezTo>
                    <a:pt x="13555" y="107"/>
                    <a:pt x="13443" y="1"/>
                    <a:pt x="133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4" name="Google Shape;4294;p38"/>
            <p:cNvSpPr/>
            <p:nvPr/>
          </p:nvSpPr>
          <p:spPr>
            <a:xfrm>
              <a:off x="1068739" y="319369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3" y="0"/>
                  </a:moveTo>
                  <a:cubicBezTo>
                    <a:pt x="13243" y="0"/>
                    <a:pt x="13177" y="22"/>
                    <a:pt x="13111" y="69"/>
                  </a:cubicBezTo>
                  <a:lnTo>
                    <a:pt x="444" y="7385"/>
                  </a:lnTo>
                  <a:cubicBezTo>
                    <a:pt x="190" y="7512"/>
                    <a:pt x="0" y="7828"/>
                    <a:pt x="0" y="8113"/>
                  </a:cubicBezTo>
                  <a:lnTo>
                    <a:pt x="0" y="10742"/>
                  </a:lnTo>
                  <a:cubicBezTo>
                    <a:pt x="0" y="10944"/>
                    <a:pt x="95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33" y="3553"/>
                    <a:pt x="13555" y="3205"/>
                    <a:pt x="13555" y="2951"/>
                  </a:cubicBezTo>
                  <a:lnTo>
                    <a:pt x="13555" y="323"/>
                  </a:lnTo>
                  <a:cubicBezTo>
                    <a:pt x="13555" y="123"/>
                    <a:pt x="13445" y="0"/>
                    <a:pt x="13303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5" name="Google Shape;4295;p38"/>
            <p:cNvSpPr/>
            <p:nvPr/>
          </p:nvSpPr>
          <p:spPr>
            <a:xfrm>
              <a:off x="1068739" y="333232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307" y="0"/>
                  </a:moveTo>
                  <a:cubicBezTo>
                    <a:pt x="13246" y="0"/>
                    <a:pt x="13178" y="22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28"/>
                    <a:pt x="102" y="11046"/>
                    <a:pt x="256" y="11046"/>
                  </a:cubicBezTo>
                  <a:cubicBezTo>
                    <a:pt x="312" y="11046"/>
                    <a:pt x="376" y="11030"/>
                    <a:pt x="444" y="10996"/>
                  </a:cubicBezTo>
                  <a:lnTo>
                    <a:pt x="13111" y="3680"/>
                  </a:lnTo>
                  <a:cubicBezTo>
                    <a:pt x="13333" y="3554"/>
                    <a:pt x="13555" y="3205"/>
                    <a:pt x="13555" y="2920"/>
                  </a:cubicBezTo>
                  <a:lnTo>
                    <a:pt x="13555" y="292"/>
                  </a:lnTo>
                  <a:cubicBezTo>
                    <a:pt x="13555" y="115"/>
                    <a:pt x="13447" y="0"/>
                    <a:pt x="133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6" name="Google Shape;4296;p38"/>
            <p:cNvSpPr/>
            <p:nvPr/>
          </p:nvSpPr>
          <p:spPr>
            <a:xfrm>
              <a:off x="1068739" y="3470595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285" y="0"/>
                  </a:moveTo>
                  <a:cubicBezTo>
                    <a:pt x="13230" y="0"/>
                    <a:pt x="13171" y="16"/>
                    <a:pt x="13111" y="50"/>
                  </a:cubicBezTo>
                  <a:lnTo>
                    <a:pt x="444" y="7366"/>
                  </a:lnTo>
                  <a:cubicBezTo>
                    <a:pt x="190" y="7492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31"/>
                    <a:pt x="92" y="11046"/>
                    <a:pt x="234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1" y="3692"/>
                  </a:lnTo>
                  <a:cubicBezTo>
                    <a:pt x="13333" y="3534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36" y="0"/>
                    <a:pt x="1328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7" name="Google Shape;4297;p38"/>
            <p:cNvSpPr/>
            <p:nvPr/>
          </p:nvSpPr>
          <p:spPr>
            <a:xfrm>
              <a:off x="457208" y="1487668"/>
              <a:ext cx="1091654" cy="633258"/>
            </a:xfrm>
            <a:custGeom>
              <a:avLst/>
              <a:gdLst/>
              <a:ahLst/>
              <a:cxnLst/>
              <a:rect l="l" t="t" r="r" b="b"/>
              <a:pathLst>
                <a:path w="33412" h="19382" extrusionOk="0">
                  <a:moveTo>
                    <a:pt x="16184" y="0"/>
                  </a:moveTo>
                  <a:lnTo>
                    <a:pt x="1" y="9342"/>
                  </a:lnTo>
                  <a:lnTo>
                    <a:pt x="17387" y="19381"/>
                  </a:lnTo>
                  <a:lnTo>
                    <a:pt x="33412" y="10134"/>
                  </a:lnTo>
                  <a:lnTo>
                    <a:pt x="16184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8" name="Google Shape;4298;p38"/>
            <p:cNvSpPr/>
            <p:nvPr/>
          </p:nvSpPr>
          <p:spPr>
            <a:xfrm>
              <a:off x="631058" y="1608719"/>
              <a:ext cx="533934" cy="429415"/>
            </a:xfrm>
            <a:custGeom>
              <a:avLst/>
              <a:gdLst/>
              <a:ahLst/>
              <a:cxnLst/>
              <a:rect l="l" t="t" r="r" b="b"/>
              <a:pathLst>
                <a:path w="16342" h="13143" extrusionOk="0">
                  <a:moveTo>
                    <a:pt x="10229" y="0"/>
                  </a:moveTo>
                  <a:lnTo>
                    <a:pt x="0" y="5891"/>
                  </a:lnTo>
                  <a:lnTo>
                    <a:pt x="12509" y="13143"/>
                  </a:lnTo>
                  <a:lnTo>
                    <a:pt x="12509" y="11845"/>
                  </a:lnTo>
                  <a:lnTo>
                    <a:pt x="16341" y="3547"/>
                  </a:lnTo>
                  <a:lnTo>
                    <a:pt x="10229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9" name="Google Shape;4299;p38"/>
            <p:cNvSpPr/>
            <p:nvPr/>
          </p:nvSpPr>
          <p:spPr>
            <a:xfrm>
              <a:off x="631058" y="1758752"/>
              <a:ext cx="74526" cy="64169"/>
            </a:xfrm>
            <a:custGeom>
              <a:avLst/>
              <a:gdLst/>
              <a:ahLst/>
              <a:cxnLst/>
              <a:rect l="l" t="t" r="r" b="b"/>
              <a:pathLst>
                <a:path w="2281" h="1964" extrusionOk="0">
                  <a:moveTo>
                    <a:pt x="0" y="0"/>
                  </a:moveTo>
                  <a:lnTo>
                    <a:pt x="0" y="1299"/>
                  </a:lnTo>
                  <a:lnTo>
                    <a:pt x="2090" y="1964"/>
                  </a:lnTo>
                  <a:lnTo>
                    <a:pt x="2280" y="855"/>
                  </a:lnTo>
                  <a:lnTo>
                    <a:pt x="1710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0" name="Google Shape;4300;p38"/>
            <p:cNvSpPr/>
            <p:nvPr/>
          </p:nvSpPr>
          <p:spPr>
            <a:xfrm>
              <a:off x="1039759" y="1724609"/>
              <a:ext cx="335285" cy="313525"/>
            </a:xfrm>
            <a:custGeom>
              <a:avLst/>
              <a:gdLst/>
              <a:ahLst/>
              <a:cxnLst/>
              <a:rect l="l" t="t" r="r" b="b"/>
              <a:pathLst>
                <a:path w="10262" h="9596" extrusionOk="0">
                  <a:moveTo>
                    <a:pt x="3832" y="0"/>
                  </a:moveTo>
                  <a:lnTo>
                    <a:pt x="0" y="8298"/>
                  </a:lnTo>
                  <a:lnTo>
                    <a:pt x="0" y="9596"/>
                  </a:lnTo>
                  <a:lnTo>
                    <a:pt x="10261" y="3706"/>
                  </a:lnTo>
                  <a:lnTo>
                    <a:pt x="8678" y="2819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1" name="Google Shape;4301;p38"/>
            <p:cNvSpPr/>
            <p:nvPr/>
          </p:nvSpPr>
          <p:spPr>
            <a:xfrm>
              <a:off x="1213576" y="1800148"/>
              <a:ext cx="161467" cy="111773"/>
            </a:xfrm>
            <a:custGeom>
              <a:avLst/>
              <a:gdLst/>
              <a:ahLst/>
              <a:cxnLst/>
              <a:rect l="l" t="t" r="r" b="b"/>
              <a:pathLst>
                <a:path w="4942" h="3421" extrusionOk="0">
                  <a:moveTo>
                    <a:pt x="1204" y="0"/>
                  </a:moveTo>
                  <a:lnTo>
                    <a:pt x="1" y="3420"/>
                  </a:lnTo>
                  <a:lnTo>
                    <a:pt x="4941" y="1394"/>
                  </a:lnTo>
                  <a:lnTo>
                    <a:pt x="4941" y="95"/>
                  </a:lnTo>
                  <a:lnTo>
                    <a:pt x="1204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2" name="Google Shape;4302;p38"/>
            <p:cNvSpPr/>
            <p:nvPr/>
          </p:nvSpPr>
          <p:spPr>
            <a:xfrm>
              <a:off x="631058" y="1565265"/>
              <a:ext cx="743985" cy="430460"/>
            </a:xfrm>
            <a:custGeom>
              <a:avLst/>
              <a:gdLst/>
              <a:ahLst/>
              <a:cxnLst/>
              <a:rect l="l" t="t" r="r" b="b"/>
              <a:pathLst>
                <a:path w="22771" h="13175" extrusionOk="0">
                  <a:moveTo>
                    <a:pt x="10229" y="0"/>
                  </a:moveTo>
                  <a:lnTo>
                    <a:pt x="0" y="5922"/>
                  </a:lnTo>
                  <a:lnTo>
                    <a:pt x="12509" y="13175"/>
                  </a:lnTo>
                  <a:lnTo>
                    <a:pt x="22770" y="7284"/>
                  </a:lnTo>
                  <a:lnTo>
                    <a:pt x="10229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3" name="Google Shape;4303;p38"/>
            <p:cNvSpPr/>
            <p:nvPr/>
          </p:nvSpPr>
          <p:spPr>
            <a:xfrm>
              <a:off x="821441" y="1673901"/>
              <a:ext cx="182149" cy="56948"/>
            </a:xfrm>
            <a:custGeom>
              <a:avLst/>
              <a:gdLst/>
              <a:ahLst/>
              <a:cxnLst/>
              <a:rect l="l" t="t" r="r" b="b"/>
              <a:pathLst>
                <a:path w="5575" h="1743" extrusionOk="0">
                  <a:moveTo>
                    <a:pt x="2771" y="1"/>
                  </a:moveTo>
                  <a:cubicBezTo>
                    <a:pt x="2075" y="1"/>
                    <a:pt x="1378" y="159"/>
                    <a:pt x="855" y="476"/>
                  </a:cubicBezTo>
                  <a:cubicBezTo>
                    <a:pt x="254" y="824"/>
                    <a:pt x="0" y="1299"/>
                    <a:pt x="64" y="1742"/>
                  </a:cubicBezTo>
                  <a:cubicBezTo>
                    <a:pt x="127" y="1394"/>
                    <a:pt x="380" y="1046"/>
                    <a:pt x="855" y="792"/>
                  </a:cubicBezTo>
                  <a:cubicBezTo>
                    <a:pt x="1394" y="491"/>
                    <a:pt x="2090" y="341"/>
                    <a:pt x="2783" y="341"/>
                  </a:cubicBezTo>
                  <a:cubicBezTo>
                    <a:pt x="3476" y="341"/>
                    <a:pt x="4165" y="491"/>
                    <a:pt x="4687" y="792"/>
                  </a:cubicBezTo>
                  <a:cubicBezTo>
                    <a:pt x="5162" y="1046"/>
                    <a:pt x="5416" y="1394"/>
                    <a:pt x="5479" y="1742"/>
                  </a:cubicBezTo>
                  <a:cubicBezTo>
                    <a:pt x="5574" y="1299"/>
                    <a:pt x="5321" y="824"/>
                    <a:pt x="4687" y="476"/>
                  </a:cubicBezTo>
                  <a:cubicBezTo>
                    <a:pt x="4165" y="159"/>
                    <a:pt x="3468" y="1"/>
                    <a:pt x="277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4" name="Google Shape;4304;p38"/>
            <p:cNvSpPr/>
            <p:nvPr/>
          </p:nvSpPr>
          <p:spPr>
            <a:xfrm>
              <a:off x="823499" y="1685010"/>
              <a:ext cx="176987" cy="91614"/>
            </a:xfrm>
            <a:custGeom>
              <a:avLst/>
              <a:gdLst/>
              <a:ahLst/>
              <a:cxnLst/>
              <a:rect l="l" t="t" r="r" b="b"/>
              <a:pathLst>
                <a:path w="5417" h="2804" extrusionOk="0">
                  <a:moveTo>
                    <a:pt x="2708" y="1"/>
                  </a:moveTo>
                  <a:cubicBezTo>
                    <a:pt x="2012" y="1"/>
                    <a:pt x="1315" y="151"/>
                    <a:pt x="792" y="452"/>
                  </a:cubicBezTo>
                  <a:cubicBezTo>
                    <a:pt x="317" y="706"/>
                    <a:pt x="64" y="1054"/>
                    <a:pt x="1" y="1402"/>
                  </a:cubicBezTo>
                  <a:cubicBezTo>
                    <a:pt x="64" y="1751"/>
                    <a:pt x="317" y="2067"/>
                    <a:pt x="792" y="2352"/>
                  </a:cubicBezTo>
                  <a:cubicBezTo>
                    <a:pt x="1331" y="2653"/>
                    <a:pt x="2027" y="2804"/>
                    <a:pt x="2720" y="2804"/>
                  </a:cubicBezTo>
                  <a:cubicBezTo>
                    <a:pt x="3413" y="2804"/>
                    <a:pt x="4102" y="2653"/>
                    <a:pt x="4624" y="2352"/>
                  </a:cubicBezTo>
                  <a:cubicBezTo>
                    <a:pt x="5099" y="2067"/>
                    <a:pt x="5353" y="1751"/>
                    <a:pt x="5416" y="1402"/>
                  </a:cubicBezTo>
                  <a:cubicBezTo>
                    <a:pt x="5353" y="1054"/>
                    <a:pt x="5099" y="706"/>
                    <a:pt x="4624" y="452"/>
                  </a:cubicBezTo>
                  <a:cubicBezTo>
                    <a:pt x="4102" y="151"/>
                    <a:pt x="3405" y="1"/>
                    <a:pt x="27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5" name="Google Shape;4305;p38"/>
            <p:cNvSpPr/>
            <p:nvPr/>
          </p:nvSpPr>
          <p:spPr>
            <a:xfrm>
              <a:off x="758318" y="1733920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6" name="Google Shape;4306;p38"/>
            <p:cNvSpPr/>
            <p:nvPr/>
          </p:nvSpPr>
          <p:spPr>
            <a:xfrm>
              <a:off x="735545" y="1747349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3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7" name="Google Shape;4307;p38"/>
            <p:cNvSpPr/>
            <p:nvPr/>
          </p:nvSpPr>
          <p:spPr>
            <a:xfrm>
              <a:off x="712805" y="1759797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0" y="0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70" y="231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8" name="Google Shape;4308;p38"/>
            <p:cNvSpPr/>
            <p:nvPr/>
          </p:nvSpPr>
          <p:spPr>
            <a:xfrm>
              <a:off x="967324" y="1608719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39" y="2281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9" name="Google Shape;4309;p38"/>
            <p:cNvSpPr/>
            <p:nvPr/>
          </p:nvSpPr>
          <p:spPr>
            <a:xfrm>
              <a:off x="944551" y="1621135"/>
              <a:ext cx="141799" cy="82792"/>
            </a:xfrm>
            <a:custGeom>
              <a:avLst/>
              <a:gdLst/>
              <a:ahLst/>
              <a:cxnLst/>
              <a:rect l="l" t="t" r="r" b="b"/>
              <a:pathLst>
                <a:path w="4340" h="2534" extrusionOk="0">
                  <a:moveTo>
                    <a:pt x="349" y="0"/>
                  </a:moveTo>
                  <a:lnTo>
                    <a:pt x="1" y="222"/>
                  </a:lnTo>
                  <a:lnTo>
                    <a:pt x="3960" y="2534"/>
                  </a:lnTo>
                  <a:lnTo>
                    <a:pt x="4340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0" name="Google Shape;4310;p38"/>
            <p:cNvSpPr/>
            <p:nvPr/>
          </p:nvSpPr>
          <p:spPr>
            <a:xfrm>
              <a:off x="921811" y="1634596"/>
              <a:ext cx="141766" cy="82792"/>
            </a:xfrm>
            <a:custGeom>
              <a:avLst/>
              <a:gdLst/>
              <a:ahLst/>
              <a:cxnLst/>
              <a:rect l="l" t="t" r="r" b="b"/>
              <a:pathLst>
                <a:path w="4339" h="2534" extrusionOk="0">
                  <a:moveTo>
                    <a:pt x="349" y="0"/>
                  </a:moveTo>
                  <a:lnTo>
                    <a:pt x="0" y="222"/>
                  </a:lnTo>
                  <a:lnTo>
                    <a:pt x="3959" y="2534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1" name="Google Shape;4311;p38"/>
            <p:cNvSpPr/>
            <p:nvPr/>
          </p:nvSpPr>
          <p:spPr>
            <a:xfrm>
              <a:off x="1008720" y="1782537"/>
              <a:ext cx="182149" cy="56948"/>
            </a:xfrm>
            <a:custGeom>
              <a:avLst/>
              <a:gdLst/>
              <a:ahLst/>
              <a:cxnLst/>
              <a:rect l="l" t="t" r="r" b="b"/>
              <a:pathLst>
                <a:path w="5575" h="1743" extrusionOk="0">
                  <a:moveTo>
                    <a:pt x="2803" y="1"/>
                  </a:moveTo>
                  <a:cubicBezTo>
                    <a:pt x="2106" y="1"/>
                    <a:pt x="1410" y="159"/>
                    <a:pt x="887" y="476"/>
                  </a:cubicBezTo>
                  <a:cubicBezTo>
                    <a:pt x="285" y="824"/>
                    <a:pt x="0" y="1267"/>
                    <a:pt x="95" y="1743"/>
                  </a:cubicBezTo>
                  <a:cubicBezTo>
                    <a:pt x="159" y="1394"/>
                    <a:pt x="412" y="1046"/>
                    <a:pt x="887" y="792"/>
                  </a:cubicBezTo>
                  <a:cubicBezTo>
                    <a:pt x="1410" y="492"/>
                    <a:pt x="2106" y="341"/>
                    <a:pt x="2803" y="341"/>
                  </a:cubicBezTo>
                  <a:cubicBezTo>
                    <a:pt x="3500" y="341"/>
                    <a:pt x="4197" y="492"/>
                    <a:pt x="4719" y="792"/>
                  </a:cubicBezTo>
                  <a:cubicBezTo>
                    <a:pt x="5194" y="1046"/>
                    <a:pt x="5447" y="1394"/>
                    <a:pt x="5511" y="1743"/>
                  </a:cubicBezTo>
                  <a:cubicBezTo>
                    <a:pt x="5574" y="1267"/>
                    <a:pt x="5321" y="824"/>
                    <a:pt x="4719" y="476"/>
                  </a:cubicBezTo>
                  <a:cubicBezTo>
                    <a:pt x="4197" y="159"/>
                    <a:pt x="3500" y="1"/>
                    <a:pt x="2803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2" name="Google Shape;4312;p38"/>
            <p:cNvSpPr/>
            <p:nvPr/>
          </p:nvSpPr>
          <p:spPr>
            <a:xfrm>
              <a:off x="1011824" y="1793678"/>
              <a:ext cx="176954" cy="91581"/>
            </a:xfrm>
            <a:custGeom>
              <a:avLst/>
              <a:gdLst/>
              <a:ahLst/>
              <a:cxnLst/>
              <a:rect l="l" t="t" r="r" b="b"/>
              <a:pathLst>
                <a:path w="5416" h="2803" extrusionOk="0">
                  <a:moveTo>
                    <a:pt x="2708" y="0"/>
                  </a:moveTo>
                  <a:cubicBezTo>
                    <a:pt x="2011" y="0"/>
                    <a:pt x="1315" y="151"/>
                    <a:pt x="792" y="451"/>
                  </a:cubicBezTo>
                  <a:cubicBezTo>
                    <a:pt x="317" y="705"/>
                    <a:pt x="64" y="1053"/>
                    <a:pt x="0" y="1402"/>
                  </a:cubicBezTo>
                  <a:cubicBezTo>
                    <a:pt x="64" y="1750"/>
                    <a:pt x="317" y="2067"/>
                    <a:pt x="792" y="2352"/>
                  </a:cubicBezTo>
                  <a:cubicBezTo>
                    <a:pt x="1315" y="2652"/>
                    <a:pt x="2011" y="2803"/>
                    <a:pt x="2708" y="2803"/>
                  </a:cubicBezTo>
                  <a:cubicBezTo>
                    <a:pt x="3405" y="2803"/>
                    <a:pt x="4102" y="2652"/>
                    <a:pt x="4624" y="2352"/>
                  </a:cubicBezTo>
                  <a:cubicBezTo>
                    <a:pt x="5099" y="2067"/>
                    <a:pt x="5352" y="1750"/>
                    <a:pt x="5416" y="1402"/>
                  </a:cubicBezTo>
                  <a:cubicBezTo>
                    <a:pt x="5352" y="1053"/>
                    <a:pt x="5099" y="705"/>
                    <a:pt x="4624" y="451"/>
                  </a:cubicBezTo>
                  <a:cubicBezTo>
                    <a:pt x="4102" y="151"/>
                    <a:pt x="3405" y="0"/>
                    <a:pt x="270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3" name="Google Shape;4313;p38"/>
            <p:cNvSpPr/>
            <p:nvPr/>
          </p:nvSpPr>
          <p:spPr>
            <a:xfrm>
              <a:off x="946642" y="1842557"/>
              <a:ext cx="141766" cy="81779"/>
            </a:xfrm>
            <a:custGeom>
              <a:avLst/>
              <a:gdLst/>
              <a:ahLst/>
              <a:cxnLst/>
              <a:rect l="l" t="t" r="r" b="b"/>
              <a:pathLst>
                <a:path w="4339" h="2503" extrusionOk="0">
                  <a:moveTo>
                    <a:pt x="349" y="1"/>
                  </a:moveTo>
                  <a:lnTo>
                    <a:pt x="0" y="191"/>
                  </a:lnTo>
                  <a:lnTo>
                    <a:pt x="3991" y="2502"/>
                  </a:lnTo>
                  <a:lnTo>
                    <a:pt x="4339" y="2281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4" name="Google Shape;4314;p38"/>
            <p:cNvSpPr/>
            <p:nvPr/>
          </p:nvSpPr>
          <p:spPr>
            <a:xfrm>
              <a:off x="923869" y="1856018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39" y="2280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5" name="Google Shape;4315;p38"/>
            <p:cNvSpPr/>
            <p:nvPr/>
          </p:nvSpPr>
          <p:spPr>
            <a:xfrm>
              <a:off x="901097" y="1868433"/>
              <a:ext cx="141799" cy="82792"/>
            </a:xfrm>
            <a:custGeom>
              <a:avLst/>
              <a:gdLst/>
              <a:ahLst/>
              <a:cxnLst/>
              <a:rect l="l" t="t" r="r" b="b"/>
              <a:pathLst>
                <a:path w="4340" h="2534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6" name="Google Shape;4316;p38"/>
            <p:cNvSpPr/>
            <p:nvPr/>
          </p:nvSpPr>
          <p:spPr>
            <a:xfrm>
              <a:off x="1154603" y="1717355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7" name="Google Shape;4317;p38"/>
            <p:cNvSpPr/>
            <p:nvPr/>
          </p:nvSpPr>
          <p:spPr>
            <a:xfrm>
              <a:off x="1131862" y="1729771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70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8" name="Google Shape;4318;p38"/>
            <p:cNvSpPr/>
            <p:nvPr/>
          </p:nvSpPr>
          <p:spPr>
            <a:xfrm>
              <a:off x="1109090" y="1743232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9" name="Google Shape;4319;p38"/>
            <p:cNvSpPr/>
            <p:nvPr/>
          </p:nvSpPr>
          <p:spPr>
            <a:xfrm>
              <a:off x="1615056" y="2159186"/>
              <a:ext cx="522564" cy="2196703"/>
            </a:xfrm>
            <a:custGeom>
              <a:avLst/>
              <a:gdLst/>
              <a:ahLst/>
              <a:cxnLst/>
              <a:rect l="l" t="t" r="r" b="b"/>
              <a:pathLst>
                <a:path w="15994" h="67234" extrusionOk="0">
                  <a:moveTo>
                    <a:pt x="15993" y="0"/>
                  </a:moveTo>
                  <a:lnTo>
                    <a:pt x="0" y="9248"/>
                  </a:lnTo>
                  <a:lnTo>
                    <a:pt x="0" y="67233"/>
                  </a:lnTo>
                  <a:lnTo>
                    <a:pt x="15993" y="57954"/>
                  </a:lnTo>
                  <a:lnTo>
                    <a:pt x="15993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0" name="Google Shape;4320;p38"/>
            <p:cNvSpPr/>
            <p:nvPr/>
          </p:nvSpPr>
          <p:spPr>
            <a:xfrm>
              <a:off x="1047012" y="2133309"/>
              <a:ext cx="568077" cy="2222579"/>
            </a:xfrm>
            <a:custGeom>
              <a:avLst/>
              <a:gdLst/>
              <a:ahLst/>
              <a:cxnLst/>
              <a:rect l="l" t="t" r="r" b="b"/>
              <a:pathLst>
                <a:path w="17387" h="68026" extrusionOk="0">
                  <a:moveTo>
                    <a:pt x="0" y="0"/>
                  </a:moveTo>
                  <a:lnTo>
                    <a:pt x="0" y="57986"/>
                  </a:lnTo>
                  <a:lnTo>
                    <a:pt x="17386" y="68025"/>
                  </a:lnTo>
                  <a:lnTo>
                    <a:pt x="17386" y="10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1" name="Google Shape;4321;p38"/>
            <p:cNvSpPr/>
            <p:nvPr/>
          </p:nvSpPr>
          <p:spPr>
            <a:xfrm>
              <a:off x="1071843" y="2238253"/>
              <a:ext cx="518415" cy="2103129"/>
            </a:xfrm>
            <a:custGeom>
              <a:avLst/>
              <a:gdLst/>
              <a:ahLst/>
              <a:cxnLst/>
              <a:rect l="l" t="t" r="r" b="b"/>
              <a:pathLst>
                <a:path w="15867" h="64370" extrusionOk="0">
                  <a:moveTo>
                    <a:pt x="289" y="1"/>
                  </a:moveTo>
                  <a:cubicBezTo>
                    <a:pt x="111" y="1"/>
                    <a:pt x="0" y="152"/>
                    <a:pt x="0" y="399"/>
                  </a:cubicBezTo>
                  <a:lnTo>
                    <a:pt x="0" y="55186"/>
                  </a:lnTo>
                  <a:lnTo>
                    <a:pt x="15866" y="64370"/>
                  </a:lnTo>
                  <a:lnTo>
                    <a:pt x="15866" y="9551"/>
                  </a:lnTo>
                  <a:cubicBezTo>
                    <a:pt x="15866" y="9203"/>
                    <a:pt x="15613" y="8791"/>
                    <a:pt x="15328" y="8601"/>
                  </a:cubicBezTo>
                  <a:lnTo>
                    <a:pt x="539" y="82"/>
                  </a:lnTo>
                  <a:cubicBezTo>
                    <a:pt x="446" y="27"/>
                    <a:pt x="362" y="1"/>
                    <a:pt x="28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2" name="Google Shape;4322;p38"/>
            <p:cNvSpPr/>
            <p:nvPr/>
          </p:nvSpPr>
          <p:spPr>
            <a:xfrm>
              <a:off x="1087363" y="2264979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12" y="3666"/>
                  </a:cubicBezTo>
                  <a:lnTo>
                    <a:pt x="14505" y="11805"/>
                  </a:lnTo>
                  <a:cubicBezTo>
                    <a:pt x="14569" y="11842"/>
                    <a:pt x="14631" y="11860"/>
                    <a:pt x="14687" y="11860"/>
                  </a:cubicBezTo>
                  <a:cubicBezTo>
                    <a:pt x="14821" y="11860"/>
                    <a:pt x="14916" y="11753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3" name="Google Shape;4323;p38"/>
            <p:cNvSpPr/>
            <p:nvPr/>
          </p:nvSpPr>
          <p:spPr>
            <a:xfrm>
              <a:off x="1111148" y="230196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4" name="Google Shape;4324;p38"/>
            <p:cNvSpPr/>
            <p:nvPr/>
          </p:nvSpPr>
          <p:spPr>
            <a:xfrm>
              <a:off x="1111148" y="232784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5" name="Google Shape;4325;p38"/>
            <p:cNvSpPr/>
            <p:nvPr/>
          </p:nvSpPr>
          <p:spPr>
            <a:xfrm>
              <a:off x="1111148" y="235473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6" name="Google Shape;4326;p38"/>
            <p:cNvSpPr/>
            <p:nvPr/>
          </p:nvSpPr>
          <p:spPr>
            <a:xfrm>
              <a:off x="1418466" y="2503194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80"/>
                    <a:pt x="0" y="334"/>
                    <a:pt x="127" y="555"/>
                  </a:cubicBezTo>
                  <a:cubicBezTo>
                    <a:pt x="228" y="758"/>
                    <a:pt x="391" y="859"/>
                    <a:pt x="516" y="859"/>
                  </a:cubicBezTo>
                  <a:cubicBezTo>
                    <a:pt x="548" y="859"/>
                    <a:pt x="577" y="853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7" name="Google Shape;4327;p38"/>
            <p:cNvSpPr/>
            <p:nvPr/>
          </p:nvSpPr>
          <p:spPr>
            <a:xfrm>
              <a:off x="1468128" y="2530835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2" y="1"/>
                  </a:moveTo>
                  <a:cubicBezTo>
                    <a:pt x="62" y="1"/>
                    <a:pt x="0" y="94"/>
                    <a:pt x="0" y="248"/>
                  </a:cubicBezTo>
                  <a:cubicBezTo>
                    <a:pt x="0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2"/>
                    <a:pt x="666" y="628"/>
                  </a:cubicBezTo>
                  <a:cubicBezTo>
                    <a:pt x="666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8" name="Google Shape;4328;p38"/>
            <p:cNvSpPr/>
            <p:nvPr/>
          </p:nvSpPr>
          <p:spPr>
            <a:xfrm>
              <a:off x="1514686" y="255857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1" y="95"/>
                    <a:pt x="1" y="349"/>
                    <a:pt x="127" y="570"/>
                  </a:cubicBezTo>
                  <a:cubicBezTo>
                    <a:pt x="232" y="753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5"/>
                  </a:cubicBezTo>
                  <a:cubicBezTo>
                    <a:pt x="729" y="760"/>
                    <a:pt x="729" y="539"/>
                    <a:pt x="602" y="285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9" name="Google Shape;4329;p38"/>
            <p:cNvSpPr/>
            <p:nvPr/>
          </p:nvSpPr>
          <p:spPr>
            <a:xfrm>
              <a:off x="1087363" y="2403184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0"/>
                  </a:moveTo>
                  <a:cubicBezTo>
                    <a:pt x="94" y="0"/>
                    <a:pt x="0" y="123"/>
                    <a:pt x="0" y="323"/>
                  </a:cubicBezTo>
                  <a:lnTo>
                    <a:pt x="0" y="2951"/>
                  </a:lnTo>
                  <a:cubicBezTo>
                    <a:pt x="0" y="3205"/>
                    <a:pt x="190" y="3553"/>
                    <a:pt x="412" y="3680"/>
                  </a:cubicBezTo>
                  <a:lnTo>
                    <a:pt x="14505" y="11819"/>
                  </a:lnTo>
                  <a:cubicBezTo>
                    <a:pt x="14569" y="11856"/>
                    <a:pt x="14631" y="11874"/>
                    <a:pt x="14687" y="11874"/>
                  </a:cubicBezTo>
                  <a:cubicBezTo>
                    <a:pt x="14821" y="11874"/>
                    <a:pt x="14916" y="11767"/>
                    <a:pt x="14916" y="11565"/>
                  </a:cubicBezTo>
                  <a:lnTo>
                    <a:pt x="14916" y="8937"/>
                  </a:lnTo>
                  <a:cubicBezTo>
                    <a:pt x="14916" y="8652"/>
                    <a:pt x="14726" y="8335"/>
                    <a:pt x="14505" y="8177"/>
                  </a:cubicBezTo>
                  <a:lnTo>
                    <a:pt x="412" y="69"/>
                  </a:lnTo>
                  <a:cubicBezTo>
                    <a:pt x="346" y="22"/>
                    <a:pt x="283" y="0"/>
                    <a:pt x="22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0" name="Google Shape;4330;p38"/>
            <p:cNvSpPr/>
            <p:nvPr/>
          </p:nvSpPr>
          <p:spPr>
            <a:xfrm>
              <a:off x="1111148" y="243958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1" name="Google Shape;4331;p38"/>
            <p:cNvSpPr/>
            <p:nvPr/>
          </p:nvSpPr>
          <p:spPr>
            <a:xfrm>
              <a:off x="1111148" y="246647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2" name="Google Shape;4332;p38"/>
            <p:cNvSpPr/>
            <p:nvPr/>
          </p:nvSpPr>
          <p:spPr>
            <a:xfrm>
              <a:off x="1111148" y="249234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3" name="Google Shape;4333;p38"/>
            <p:cNvSpPr/>
            <p:nvPr/>
          </p:nvSpPr>
          <p:spPr>
            <a:xfrm>
              <a:off x="1419511" y="2641562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87" y="1"/>
                  </a:moveTo>
                  <a:cubicBezTo>
                    <a:pt x="76" y="1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6"/>
                    <a:pt x="538" y="152"/>
                    <a:pt x="348" y="57"/>
                  </a:cubicBezTo>
                  <a:cubicBezTo>
                    <a:pt x="290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4" name="Google Shape;4334;p38"/>
            <p:cNvSpPr/>
            <p:nvPr/>
          </p:nvSpPr>
          <p:spPr>
            <a:xfrm>
              <a:off x="1467082" y="2669269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5" name="Google Shape;4335;p38"/>
            <p:cNvSpPr/>
            <p:nvPr/>
          </p:nvSpPr>
          <p:spPr>
            <a:xfrm>
              <a:off x="1514686" y="2696681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6" name="Google Shape;4336;p38"/>
            <p:cNvSpPr/>
            <p:nvPr/>
          </p:nvSpPr>
          <p:spPr>
            <a:xfrm>
              <a:off x="1087363" y="2541813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23" y="0"/>
                  </a:moveTo>
                  <a:cubicBezTo>
                    <a:pt x="92" y="0"/>
                    <a:pt x="0" y="115"/>
                    <a:pt x="0" y="292"/>
                  </a:cubicBezTo>
                  <a:lnTo>
                    <a:pt x="0" y="2920"/>
                  </a:lnTo>
                  <a:cubicBezTo>
                    <a:pt x="0" y="3205"/>
                    <a:pt x="190" y="3554"/>
                    <a:pt x="412" y="3680"/>
                  </a:cubicBezTo>
                  <a:lnTo>
                    <a:pt x="14505" y="11819"/>
                  </a:lnTo>
                  <a:cubicBezTo>
                    <a:pt x="14564" y="11853"/>
                    <a:pt x="14621" y="11869"/>
                    <a:pt x="14673" y="11869"/>
                  </a:cubicBezTo>
                  <a:cubicBezTo>
                    <a:pt x="14815" y="11869"/>
                    <a:pt x="14916" y="11751"/>
                    <a:pt x="14916" y="11566"/>
                  </a:cubicBezTo>
                  <a:lnTo>
                    <a:pt x="14916" y="8937"/>
                  </a:lnTo>
                  <a:cubicBezTo>
                    <a:pt x="14916" y="8652"/>
                    <a:pt x="14726" y="8336"/>
                    <a:pt x="14505" y="8177"/>
                  </a:cubicBezTo>
                  <a:lnTo>
                    <a:pt x="412" y="70"/>
                  </a:lnTo>
                  <a:cubicBezTo>
                    <a:pt x="345" y="22"/>
                    <a:pt x="280" y="0"/>
                    <a:pt x="223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7" name="Google Shape;4337;p38"/>
            <p:cNvSpPr/>
            <p:nvPr/>
          </p:nvSpPr>
          <p:spPr>
            <a:xfrm>
              <a:off x="1111148" y="257824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8" name="Google Shape;4338;p38"/>
            <p:cNvSpPr/>
            <p:nvPr/>
          </p:nvSpPr>
          <p:spPr>
            <a:xfrm>
              <a:off x="1111148" y="260513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9" name="Google Shape;4339;p38"/>
            <p:cNvSpPr/>
            <p:nvPr/>
          </p:nvSpPr>
          <p:spPr>
            <a:xfrm>
              <a:off x="1111148" y="263100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0" name="Google Shape;4340;p38"/>
            <p:cNvSpPr/>
            <p:nvPr/>
          </p:nvSpPr>
          <p:spPr>
            <a:xfrm>
              <a:off x="1419511" y="277983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208" y="1"/>
                  </a:moveTo>
                  <a:cubicBezTo>
                    <a:pt x="86" y="1"/>
                    <a:pt x="0" y="95"/>
                    <a:pt x="0" y="259"/>
                  </a:cubicBezTo>
                  <a:cubicBezTo>
                    <a:pt x="0" y="449"/>
                    <a:pt x="158" y="734"/>
                    <a:pt x="348" y="829"/>
                  </a:cubicBezTo>
                  <a:cubicBezTo>
                    <a:pt x="405" y="857"/>
                    <a:pt x="457" y="872"/>
                    <a:pt x="501" y="872"/>
                  </a:cubicBezTo>
                  <a:cubicBezTo>
                    <a:pt x="603" y="872"/>
                    <a:pt x="665" y="794"/>
                    <a:pt x="665" y="639"/>
                  </a:cubicBezTo>
                  <a:cubicBezTo>
                    <a:pt x="665" y="417"/>
                    <a:pt x="538" y="164"/>
                    <a:pt x="348" y="37"/>
                  </a:cubicBezTo>
                  <a:cubicBezTo>
                    <a:pt x="299" y="12"/>
                    <a:pt x="251" y="1"/>
                    <a:pt x="2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1" name="Google Shape;4341;p38"/>
            <p:cNvSpPr/>
            <p:nvPr/>
          </p:nvSpPr>
          <p:spPr>
            <a:xfrm>
              <a:off x="1467082" y="2807408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0"/>
                  </a:moveTo>
                  <a:cubicBezTo>
                    <a:pt x="174" y="0"/>
                    <a:pt x="150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7"/>
                    <a:pt x="379" y="872"/>
                    <a:pt x="503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2" name="Google Shape;4342;p38"/>
            <p:cNvSpPr/>
            <p:nvPr/>
          </p:nvSpPr>
          <p:spPr>
            <a:xfrm>
              <a:off x="1515732" y="283550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1"/>
                  </a:moveTo>
                  <a:cubicBezTo>
                    <a:pt x="78" y="1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2"/>
                    <a:pt x="483" y="872"/>
                  </a:cubicBezTo>
                  <a:cubicBezTo>
                    <a:pt x="596" y="872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7" y="1"/>
                    <a:pt x="19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3" name="Google Shape;4343;p38"/>
            <p:cNvSpPr/>
            <p:nvPr/>
          </p:nvSpPr>
          <p:spPr>
            <a:xfrm>
              <a:off x="1087363" y="2679887"/>
              <a:ext cx="487376" cy="387986"/>
            </a:xfrm>
            <a:custGeom>
              <a:avLst/>
              <a:gdLst/>
              <a:ahLst/>
              <a:cxnLst/>
              <a:rect l="l" t="t" r="r" b="b"/>
              <a:pathLst>
                <a:path w="14917" h="11875" extrusionOk="0">
                  <a:moveTo>
                    <a:pt x="230" y="1"/>
                  </a:moveTo>
                  <a:cubicBezTo>
                    <a:pt x="96" y="1"/>
                    <a:pt x="0" y="108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40"/>
                    <a:pt x="412" y="3698"/>
                  </a:cubicBezTo>
                  <a:lnTo>
                    <a:pt x="14505" y="11805"/>
                  </a:lnTo>
                  <a:cubicBezTo>
                    <a:pt x="14571" y="11852"/>
                    <a:pt x="14634" y="11874"/>
                    <a:pt x="14690" y="11874"/>
                  </a:cubicBezTo>
                  <a:cubicBezTo>
                    <a:pt x="14823" y="11874"/>
                    <a:pt x="14916" y="11752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2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4" name="Google Shape;4344;p38"/>
            <p:cNvSpPr/>
            <p:nvPr/>
          </p:nvSpPr>
          <p:spPr>
            <a:xfrm>
              <a:off x="1111148" y="271687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5" name="Google Shape;4345;p38"/>
            <p:cNvSpPr/>
            <p:nvPr/>
          </p:nvSpPr>
          <p:spPr>
            <a:xfrm>
              <a:off x="1111148" y="274274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6" name="Google Shape;4346;p38"/>
            <p:cNvSpPr/>
            <p:nvPr/>
          </p:nvSpPr>
          <p:spPr>
            <a:xfrm>
              <a:off x="1111148" y="2769639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7" name="Google Shape;4347;p38"/>
            <p:cNvSpPr/>
            <p:nvPr/>
          </p:nvSpPr>
          <p:spPr>
            <a:xfrm>
              <a:off x="1418466" y="291810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8" name="Google Shape;4348;p38"/>
            <p:cNvSpPr/>
            <p:nvPr/>
          </p:nvSpPr>
          <p:spPr>
            <a:xfrm>
              <a:off x="1468128" y="2946234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0"/>
                  </a:moveTo>
                  <a:cubicBezTo>
                    <a:pt x="63" y="0"/>
                    <a:pt x="0" y="78"/>
                    <a:pt x="0" y="233"/>
                  </a:cubicBezTo>
                  <a:cubicBezTo>
                    <a:pt x="0" y="455"/>
                    <a:pt x="127" y="708"/>
                    <a:pt x="317" y="835"/>
                  </a:cubicBezTo>
                  <a:cubicBezTo>
                    <a:pt x="367" y="859"/>
                    <a:pt x="414" y="871"/>
                    <a:pt x="457" y="871"/>
                  </a:cubicBezTo>
                  <a:cubicBezTo>
                    <a:pt x="579" y="871"/>
                    <a:pt x="666" y="77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9" name="Google Shape;4349;p38"/>
            <p:cNvSpPr/>
            <p:nvPr/>
          </p:nvSpPr>
          <p:spPr>
            <a:xfrm>
              <a:off x="1514686" y="2973907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7"/>
                    <a:pt x="127" y="19"/>
                  </a:cubicBezTo>
                  <a:cubicBezTo>
                    <a:pt x="1" y="83"/>
                    <a:pt x="1" y="336"/>
                    <a:pt x="127" y="558"/>
                  </a:cubicBezTo>
                  <a:cubicBezTo>
                    <a:pt x="232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2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0" name="Google Shape;4350;p38"/>
            <p:cNvSpPr/>
            <p:nvPr/>
          </p:nvSpPr>
          <p:spPr>
            <a:xfrm>
              <a:off x="1087363" y="2818549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12" y="3666"/>
                  </a:cubicBezTo>
                  <a:lnTo>
                    <a:pt x="14505" y="11805"/>
                  </a:lnTo>
                  <a:cubicBezTo>
                    <a:pt x="14569" y="11842"/>
                    <a:pt x="14631" y="11860"/>
                    <a:pt x="14687" y="11860"/>
                  </a:cubicBezTo>
                  <a:cubicBezTo>
                    <a:pt x="14821" y="11860"/>
                    <a:pt x="14916" y="11753"/>
                    <a:pt x="14916" y="11551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1" name="Google Shape;4351;p38"/>
            <p:cNvSpPr/>
            <p:nvPr/>
          </p:nvSpPr>
          <p:spPr>
            <a:xfrm>
              <a:off x="1111148" y="285553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2" name="Google Shape;4352;p38"/>
            <p:cNvSpPr/>
            <p:nvPr/>
          </p:nvSpPr>
          <p:spPr>
            <a:xfrm>
              <a:off x="1111148" y="288141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3" name="Google Shape;4353;p38"/>
            <p:cNvSpPr/>
            <p:nvPr/>
          </p:nvSpPr>
          <p:spPr>
            <a:xfrm>
              <a:off x="1111148" y="290830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4" name="Google Shape;4354;p38"/>
            <p:cNvSpPr/>
            <p:nvPr/>
          </p:nvSpPr>
          <p:spPr>
            <a:xfrm>
              <a:off x="1418466" y="3056765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80"/>
                    <a:pt x="0" y="333"/>
                    <a:pt x="127" y="555"/>
                  </a:cubicBezTo>
                  <a:cubicBezTo>
                    <a:pt x="228" y="758"/>
                    <a:pt x="391" y="859"/>
                    <a:pt x="516" y="859"/>
                  </a:cubicBezTo>
                  <a:cubicBezTo>
                    <a:pt x="548" y="859"/>
                    <a:pt x="577" y="853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5" name="Google Shape;4355;p38"/>
            <p:cNvSpPr/>
            <p:nvPr/>
          </p:nvSpPr>
          <p:spPr>
            <a:xfrm>
              <a:off x="1468128" y="3084406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2" y="1"/>
                  </a:moveTo>
                  <a:cubicBezTo>
                    <a:pt x="62" y="1"/>
                    <a:pt x="0" y="94"/>
                    <a:pt x="0" y="248"/>
                  </a:cubicBezTo>
                  <a:cubicBezTo>
                    <a:pt x="0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1"/>
                    <a:pt x="666" y="628"/>
                  </a:cubicBezTo>
                  <a:cubicBezTo>
                    <a:pt x="666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6" name="Google Shape;4356;p38"/>
            <p:cNvSpPr/>
            <p:nvPr/>
          </p:nvSpPr>
          <p:spPr>
            <a:xfrm>
              <a:off x="1514686" y="3112145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1" y="95"/>
                    <a:pt x="1" y="349"/>
                    <a:pt x="127" y="570"/>
                  </a:cubicBezTo>
                  <a:cubicBezTo>
                    <a:pt x="232" y="753"/>
                    <a:pt x="401" y="872"/>
                    <a:pt x="528" y="872"/>
                  </a:cubicBezTo>
                  <a:cubicBezTo>
                    <a:pt x="555" y="872"/>
                    <a:pt x="580" y="866"/>
                    <a:pt x="602" y="855"/>
                  </a:cubicBezTo>
                  <a:cubicBezTo>
                    <a:pt x="729" y="760"/>
                    <a:pt x="729" y="539"/>
                    <a:pt x="602" y="285"/>
                  </a:cubicBezTo>
                  <a:cubicBezTo>
                    <a:pt x="505" y="114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7" name="Google Shape;4357;p38"/>
            <p:cNvSpPr/>
            <p:nvPr/>
          </p:nvSpPr>
          <p:spPr>
            <a:xfrm>
              <a:off x="1087363" y="2956754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0"/>
                  </a:moveTo>
                  <a:cubicBezTo>
                    <a:pt x="94" y="0"/>
                    <a:pt x="0" y="122"/>
                    <a:pt x="0" y="323"/>
                  </a:cubicBezTo>
                  <a:lnTo>
                    <a:pt x="0" y="2919"/>
                  </a:lnTo>
                  <a:cubicBezTo>
                    <a:pt x="0" y="3204"/>
                    <a:pt x="190" y="3553"/>
                    <a:pt x="412" y="3680"/>
                  </a:cubicBezTo>
                  <a:lnTo>
                    <a:pt x="14505" y="11818"/>
                  </a:lnTo>
                  <a:cubicBezTo>
                    <a:pt x="14569" y="11855"/>
                    <a:pt x="14631" y="11873"/>
                    <a:pt x="14687" y="11873"/>
                  </a:cubicBezTo>
                  <a:cubicBezTo>
                    <a:pt x="14821" y="11873"/>
                    <a:pt x="14916" y="11767"/>
                    <a:pt x="14916" y="11565"/>
                  </a:cubicBezTo>
                  <a:lnTo>
                    <a:pt x="14916" y="8937"/>
                  </a:lnTo>
                  <a:cubicBezTo>
                    <a:pt x="14916" y="8652"/>
                    <a:pt x="14726" y="8335"/>
                    <a:pt x="14505" y="8177"/>
                  </a:cubicBezTo>
                  <a:lnTo>
                    <a:pt x="412" y="69"/>
                  </a:lnTo>
                  <a:cubicBezTo>
                    <a:pt x="346" y="22"/>
                    <a:pt x="283" y="0"/>
                    <a:pt x="22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8" name="Google Shape;4358;p38"/>
            <p:cNvSpPr/>
            <p:nvPr/>
          </p:nvSpPr>
          <p:spPr>
            <a:xfrm>
              <a:off x="1111148" y="299315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9" name="Google Shape;4359;p38"/>
            <p:cNvSpPr/>
            <p:nvPr/>
          </p:nvSpPr>
          <p:spPr>
            <a:xfrm>
              <a:off x="1111148" y="302004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0" name="Google Shape;4360;p38"/>
            <p:cNvSpPr/>
            <p:nvPr/>
          </p:nvSpPr>
          <p:spPr>
            <a:xfrm>
              <a:off x="1111148" y="304591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1" name="Google Shape;4361;p38"/>
            <p:cNvSpPr/>
            <p:nvPr/>
          </p:nvSpPr>
          <p:spPr>
            <a:xfrm>
              <a:off x="1419511" y="319513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37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2" name="Google Shape;4362;p38"/>
            <p:cNvSpPr/>
            <p:nvPr/>
          </p:nvSpPr>
          <p:spPr>
            <a:xfrm>
              <a:off x="1467082" y="3222839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3" name="Google Shape;4363;p38"/>
            <p:cNvSpPr/>
            <p:nvPr/>
          </p:nvSpPr>
          <p:spPr>
            <a:xfrm>
              <a:off x="1515732" y="3250611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8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6" y="867"/>
                    <a:pt x="486" y="867"/>
                  </a:cubicBezTo>
                  <a:cubicBezTo>
                    <a:pt x="597" y="867"/>
                    <a:pt x="665" y="778"/>
                    <a:pt x="665" y="639"/>
                  </a:cubicBezTo>
                  <a:cubicBezTo>
                    <a:pt x="665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4" name="Google Shape;4364;p38"/>
            <p:cNvSpPr/>
            <p:nvPr/>
          </p:nvSpPr>
          <p:spPr>
            <a:xfrm>
              <a:off x="1087363" y="3094991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1"/>
                  </a:moveTo>
                  <a:cubicBezTo>
                    <a:pt x="102" y="1"/>
                    <a:pt x="0" y="118"/>
                    <a:pt x="0" y="304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12" y="3692"/>
                  </a:cubicBezTo>
                  <a:lnTo>
                    <a:pt x="14505" y="11799"/>
                  </a:lnTo>
                  <a:cubicBezTo>
                    <a:pt x="14571" y="11846"/>
                    <a:pt x="14634" y="11868"/>
                    <a:pt x="14690" y="11868"/>
                  </a:cubicBezTo>
                  <a:cubicBezTo>
                    <a:pt x="14823" y="11868"/>
                    <a:pt x="14916" y="11746"/>
                    <a:pt x="14916" y="11546"/>
                  </a:cubicBezTo>
                  <a:lnTo>
                    <a:pt x="14916" y="8949"/>
                  </a:lnTo>
                  <a:cubicBezTo>
                    <a:pt x="14916" y="8664"/>
                    <a:pt x="14726" y="8316"/>
                    <a:pt x="14505" y="8189"/>
                  </a:cubicBezTo>
                  <a:lnTo>
                    <a:pt x="412" y="50"/>
                  </a:lnTo>
                  <a:cubicBezTo>
                    <a:pt x="353" y="16"/>
                    <a:pt x="295" y="1"/>
                    <a:pt x="24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5" name="Google Shape;4365;p38"/>
            <p:cNvSpPr/>
            <p:nvPr/>
          </p:nvSpPr>
          <p:spPr>
            <a:xfrm>
              <a:off x="1111148" y="313178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6" name="Google Shape;4366;p38"/>
            <p:cNvSpPr/>
            <p:nvPr/>
          </p:nvSpPr>
          <p:spPr>
            <a:xfrm>
              <a:off x="1111148" y="315870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7" name="Google Shape;4367;p38"/>
            <p:cNvSpPr/>
            <p:nvPr/>
          </p:nvSpPr>
          <p:spPr>
            <a:xfrm>
              <a:off x="1111148" y="318457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8" name="Google Shape;4368;p38"/>
            <p:cNvSpPr/>
            <p:nvPr/>
          </p:nvSpPr>
          <p:spPr>
            <a:xfrm>
              <a:off x="1418466" y="3333566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58" y="753"/>
                    <a:pt x="410" y="872"/>
                    <a:pt x="531" y="872"/>
                  </a:cubicBezTo>
                  <a:cubicBezTo>
                    <a:pt x="556" y="872"/>
                    <a:pt x="580" y="867"/>
                    <a:pt x="602" y="855"/>
                  </a:cubicBezTo>
                  <a:cubicBezTo>
                    <a:pt x="729" y="760"/>
                    <a:pt x="729" y="507"/>
                    <a:pt x="602" y="285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9" name="Google Shape;4369;p38"/>
            <p:cNvSpPr/>
            <p:nvPr/>
          </p:nvSpPr>
          <p:spPr>
            <a:xfrm>
              <a:off x="1467082" y="3360978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0"/>
                  </a:moveTo>
                  <a:cubicBezTo>
                    <a:pt x="174" y="0"/>
                    <a:pt x="150" y="5"/>
                    <a:pt x="127" y="16"/>
                  </a:cubicBezTo>
                  <a:cubicBezTo>
                    <a:pt x="1" y="111"/>
                    <a:pt x="1" y="365"/>
                    <a:pt x="127" y="587"/>
                  </a:cubicBezTo>
                  <a:cubicBezTo>
                    <a:pt x="225" y="757"/>
                    <a:pt x="379" y="872"/>
                    <a:pt x="503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1"/>
                  </a:cubicBezTo>
                  <a:cubicBezTo>
                    <a:pt x="498" y="118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0" name="Google Shape;4370;p38"/>
            <p:cNvSpPr/>
            <p:nvPr/>
          </p:nvSpPr>
          <p:spPr>
            <a:xfrm>
              <a:off x="1515732" y="3389077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2"/>
                    <a:pt x="483" y="872"/>
                  </a:cubicBezTo>
                  <a:cubicBezTo>
                    <a:pt x="596" y="872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7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1" name="Google Shape;4371;p38"/>
            <p:cNvSpPr/>
            <p:nvPr/>
          </p:nvSpPr>
          <p:spPr>
            <a:xfrm>
              <a:off x="1087363" y="3233458"/>
              <a:ext cx="487376" cy="387529"/>
            </a:xfrm>
            <a:custGeom>
              <a:avLst/>
              <a:gdLst/>
              <a:ahLst/>
              <a:cxnLst/>
              <a:rect l="l" t="t" r="r" b="b"/>
              <a:pathLst>
                <a:path w="14917" h="11861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39"/>
                    <a:pt x="412" y="3698"/>
                  </a:cubicBezTo>
                  <a:lnTo>
                    <a:pt x="14505" y="11805"/>
                  </a:lnTo>
                  <a:cubicBezTo>
                    <a:pt x="14569" y="11842"/>
                    <a:pt x="14631" y="11860"/>
                    <a:pt x="14687" y="11860"/>
                  </a:cubicBezTo>
                  <a:cubicBezTo>
                    <a:pt x="14821" y="11860"/>
                    <a:pt x="14916" y="11754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2" name="Google Shape;4372;p38"/>
            <p:cNvSpPr/>
            <p:nvPr/>
          </p:nvSpPr>
          <p:spPr>
            <a:xfrm>
              <a:off x="1111148" y="327044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3" name="Google Shape;4373;p38"/>
            <p:cNvSpPr/>
            <p:nvPr/>
          </p:nvSpPr>
          <p:spPr>
            <a:xfrm>
              <a:off x="1111148" y="329631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4" name="Google Shape;4374;p38"/>
            <p:cNvSpPr/>
            <p:nvPr/>
          </p:nvSpPr>
          <p:spPr>
            <a:xfrm>
              <a:off x="1111148" y="332320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5" name="Google Shape;4375;p38"/>
            <p:cNvSpPr/>
            <p:nvPr/>
          </p:nvSpPr>
          <p:spPr>
            <a:xfrm>
              <a:off x="1418466" y="347167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49" y="758"/>
                    <a:pt x="390" y="872"/>
                    <a:pt x="506" y="872"/>
                  </a:cubicBezTo>
                  <a:cubicBezTo>
                    <a:pt x="541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6" name="Google Shape;4376;p38"/>
            <p:cNvSpPr/>
            <p:nvPr/>
          </p:nvSpPr>
          <p:spPr>
            <a:xfrm>
              <a:off x="1468128" y="3499804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5" y="0"/>
                  </a:moveTo>
                  <a:cubicBezTo>
                    <a:pt x="63" y="0"/>
                    <a:pt x="0" y="78"/>
                    <a:pt x="0" y="233"/>
                  </a:cubicBezTo>
                  <a:cubicBezTo>
                    <a:pt x="0" y="454"/>
                    <a:pt x="127" y="708"/>
                    <a:pt x="317" y="803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391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7" name="Google Shape;4377;p38"/>
            <p:cNvSpPr/>
            <p:nvPr/>
          </p:nvSpPr>
          <p:spPr>
            <a:xfrm>
              <a:off x="1514686" y="3527477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6"/>
                    <a:pt x="127" y="19"/>
                  </a:cubicBezTo>
                  <a:cubicBezTo>
                    <a:pt x="1" y="82"/>
                    <a:pt x="1" y="336"/>
                    <a:pt x="127" y="558"/>
                  </a:cubicBezTo>
                  <a:cubicBezTo>
                    <a:pt x="232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1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8" name="Google Shape;4378;p38"/>
            <p:cNvSpPr/>
            <p:nvPr/>
          </p:nvSpPr>
          <p:spPr>
            <a:xfrm>
              <a:off x="1087363" y="3371662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1"/>
                  </a:moveTo>
                  <a:cubicBezTo>
                    <a:pt x="94" y="1"/>
                    <a:pt x="0" y="123"/>
                    <a:pt x="0" y="323"/>
                  </a:cubicBezTo>
                  <a:lnTo>
                    <a:pt x="0" y="2951"/>
                  </a:lnTo>
                  <a:cubicBezTo>
                    <a:pt x="0" y="3205"/>
                    <a:pt x="190" y="3553"/>
                    <a:pt x="412" y="3680"/>
                  </a:cubicBezTo>
                  <a:lnTo>
                    <a:pt x="14505" y="11819"/>
                  </a:lnTo>
                  <a:cubicBezTo>
                    <a:pt x="14569" y="11856"/>
                    <a:pt x="14631" y="11874"/>
                    <a:pt x="14687" y="11874"/>
                  </a:cubicBezTo>
                  <a:cubicBezTo>
                    <a:pt x="14821" y="11874"/>
                    <a:pt x="14916" y="11767"/>
                    <a:pt x="14916" y="11565"/>
                  </a:cubicBezTo>
                  <a:lnTo>
                    <a:pt x="14916" y="8937"/>
                  </a:lnTo>
                  <a:cubicBezTo>
                    <a:pt x="14916" y="8652"/>
                    <a:pt x="14726" y="8335"/>
                    <a:pt x="14505" y="8177"/>
                  </a:cubicBezTo>
                  <a:lnTo>
                    <a:pt x="412" y="69"/>
                  </a:lnTo>
                  <a:cubicBezTo>
                    <a:pt x="346" y="22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9" name="Google Shape;4379;p38"/>
            <p:cNvSpPr/>
            <p:nvPr/>
          </p:nvSpPr>
          <p:spPr>
            <a:xfrm>
              <a:off x="1111148" y="340910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0" name="Google Shape;4380;p38"/>
            <p:cNvSpPr/>
            <p:nvPr/>
          </p:nvSpPr>
          <p:spPr>
            <a:xfrm>
              <a:off x="1111148" y="3434949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1" name="Google Shape;4381;p38"/>
            <p:cNvSpPr/>
            <p:nvPr/>
          </p:nvSpPr>
          <p:spPr>
            <a:xfrm>
              <a:off x="1111148" y="346187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2" name="Google Shape;4382;p38"/>
            <p:cNvSpPr/>
            <p:nvPr/>
          </p:nvSpPr>
          <p:spPr>
            <a:xfrm>
              <a:off x="1418466" y="3610335"/>
              <a:ext cx="23818" cy="28000"/>
            </a:xfrm>
            <a:custGeom>
              <a:avLst/>
              <a:gdLst/>
              <a:ahLst/>
              <a:cxnLst/>
              <a:rect l="l" t="t" r="r" b="b"/>
              <a:pathLst>
                <a:path w="729" h="857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0" y="80"/>
                    <a:pt x="0" y="333"/>
                    <a:pt x="127" y="555"/>
                  </a:cubicBezTo>
                  <a:cubicBezTo>
                    <a:pt x="258" y="738"/>
                    <a:pt x="410" y="856"/>
                    <a:pt x="531" y="856"/>
                  </a:cubicBezTo>
                  <a:cubicBezTo>
                    <a:pt x="556" y="856"/>
                    <a:pt x="580" y="851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7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3" name="Google Shape;4383;p38"/>
            <p:cNvSpPr/>
            <p:nvPr/>
          </p:nvSpPr>
          <p:spPr>
            <a:xfrm>
              <a:off x="1467082" y="3637747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4" name="Google Shape;4384;p38"/>
            <p:cNvSpPr/>
            <p:nvPr/>
          </p:nvSpPr>
          <p:spPr>
            <a:xfrm>
              <a:off x="1514686" y="3665682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5" name="Google Shape;4385;p38"/>
            <p:cNvSpPr/>
            <p:nvPr/>
          </p:nvSpPr>
          <p:spPr>
            <a:xfrm>
              <a:off x="1087363" y="3510324"/>
              <a:ext cx="487376" cy="387757"/>
            </a:xfrm>
            <a:custGeom>
              <a:avLst/>
              <a:gdLst/>
              <a:ahLst/>
              <a:cxnLst/>
              <a:rect l="l" t="t" r="r" b="b"/>
              <a:pathLst>
                <a:path w="14917" h="11868" extrusionOk="0">
                  <a:moveTo>
                    <a:pt x="227" y="0"/>
                  </a:moveTo>
                  <a:cubicBezTo>
                    <a:pt x="94" y="0"/>
                    <a:pt x="0" y="122"/>
                    <a:pt x="0" y="322"/>
                  </a:cubicBezTo>
                  <a:lnTo>
                    <a:pt x="0" y="2919"/>
                  </a:lnTo>
                  <a:cubicBezTo>
                    <a:pt x="0" y="3204"/>
                    <a:pt x="190" y="3553"/>
                    <a:pt x="412" y="3679"/>
                  </a:cubicBezTo>
                  <a:lnTo>
                    <a:pt x="14505" y="11818"/>
                  </a:lnTo>
                  <a:cubicBezTo>
                    <a:pt x="14564" y="11852"/>
                    <a:pt x="14621" y="11868"/>
                    <a:pt x="14673" y="11868"/>
                  </a:cubicBezTo>
                  <a:cubicBezTo>
                    <a:pt x="14815" y="11868"/>
                    <a:pt x="14916" y="11750"/>
                    <a:pt x="14916" y="11565"/>
                  </a:cubicBezTo>
                  <a:lnTo>
                    <a:pt x="14916" y="8936"/>
                  </a:lnTo>
                  <a:cubicBezTo>
                    <a:pt x="14916" y="8651"/>
                    <a:pt x="14726" y="8335"/>
                    <a:pt x="14505" y="8176"/>
                  </a:cubicBezTo>
                  <a:lnTo>
                    <a:pt x="412" y="69"/>
                  </a:lnTo>
                  <a:cubicBezTo>
                    <a:pt x="346" y="22"/>
                    <a:pt x="283" y="0"/>
                    <a:pt x="22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6" name="Google Shape;4386;p38"/>
            <p:cNvSpPr/>
            <p:nvPr/>
          </p:nvSpPr>
          <p:spPr>
            <a:xfrm>
              <a:off x="1111148" y="354672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7" name="Google Shape;4387;p38"/>
            <p:cNvSpPr/>
            <p:nvPr/>
          </p:nvSpPr>
          <p:spPr>
            <a:xfrm>
              <a:off x="1111148" y="357361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8" name="Google Shape;4388;p38"/>
            <p:cNvSpPr/>
            <p:nvPr/>
          </p:nvSpPr>
          <p:spPr>
            <a:xfrm>
              <a:off x="1111148" y="3599488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9" name="Google Shape;4389;p38"/>
            <p:cNvSpPr/>
            <p:nvPr/>
          </p:nvSpPr>
          <p:spPr>
            <a:xfrm>
              <a:off x="1419511" y="374870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0" name="Google Shape;4390;p38"/>
            <p:cNvSpPr/>
            <p:nvPr/>
          </p:nvSpPr>
          <p:spPr>
            <a:xfrm>
              <a:off x="1467082" y="3776409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0"/>
                  </a:moveTo>
                  <a:cubicBezTo>
                    <a:pt x="191" y="0"/>
                    <a:pt x="157" y="11"/>
                    <a:pt x="127" y="32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07"/>
                    <a:pt x="602" y="286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1" name="Google Shape;4391;p38"/>
            <p:cNvSpPr/>
            <p:nvPr/>
          </p:nvSpPr>
          <p:spPr>
            <a:xfrm>
              <a:off x="1515732" y="3804181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7"/>
                  </a:cubicBezTo>
                  <a:cubicBezTo>
                    <a:pt x="0" y="449"/>
                    <a:pt x="159" y="702"/>
                    <a:pt x="349" y="829"/>
                  </a:cubicBezTo>
                  <a:cubicBezTo>
                    <a:pt x="400" y="855"/>
                    <a:pt x="446" y="866"/>
                    <a:pt x="486" y="866"/>
                  </a:cubicBezTo>
                  <a:cubicBezTo>
                    <a:pt x="597" y="866"/>
                    <a:pt x="665" y="778"/>
                    <a:pt x="665" y="639"/>
                  </a:cubicBezTo>
                  <a:cubicBezTo>
                    <a:pt x="665" y="417"/>
                    <a:pt x="539" y="164"/>
                    <a:pt x="349" y="37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2" name="Google Shape;4392;p38"/>
            <p:cNvSpPr/>
            <p:nvPr/>
          </p:nvSpPr>
          <p:spPr>
            <a:xfrm>
              <a:off x="1087363" y="3648562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0"/>
                  </a:moveTo>
                  <a:cubicBezTo>
                    <a:pt x="102" y="0"/>
                    <a:pt x="0" y="118"/>
                    <a:pt x="0" y="303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12" y="3692"/>
                  </a:cubicBezTo>
                  <a:lnTo>
                    <a:pt x="14505" y="11799"/>
                  </a:lnTo>
                  <a:cubicBezTo>
                    <a:pt x="14571" y="11846"/>
                    <a:pt x="14634" y="11868"/>
                    <a:pt x="14690" y="11868"/>
                  </a:cubicBezTo>
                  <a:cubicBezTo>
                    <a:pt x="14823" y="11868"/>
                    <a:pt x="14916" y="11746"/>
                    <a:pt x="14916" y="11546"/>
                  </a:cubicBezTo>
                  <a:lnTo>
                    <a:pt x="14916" y="8949"/>
                  </a:lnTo>
                  <a:cubicBezTo>
                    <a:pt x="14916" y="8664"/>
                    <a:pt x="14726" y="8316"/>
                    <a:pt x="14505" y="8189"/>
                  </a:cubicBezTo>
                  <a:lnTo>
                    <a:pt x="412" y="50"/>
                  </a:lnTo>
                  <a:cubicBezTo>
                    <a:pt x="353" y="16"/>
                    <a:pt x="295" y="0"/>
                    <a:pt x="24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3" name="Google Shape;4393;p38"/>
            <p:cNvSpPr/>
            <p:nvPr/>
          </p:nvSpPr>
          <p:spPr>
            <a:xfrm>
              <a:off x="1111148" y="368535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4" name="Google Shape;4394;p38"/>
            <p:cNvSpPr/>
            <p:nvPr/>
          </p:nvSpPr>
          <p:spPr>
            <a:xfrm>
              <a:off x="1111148" y="371227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5" name="Google Shape;4395;p38"/>
            <p:cNvSpPr/>
            <p:nvPr/>
          </p:nvSpPr>
          <p:spPr>
            <a:xfrm>
              <a:off x="1111148" y="3738117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6" name="Google Shape;4396;p38"/>
            <p:cNvSpPr/>
            <p:nvPr/>
          </p:nvSpPr>
          <p:spPr>
            <a:xfrm>
              <a:off x="1418466" y="3887136"/>
              <a:ext cx="23818" cy="27968"/>
            </a:xfrm>
            <a:custGeom>
              <a:avLst/>
              <a:gdLst/>
              <a:ahLst/>
              <a:cxnLst/>
              <a:rect l="l" t="t" r="r" b="b"/>
              <a:pathLst>
                <a:path w="729" h="856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49" y="741"/>
                    <a:pt x="390" y="856"/>
                    <a:pt x="506" y="856"/>
                  </a:cubicBezTo>
                  <a:cubicBezTo>
                    <a:pt x="541" y="856"/>
                    <a:pt x="573" y="845"/>
                    <a:pt x="602" y="824"/>
                  </a:cubicBezTo>
                  <a:cubicBezTo>
                    <a:pt x="729" y="760"/>
                    <a:pt x="729" y="507"/>
                    <a:pt x="602" y="285"/>
                  </a:cubicBezTo>
                  <a:cubicBezTo>
                    <a:pt x="504" y="114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7" name="Google Shape;4397;p38"/>
            <p:cNvSpPr/>
            <p:nvPr/>
          </p:nvSpPr>
          <p:spPr>
            <a:xfrm>
              <a:off x="1467082" y="3914548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0"/>
                  </a:moveTo>
                  <a:cubicBezTo>
                    <a:pt x="174" y="0"/>
                    <a:pt x="150" y="5"/>
                    <a:pt x="127" y="16"/>
                  </a:cubicBezTo>
                  <a:cubicBezTo>
                    <a:pt x="1" y="111"/>
                    <a:pt x="1" y="333"/>
                    <a:pt x="127" y="586"/>
                  </a:cubicBezTo>
                  <a:cubicBezTo>
                    <a:pt x="225" y="757"/>
                    <a:pt x="379" y="872"/>
                    <a:pt x="503" y="872"/>
                  </a:cubicBezTo>
                  <a:cubicBezTo>
                    <a:pt x="539" y="872"/>
                    <a:pt x="573" y="861"/>
                    <a:pt x="602" y="840"/>
                  </a:cubicBezTo>
                  <a:cubicBezTo>
                    <a:pt x="729" y="776"/>
                    <a:pt x="729" y="523"/>
                    <a:pt x="602" y="301"/>
                  </a:cubicBezTo>
                  <a:cubicBezTo>
                    <a:pt x="498" y="118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8" name="Google Shape;4398;p38"/>
            <p:cNvSpPr/>
            <p:nvPr/>
          </p:nvSpPr>
          <p:spPr>
            <a:xfrm>
              <a:off x="1515732" y="3942647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1"/>
                    <a:pt x="483" y="871"/>
                  </a:cubicBezTo>
                  <a:cubicBezTo>
                    <a:pt x="596" y="871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7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9" name="Google Shape;4399;p38"/>
            <p:cNvSpPr/>
            <p:nvPr/>
          </p:nvSpPr>
          <p:spPr>
            <a:xfrm>
              <a:off x="1087363" y="3787028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39"/>
                    <a:pt x="412" y="3698"/>
                  </a:cubicBezTo>
                  <a:lnTo>
                    <a:pt x="14505" y="11805"/>
                  </a:lnTo>
                  <a:cubicBezTo>
                    <a:pt x="14571" y="11852"/>
                    <a:pt x="14634" y="11874"/>
                    <a:pt x="14690" y="11874"/>
                  </a:cubicBezTo>
                  <a:cubicBezTo>
                    <a:pt x="14823" y="11874"/>
                    <a:pt x="14916" y="11752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0" name="Google Shape;4400;p38"/>
            <p:cNvSpPr/>
            <p:nvPr/>
          </p:nvSpPr>
          <p:spPr>
            <a:xfrm>
              <a:off x="1111148" y="382401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1" name="Google Shape;4401;p38"/>
            <p:cNvSpPr/>
            <p:nvPr/>
          </p:nvSpPr>
          <p:spPr>
            <a:xfrm>
              <a:off x="1111148" y="3849890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2" name="Google Shape;4402;p38"/>
            <p:cNvSpPr/>
            <p:nvPr/>
          </p:nvSpPr>
          <p:spPr>
            <a:xfrm>
              <a:off x="1111148" y="387677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3" name="Google Shape;4403;p38"/>
            <p:cNvSpPr/>
            <p:nvPr/>
          </p:nvSpPr>
          <p:spPr>
            <a:xfrm>
              <a:off x="1418466" y="402524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49" y="758"/>
                    <a:pt x="390" y="872"/>
                    <a:pt x="506" y="872"/>
                  </a:cubicBezTo>
                  <a:cubicBezTo>
                    <a:pt x="541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4" name="Google Shape;4404;p38"/>
            <p:cNvSpPr/>
            <p:nvPr/>
          </p:nvSpPr>
          <p:spPr>
            <a:xfrm>
              <a:off x="1468128" y="4053341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65" y="1"/>
                  </a:moveTo>
                  <a:cubicBezTo>
                    <a:pt x="63" y="1"/>
                    <a:pt x="0" y="78"/>
                    <a:pt x="0" y="234"/>
                  </a:cubicBezTo>
                  <a:cubicBezTo>
                    <a:pt x="0" y="455"/>
                    <a:pt x="127" y="709"/>
                    <a:pt x="317" y="804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8"/>
                    <a:pt x="666" y="614"/>
                  </a:cubicBezTo>
                  <a:cubicBezTo>
                    <a:pt x="666" y="424"/>
                    <a:pt x="507" y="139"/>
                    <a:pt x="317" y="44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5" name="Google Shape;4405;p38"/>
            <p:cNvSpPr/>
            <p:nvPr/>
          </p:nvSpPr>
          <p:spPr>
            <a:xfrm>
              <a:off x="1514686" y="4081047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6"/>
                    <a:pt x="127" y="19"/>
                  </a:cubicBezTo>
                  <a:cubicBezTo>
                    <a:pt x="1" y="82"/>
                    <a:pt x="1" y="336"/>
                    <a:pt x="127" y="557"/>
                  </a:cubicBezTo>
                  <a:cubicBezTo>
                    <a:pt x="232" y="740"/>
                    <a:pt x="401" y="859"/>
                    <a:pt x="528" y="859"/>
                  </a:cubicBezTo>
                  <a:cubicBezTo>
                    <a:pt x="555" y="859"/>
                    <a:pt x="580" y="853"/>
                    <a:pt x="602" y="842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1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6" name="Google Shape;4406;p38"/>
            <p:cNvSpPr/>
            <p:nvPr/>
          </p:nvSpPr>
          <p:spPr>
            <a:xfrm>
              <a:off x="1642991" y="2262071"/>
              <a:ext cx="472902" cy="2076207"/>
            </a:xfrm>
            <a:custGeom>
              <a:avLst/>
              <a:gdLst/>
              <a:ahLst/>
              <a:cxnLst/>
              <a:rect l="l" t="t" r="r" b="b"/>
              <a:pathLst>
                <a:path w="14474" h="63546" extrusionOk="0">
                  <a:moveTo>
                    <a:pt x="14185" y="0"/>
                  </a:moveTo>
                  <a:cubicBezTo>
                    <a:pt x="14112" y="0"/>
                    <a:pt x="14027" y="26"/>
                    <a:pt x="13935" y="81"/>
                  </a:cubicBezTo>
                  <a:lnTo>
                    <a:pt x="539" y="7777"/>
                  </a:lnTo>
                  <a:cubicBezTo>
                    <a:pt x="254" y="7967"/>
                    <a:pt x="1" y="8379"/>
                    <a:pt x="1" y="8727"/>
                  </a:cubicBezTo>
                  <a:lnTo>
                    <a:pt x="1" y="63546"/>
                  </a:lnTo>
                  <a:lnTo>
                    <a:pt x="14473" y="55185"/>
                  </a:lnTo>
                  <a:lnTo>
                    <a:pt x="14473" y="398"/>
                  </a:lnTo>
                  <a:cubicBezTo>
                    <a:pt x="14473" y="152"/>
                    <a:pt x="14362" y="0"/>
                    <a:pt x="1418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7" name="Google Shape;4407;p38"/>
            <p:cNvSpPr/>
            <p:nvPr/>
          </p:nvSpPr>
          <p:spPr>
            <a:xfrm>
              <a:off x="1658511" y="2288798"/>
              <a:ext cx="441863" cy="360574"/>
            </a:xfrm>
            <a:custGeom>
              <a:avLst/>
              <a:gdLst/>
              <a:ahLst/>
              <a:cxnLst/>
              <a:rect l="l" t="t" r="r" b="b"/>
              <a:pathLst>
                <a:path w="13524" h="11036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7"/>
                    <a:pt x="1" y="7846"/>
                    <a:pt x="1" y="8099"/>
                  </a:cubicBezTo>
                  <a:lnTo>
                    <a:pt x="1" y="10728"/>
                  </a:lnTo>
                  <a:cubicBezTo>
                    <a:pt x="1" y="10929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2" y="3665"/>
                  </a:lnTo>
                  <a:cubicBezTo>
                    <a:pt x="13333" y="3539"/>
                    <a:pt x="13523" y="3190"/>
                    <a:pt x="13523" y="2937"/>
                  </a:cubicBezTo>
                  <a:lnTo>
                    <a:pt x="13523" y="309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8" name="Google Shape;4408;p38"/>
            <p:cNvSpPr/>
            <p:nvPr/>
          </p:nvSpPr>
          <p:spPr>
            <a:xfrm>
              <a:off x="1658511" y="242697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1"/>
                  </a:moveTo>
                  <a:cubicBezTo>
                    <a:pt x="13241" y="1"/>
                    <a:pt x="13177" y="23"/>
                    <a:pt x="13112" y="70"/>
                  </a:cubicBezTo>
                  <a:lnTo>
                    <a:pt x="444" y="7354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44"/>
                    <a:pt x="96" y="11051"/>
                    <a:pt x="241" y="11051"/>
                  </a:cubicBezTo>
                  <a:cubicBezTo>
                    <a:pt x="301" y="11051"/>
                    <a:pt x="370" y="11033"/>
                    <a:pt x="444" y="10996"/>
                  </a:cubicBezTo>
                  <a:lnTo>
                    <a:pt x="13112" y="3680"/>
                  </a:lnTo>
                  <a:cubicBezTo>
                    <a:pt x="13333" y="3553"/>
                    <a:pt x="13523" y="3205"/>
                    <a:pt x="13523" y="2920"/>
                  </a:cubicBezTo>
                  <a:lnTo>
                    <a:pt x="13523" y="323"/>
                  </a:lnTo>
                  <a:cubicBezTo>
                    <a:pt x="13523" y="123"/>
                    <a:pt x="13429" y="1"/>
                    <a:pt x="1329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9" name="Google Shape;4409;p38"/>
            <p:cNvSpPr/>
            <p:nvPr/>
          </p:nvSpPr>
          <p:spPr>
            <a:xfrm>
              <a:off x="1658511" y="2565240"/>
              <a:ext cx="441863" cy="361260"/>
            </a:xfrm>
            <a:custGeom>
              <a:avLst/>
              <a:gdLst/>
              <a:ahLst/>
              <a:cxnLst/>
              <a:rect l="l" t="t" r="r" b="b"/>
              <a:pathLst>
                <a:path w="13524" h="11057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5"/>
                  </a:lnTo>
                  <a:cubicBezTo>
                    <a:pt x="191" y="7524"/>
                    <a:pt x="1" y="7840"/>
                    <a:pt x="1" y="8125"/>
                  </a:cubicBezTo>
                  <a:lnTo>
                    <a:pt x="1" y="10754"/>
                  </a:lnTo>
                  <a:cubicBezTo>
                    <a:pt x="1" y="10939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7"/>
                  </a:cubicBezTo>
                  <a:lnTo>
                    <a:pt x="13112" y="3692"/>
                  </a:lnTo>
                  <a:cubicBezTo>
                    <a:pt x="13333" y="3533"/>
                    <a:pt x="13523" y="3217"/>
                    <a:pt x="13523" y="2932"/>
                  </a:cubicBezTo>
                  <a:lnTo>
                    <a:pt x="13523" y="303"/>
                  </a:lnTo>
                  <a:cubicBezTo>
                    <a:pt x="13523" y="118"/>
                    <a:pt x="13421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0" name="Google Shape;4410;p38"/>
            <p:cNvSpPr/>
            <p:nvPr/>
          </p:nvSpPr>
          <p:spPr>
            <a:xfrm>
              <a:off x="1658511" y="2703706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31"/>
                  </a:cubicBezTo>
                  <a:lnTo>
                    <a:pt x="1" y="10728"/>
                  </a:lnTo>
                  <a:cubicBezTo>
                    <a:pt x="1" y="10928"/>
                    <a:pt x="94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97"/>
                  </a:lnTo>
                  <a:cubicBezTo>
                    <a:pt x="13333" y="3539"/>
                    <a:pt x="13523" y="3222"/>
                    <a:pt x="13523" y="2937"/>
                  </a:cubicBezTo>
                  <a:lnTo>
                    <a:pt x="13523" y="309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1" name="Google Shape;4411;p38"/>
            <p:cNvSpPr/>
            <p:nvPr/>
          </p:nvSpPr>
          <p:spPr>
            <a:xfrm>
              <a:off x="1658511" y="2842335"/>
              <a:ext cx="441863" cy="360606"/>
            </a:xfrm>
            <a:custGeom>
              <a:avLst/>
              <a:gdLst/>
              <a:ahLst/>
              <a:cxnLst/>
              <a:rect l="l" t="t" r="r" b="b"/>
              <a:pathLst>
                <a:path w="13524" h="11037" extrusionOk="0">
                  <a:moveTo>
                    <a:pt x="13294" y="1"/>
                  </a:moveTo>
                  <a:cubicBezTo>
                    <a:pt x="13238" y="1"/>
                    <a:pt x="13176" y="19"/>
                    <a:pt x="13112" y="56"/>
                  </a:cubicBezTo>
                  <a:lnTo>
                    <a:pt x="444" y="7372"/>
                  </a:lnTo>
                  <a:cubicBezTo>
                    <a:pt x="191" y="7498"/>
                    <a:pt x="1" y="7847"/>
                    <a:pt x="1" y="8100"/>
                  </a:cubicBezTo>
                  <a:lnTo>
                    <a:pt x="1" y="10728"/>
                  </a:lnTo>
                  <a:cubicBezTo>
                    <a:pt x="1" y="10930"/>
                    <a:pt x="96" y="11037"/>
                    <a:pt x="241" y="11037"/>
                  </a:cubicBezTo>
                  <a:cubicBezTo>
                    <a:pt x="301" y="11037"/>
                    <a:pt x="370" y="11019"/>
                    <a:pt x="444" y="10982"/>
                  </a:cubicBezTo>
                  <a:lnTo>
                    <a:pt x="13112" y="3666"/>
                  </a:lnTo>
                  <a:cubicBezTo>
                    <a:pt x="13333" y="3540"/>
                    <a:pt x="13523" y="3191"/>
                    <a:pt x="13523" y="2938"/>
                  </a:cubicBezTo>
                  <a:lnTo>
                    <a:pt x="13523" y="309"/>
                  </a:lnTo>
                  <a:cubicBezTo>
                    <a:pt x="13523" y="108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2" name="Google Shape;4412;p38"/>
            <p:cNvSpPr/>
            <p:nvPr/>
          </p:nvSpPr>
          <p:spPr>
            <a:xfrm>
              <a:off x="1658511" y="298054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1"/>
                  </a:moveTo>
                  <a:cubicBezTo>
                    <a:pt x="13241" y="1"/>
                    <a:pt x="13177" y="23"/>
                    <a:pt x="13112" y="70"/>
                  </a:cubicBezTo>
                  <a:lnTo>
                    <a:pt x="444" y="7353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3" y="3553"/>
                    <a:pt x="13523" y="3205"/>
                    <a:pt x="13523" y="2920"/>
                  </a:cubicBezTo>
                  <a:lnTo>
                    <a:pt x="13523" y="323"/>
                  </a:lnTo>
                  <a:cubicBezTo>
                    <a:pt x="13523" y="123"/>
                    <a:pt x="13429" y="1"/>
                    <a:pt x="1329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3" name="Google Shape;4413;p38"/>
            <p:cNvSpPr/>
            <p:nvPr/>
          </p:nvSpPr>
          <p:spPr>
            <a:xfrm>
              <a:off x="1658511" y="3118777"/>
              <a:ext cx="441863" cy="361293"/>
            </a:xfrm>
            <a:custGeom>
              <a:avLst/>
              <a:gdLst/>
              <a:ahLst/>
              <a:cxnLst/>
              <a:rect l="l" t="t" r="r" b="b"/>
              <a:pathLst>
                <a:path w="13524" h="11058" extrusionOk="0">
                  <a:moveTo>
                    <a:pt x="13280" y="1"/>
                  </a:moveTo>
                  <a:cubicBezTo>
                    <a:pt x="13228" y="1"/>
                    <a:pt x="13171" y="17"/>
                    <a:pt x="13112" y="51"/>
                  </a:cubicBezTo>
                  <a:lnTo>
                    <a:pt x="444" y="7366"/>
                  </a:lnTo>
                  <a:cubicBezTo>
                    <a:pt x="191" y="7524"/>
                    <a:pt x="1" y="7841"/>
                    <a:pt x="1" y="8126"/>
                  </a:cubicBezTo>
                  <a:lnTo>
                    <a:pt x="1" y="10755"/>
                  </a:lnTo>
                  <a:cubicBezTo>
                    <a:pt x="1" y="10940"/>
                    <a:pt x="102" y="11058"/>
                    <a:pt x="256" y="11058"/>
                  </a:cubicBezTo>
                  <a:cubicBezTo>
                    <a:pt x="313" y="11058"/>
                    <a:pt x="376" y="11042"/>
                    <a:pt x="444" y="11008"/>
                  </a:cubicBezTo>
                  <a:lnTo>
                    <a:pt x="13112" y="3693"/>
                  </a:lnTo>
                  <a:cubicBezTo>
                    <a:pt x="13333" y="3534"/>
                    <a:pt x="13523" y="3218"/>
                    <a:pt x="13523" y="2932"/>
                  </a:cubicBezTo>
                  <a:lnTo>
                    <a:pt x="13523" y="304"/>
                  </a:lnTo>
                  <a:cubicBezTo>
                    <a:pt x="13523" y="119"/>
                    <a:pt x="13421" y="1"/>
                    <a:pt x="1328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4" name="Google Shape;4414;p38"/>
            <p:cNvSpPr/>
            <p:nvPr/>
          </p:nvSpPr>
          <p:spPr>
            <a:xfrm>
              <a:off x="1658511" y="3257276"/>
              <a:ext cx="441863" cy="361031"/>
            </a:xfrm>
            <a:custGeom>
              <a:avLst/>
              <a:gdLst/>
              <a:ahLst/>
              <a:cxnLst/>
              <a:rect l="l" t="t" r="r" b="b"/>
              <a:pathLst>
                <a:path w="13524" h="11050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7"/>
                    <a:pt x="1" y="7846"/>
                    <a:pt x="1" y="8131"/>
                  </a:cubicBezTo>
                  <a:lnTo>
                    <a:pt x="1" y="10728"/>
                  </a:lnTo>
                  <a:cubicBezTo>
                    <a:pt x="1" y="10928"/>
                    <a:pt x="94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97"/>
                  </a:lnTo>
                  <a:cubicBezTo>
                    <a:pt x="13333" y="3539"/>
                    <a:pt x="13523" y="3222"/>
                    <a:pt x="13523" y="2937"/>
                  </a:cubicBezTo>
                  <a:lnTo>
                    <a:pt x="13523" y="309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5" name="Google Shape;4415;p38"/>
            <p:cNvSpPr/>
            <p:nvPr/>
          </p:nvSpPr>
          <p:spPr>
            <a:xfrm>
              <a:off x="1658511" y="3395905"/>
              <a:ext cx="441863" cy="360606"/>
            </a:xfrm>
            <a:custGeom>
              <a:avLst/>
              <a:gdLst/>
              <a:ahLst/>
              <a:cxnLst/>
              <a:rect l="l" t="t" r="r" b="b"/>
              <a:pathLst>
                <a:path w="13524" h="11037" extrusionOk="0">
                  <a:moveTo>
                    <a:pt x="13294" y="1"/>
                  </a:moveTo>
                  <a:cubicBezTo>
                    <a:pt x="13238" y="1"/>
                    <a:pt x="13176" y="19"/>
                    <a:pt x="13112" y="56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00"/>
                  </a:cubicBezTo>
                  <a:lnTo>
                    <a:pt x="1" y="10728"/>
                  </a:lnTo>
                  <a:cubicBezTo>
                    <a:pt x="1" y="10930"/>
                    <a:pt x="96" y="11037"/>
                    <a:pt x="241" y="11037"/>
                  </a:cubicBezTo>
                  <a:cubicBezTo>
                    <a:pt x="301" y="11037"/>
                    <a:pt x="370" y="11019"/>
                    <a:pt x="444" y="10982"/>
                  </a:cubicBezTo>
                  <a:lnTo>
                    <a:pt x="13112" y="3666"/>
                  </a:lnTo>
                  <a:cubicBezTo>
                    <a:pt x="13333" y="3539"/>
                    <a:pt x="13523" y="3191"/>
                    <a:pt x="13523" y="2938"/>
                  </a:cubicBezTo>
                  <a:lnTo>
                    <a:pt x="13523" y="309"/>
                  </a:lnTo>
                  <a:cubicBezTo>
                    <a:pt x="13523" y="107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6" name="Google Shape;4416;p38"/>
            <p:cNvSpPr/>
            <p:nvPr/>
          </p:nvSpPr>
          <p:spPr>
            <a:xfrm>
              <a:off x="1658511" y="353411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1"/>
                  </a:moveTo>
                  <a:cubicBezTo>
                    <a:pt x="13241" y="1"/>
                    <a:pt x="13177" y="22"/>
                    <a:pt x="13112" y="70"/>
                  </a:cubicBezTo>
                  <a:lnTo>
                    <a:pt x="444" y="7353"/>
                  </a:lnTo>
                  <a:cubicBezTo>
                    <a:pt x="191" y="7512"/>
                    <a:pt x="1" y="7828"/>
                    <a:pt x="1" y="8113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3" y="3553"/>
                    <a:pt x="13523" y="3205"/>
                    <a:pt x="13523" y="2920"/>
                  </a:cubicBezTo>
                  <a:lnTo>
                    <a:pt x="13523" y="323"/>
                  </a:lnTo>
                  <a:cubicBezTo>
                    <a:pt x="13523" y="123"/>
                    <a:pt x="13429" y="1"/>
                    <a:pt x="1329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7" name="Google Shape;4417;p38"/>
            <p:cNvSpPr/>
            <p:nvPr/>
          </p:nvSpPr>
          <p:spPr>
            <a:xfrm>
              <a:off x="1658511" y="3672347"/>
              <a:ext cx="441863" cy="361293"/>
            </a:xfrm>
            <a:custGeom>
              <a:avLst/>
              <a:gdLst/>
              <a:ahLst/>
              <a:cxnLst/>
              <a:rect l="l" t="t" r="r" b="b"/>
              <a:pathLst>
                <a:path w="13524" h="11058" extrusionOk="0">
                  <a:moveTo>
                    <a:pt x="13280" y="1"/>
                  </a:moveTo>
                  <a:cubicBezTo>
                    <a:pt x="13228" y="1"/>
                    <a:pt x="13171" y="17"/>
                    <a:pt x="13112" y="50"/>
                  </a:cubicBezTo>
                  <a:lnTo>
                    <a:pt x="444" y="7366"/>
                  </a:lnTo>
                  <a:cubicBezTo>
                    <a:pt x="191" y="7524"/>
                    <a:pt x="1" y="7841"/>
                    <a:pt x="1" y="8126"/>
                  </a:cubicBezTo>
                  <a:lnTo>
                    <a:pt x="1" y="10755"/>
                  </a:lnTo>
                  <a:cubicBezTo>
                    <a:pt x="1" y="10940"/>
                    <a:pt x="102" y="11058"/>
                    <a:pt x="256" y="11058"/>
                  </a:cubicBezTo>
                  <a:cubicBezTo>
                    <a:pt x="313" y="11058"/>
                    <a:pt x="376" y="11042"/>
                    <a:pt x="444" y="11008"/>
                  </a:cubicBezTo>
                  <a:lnTo>
                    <a:pt x="13112" y="3692"/>
                  </a:lnTo>
                  <a:cubicBezTo>
                    <a:pt x="13333" y="3534"/>
                    <a:pt x="13523" y="3217"/>
                    <a:pt x="13523" y="2932"/>
                  </a:cubicBezTo>
                  <a:lnTo>
                    <a:pt x="13523" y="304"/>
                  </a:lnTo>
                  <a:cubicBezTo>
                    <a:pt x="13523" y="118"/>
                    <a:pt x="13421" y="1"/>
                    <a:pt x="1328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8" name="Google Shape;4418;p38"/>
            <p:cNvSpPr/>
            <p:nvPr/>
          </p:nvSpPr>
          <p:spPr>
            <a:xfrm>
              <a:off x="1658511" y="3810846"/>
              <a:ext cx="441863" cy="361031"/>
            </a:xfrm>
            <a:custGeom>
              <a:avLst/>
              <a:gdLst/>
              <a:ahLst/>
              <a:cxnLst/>
              <a:rect l="l" t="t" r="r" b="b"/>
              <a:pathLst>
                <a:path w="13524" h="11050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7"/>
                    <a:pt x="1" y="7846"/>
                    <a:pt x="1" y="8131"/>
                  </a:cubicBezTo>
                  <a:lnTo>
                    <a:pt x="1" y="10728"/>
                  </a:lnTo>
                  <a:cubicBezTo>
                    <a:pt x="1" y="10928"/>
                    <a:pt x="94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97"/>
                  </a:lnTo>
                  <a:cubicBezTo>
                    <a:pt x="13333" y="3539"/>
                    <a:pt x="13523" y="3222"/>
                    <a:pt x="13523" y="2937"/>
                  </a:cubicBezTo>
                  <a:lnTo>
                    <a:pt x="13523" y="308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9" name="Google Shape;4419;p38"/>
            <p:cNvSpPr/>
            <p:nvPr/>
          </p:nvSpPr>
          <p:spPr>
            <a:xfrm>
              <a:off x="1047012" y="1828083"/>
              <a:ext cx="1090608" cy="633258"/>
            </a:xfrm>
            <a:custGeom>
              <a:avLst/>
              <a:gdLst/>
              <a:ahLst/>
              <a:cxnLst/>
              <a:rect l="l" t="t" r="r" b="b"/>
              <a:pathLst>
                <a:path w="33380" h="19382" extrusionOk="0">
                  <a:moveTo>
                    <a:pt x="16151" y="0"/>
                  </a:moveTo>
                  <a:lnTo>
                    <a:pt x="0" y="9342"/>
                  </a:lnTo>
                  <a:lnTo>
                    <a:pt x="17386" y="19382"/>
                  </a:lnTo>
                  <a:lnTo>
                    <a:pt x="33379" y="10134"/>
                  </a:lnTo>
                  <a:lnTo>
                    <a:pt x="1615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0" name="Google Shape;4420;p38"/>
            <p:cNvSpPr/>
            <p:nvPr/>
          </p:nvSpPr>
          <p:spPr>
            <a:xfrm>
              <a:off x="1220830" y="1949134"/>
              <a:ext cx="533934" cy="429447"/>
            </a:xfrm>
            <a:custGeom>
              <a:avLst/>
              <a:gdLst/>
              <a:ahLst/>
              <a:cxnLst/>
              <a:rect l="l" t="t" r="r" b="b"/>
              <a:pathLst>
                <a:path w="16342" h="13144" extrusionOk="0">
                  <a:moveTo>
                    <a:pt x="10230" y="0"/>
                  </a:moveTo>
                  <a:lnTo>
                    <a:pt x="1" y="5891"/>
                  </a:lnTo>
                  <a:lnTo>
                    <a:pt x="12510" y="13143"/>
                  </a:lnTo>
                  <a:lnTo>
                    <a:pt x="12510" y="11845"/>
                  </a:lnTo>
                  <a:lnTo>
                    <a:pt x="16342" y="3516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1" name="Google Shape;4421;p38"/>
            <p:cNvSpPr/>
            <p:nvPr/>
          </p:nvSpPr>
          <p:spPr>
            <a:xfrm>
              <a:off x="1220830" y="2099166"/>
              <a:ext cx="74526" cy="64169"/>
            </a:xfrm>
            <a:custGeom>
              <a:avLst/>
              <a:gdLst/>
              <a:ahLst/>
              <a:cxnLst/>
              <a:rect l="l" t="t" r="r" b="b"/>
              <a:pathLst>
                <a:path w="2281" h="1964" extrusionOk="0">
                  <a:moveTo>
                    <a:pt x="1" y="0"/>
                  </a:moveTo>
                  <a:lnTo>
                    <a:pt x="1" y="1299"/>
                  </a:lnTo>
                  <a:lnTo>
                    <a:pt x="2091" y="1964"/>
                  </a:lnTo>
                  <a:lnTo>
                    <a:pt x="2281" y="855"/>
                  </a:lnTo>
                  <a:lnTo>
                    <a:pt x="1711" y="6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2" name="Google Shape;4422;p38"/>
            <p:cNvSpPr/>
            <p:nvPr/>
          </p:nvSpPr>
          <p:spPr>
            <a:xfrm>
              <a:off x="1629530" y="2063978"/>
              <a:ext cx="335285" cy="314604"/>
            </a:xfrm>
            <a:custGeom>
              <a:avLst/>
              <a:gdLst/>
              <a:ahLst/>
              <a:cxnLst/>
              <a:rect l="l" t="t" r="r" b="b"/>
              <a:pathLst>
                <a:path w="10262" h="9629" extrusionOk="0">
                  <a:moveTo>
                    <a:pt x="3833" y="1"/>
                  </a:moveTo>
                  <a:lnTo>
                    <a:pt x="1" y="8330"/>
                  </a:lnTo>
                  <a:lnTo>
                    <a:pt x="1" y="9628"/>
                  </a:lnTo>
                  <a:lnTo>
                    <a:pt x="10262" y="3738"/>
                  </a:lnTo>
                  <a:lnTo>
                    <a:pt x="8678" y="2819"/>
                  </a:lnTo>
                  <a:lnTo>
                    <a:pt x="3833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3" name="Google Shape;4423;p38"/>
            <p:cNvSpPr/>
            <p:nvPr/>
          </p:nvSpPr>
          <p:spPr>
            <a:xfrm>
              <a:off x="1803380" y="2140562"/>
              <a:ext cx="161435" cy="111773"/>
            </a:xfrm>
            <a:custGeom>
              <a:avLst/>
              <a:gdLst/>
              <a:ahLst/>
              <a:cxnLst/>
              <a:rect l="l" t="t" r="r" b="b"/>
              <a:pathLst>
                <a:path w="4941" h="3421" extrusionOk="0">
                  <a:moveTo>
                    <a:pt x="1172" y="0"/>
                  </a:moveTo>
                  <a:lnTo>
                    <a:pt x="0" y="3420"/>
                  </a:lnTo>
                  <a:lnTo>
                    <a:pt x="4941" y="1394"/>
                  </a:lnTo>
                  <a:lnTo>
                    <a:pt x="4941" y="95"/>
                  </a:lnTo>
                  <a:lnTo>
                    <a:pt x="117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4" name="Google Shape;4424;p38"/>
            <p:cNvSpPr/>
            <p:nvPr/>
          </p:nvSpPr>
          <p:spPr>
            <a:xfrm>
              <a:off x="1220830" y="1905680"/>
              <a:ext cx="743985" cy="430460"/>
            </a:xfrm>
            <a:custGeom>
              <a:avLst/>
              <a:gdLst/>
              <a:ahLst/>
              <a:cxnLst/>
              <a:rect l="l" t="t" r="r" b="b"/>
              <a:pathLst>
                <a:path w="22771" h="13175" extrusionOk="0">
                  <a:moveTo>
                    <a:pt x="10230" y="0"/>
                  </a:moveTo>
                  <a:lnTo>
                    <a:pt x="1" y="5922"/>
                  </a:lnTo>
                  <a:lnTo>
                    <a:pt x="12510" y="13175"/>
                  </a:lnTo>
                  <a:lnTo>
                    <a:pt x="22771" y="7284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5" name="Google Shape;4425;p38"/>
            <p:cNvSpPr/>
            <p:nvPr/>
          </p:nvSpPr>
          <p:spPr>
            <a:xfrm>
              <a:off x="1410167" y="2014316"/>
              <a:ext cx="182149" cy="56948"/>
            </a:xfrm>
            <a:custGeom>
              <a:avLst/>
              <a:gdLst/>
              <a:ahLst/>
              <a:cxnLst/>
              <a:rect l="l" t="t" r="r" b="b"/>
              <a:pathLst>
                <a:path w="5575" h="1743" extrusionOk="0">
                  <a:moveTo>
                    <a:pt x="2792" y="1"/>
                  </a:moveTo>
                  <a:cubicBezTo>
                    <a:pt x="2099" y="1"/>
                    <a:pt x="1410" y="159"/>
                    <a:pt x="888" y="476"/>
                  </a:cubicBezTo>
                  <a:cubicBezTo>
                    <a:pt x="254" y="824"/>
                    <a:pt x="1" y="1267"/>
                    <a:pt x="96" y="1742"/>
                  </a:cubicBezTo>
                  <a:cubicBezTo>
                    <a:pt x="159" y="1394"/>
                    <a:pt x="413" y="1046"/>
                    <a:pt x="888" y="792"/>
                  </a:cubicBezTo>
                  <a:cubicBezTo>
                    <a:pt x="1410" y="491"/>
                    <a:pt x="2107" y="341"/>
                    <a:pt x="2804" y="341"/>
                  </a:cubicBezTo>
                  <a:cubicBezTo>
                    <a:pt x="3500" y="341"/>
                    <a:pt x="4197" y="491"/>
                    <a:pt x="4720" y="792"/>
                  </a:cubicBezTo>
                  <a:cubicBezTo>
                    <a:pt x="5195" y="1046"/>
                    <a:pt x="5448" y="1394"/>
                    <a:pt x="5511" y="1742"/>
                  </a:cubicBezTo>
                  <a:cubicBezTo>
                    <a:pt x="5575" y="1267"/>
                    <a:pt x="5321" y="824"/>
                    <a:pt x="4720" y="476"/>
                  </a:cubicBezTo>
                  <a:cubicBezTo>
                    <a:pt x="4181" y="159"/>
                    <a:pt x="3485" y="1"/>
                    <a:pt x="2792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6" name="Google Shape;4426;p38"/>
            <p:cNvSpPr/>
            <p:nvPr/>
          </p:nvSpPr>
          <p:spPr>
            <a:xfrm>
              <a:off x="1413271" y="2025457"/>
              <a:ext cx="176987" cy="91581"/>
            </a:xfrm>
            <a:custGeom>
              <a:avLst/>
              <a:gdLst/>
              <a:ahLst/>
              <a:cxnLst/>
              <a:rect l="l" t="t" r="r" b="b"/>
              <a:pathLst>
                <a:path w="5417" h="2803" extrusionOk="0">
                  <a:moveTo>
                    <a:pt x="2697" y="0"/>
                  </a:moveTo>
                  <a:cubicBezTo>
                    <a:pt x="2004" y="0"/>
                    <a:pt x="1315" y="150"/>
                    <a:pt x="793" y="451"/>
                  </a:cubicBezTo>
                  <a:cubicBezTo>
                    <a:pt x="318" y="705"/>
                    <a:pt x="64" y="1053"/>
                    <a:pt x="1" y="1401"/>
                  </a:cubicBezTo>
                  <a:cubicBezTo>
                    <a:pt x="64" y="1750"/>
                    <a:pt x="318" y="2066"/>
                    <a:pt x="793" y="2351"/>
                  </a:cubicBezTo>
                  <a:cubicBezTo>
                    <a:pt x="1315" y="2652"/>
                    <a:pt x="2012" y="2803"/>
                    <a:pt x="2709" y="2803"/>
                  </a:cubicBezTo>
                  <a:cubicBezTo>
                    <a:pt x="3405" y="2803"/>
                    <a:pt x="4102" y="2652"/>
                    <a:pt x="4625" y="2351"/>
                  </a:cubicBezTo>
                  <a:cubicBezTo>
                    <a:pt x="5100" y="2066"/>
                    <a:pt x="5353" y="1750"/>
                    <a:pt x="5416" y="1401"/>
                  </a:cubicBezTo>
                  <a:cubicBezTo>
                    <a:pt x="5353" y="1053"/>
                    <a:pt x="5100" y="705"/>
                    <a:pt x="4625" y="451"/>
                  </a:cubicBezTo>
                  <a:cubicBezTo>
                    <a:pt x="4086" y="150"/>
                    <a:pt x="3390" y="0"/>
                    <a:pt x="2697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7" name="Google Shape;4427;p38"/>
            <p:cNvSpPr/>
            <p:nvPr/>
          </p:nvSpPr>
          <p:spPr>
            <a:xfrm>
              <a:off x="1348089" y="2074335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40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8" name="Google Shape;4428;p38"/>
            <p:cNvSpPr/>
            <p:nvPr/>
          </p:nvSpPr>
          <p:spPr>
            <a:xfrm>
              <a:off x="1325349" y="2087796"/>
              <a:ext cx="141766" cy="81747"/>
            </a:xfrm>
            <a:custGeom>
              <a:avLst/>
              <a:gdLst/>
              <a:ahLst/>
              <a:cxnLst/>
              <a:rect l="l" t="t" r="r" b="b"/>
              <a:pathLst>
                <a:path w="4339" h="2502" extrusionOk="0">
                  <a:moveTo>
                    <a:pt x="348" y="0"/>
                  </a:moveTo>
                  <a:lnTo>
                    <a:pt x="0" y="190"/>
                  </a:lnTo>
                  <a:lnTo>
                    <a:pt x="3990" y="2502"/>
                  </a:lnTo>
                  <a:lnTo>
                    <a:pt x="4339" y="2280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9" name="Google Shape;4429;p38"/>
            <p:cNvSpPr/>
            <p:nvPr/>
          </p:nvSpPr>
          <p:spPr>
            <a:xfrm>
              <a:off x="1302576" y="2100212"/>
              <a:ext cx="141799" cy="82792"/>
            </a:xfrm>
            <a:custGeom>
              <a:avLst/>
              <a:gdLst/>
              <a:ahLst/>
              <a:cxnLst/>
              <a:rect l="l" t="t" r="r" b="b"/>
              <a:pathLst>
                <a:path w="4340" h="2534" extrusionOk="0">
                  <a:moveTo>
                    <a:pt x="349" y="0"/>
                  </a:moveTo>
                  <a:lnTo>
                    <a:pt x="0" y="222"/>
                  </a:lnTo>
                  <a:lnTo>
                    <a:pt x="3959" y="2534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0" name="Google Shape;4430;p38"/>
            <p:cNvSpPr/>
            <p:nvPr/>
          </p:nvSpPr>
          <p:spPr>
            <a:xfrm>
              <a:off x="1556082" y="1949134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0"/>
                  </a:moveTo>
                  <a:lnTo>
                    <a:pt x="0" y="190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1" name="Google Shape;4431;p38"/>
            <p:cNvSpPr/>
            <p:nvPr/>
          </p:nvSpPr>
          <p:spPr>
            <a:xfrm>
              <a:off x="1533310" y="1961550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2" name="Google Shape;4432;p38"/>
            <p:cNvSpPr/>
            <p:nvPr/>
          </p:nvSpPr>
          <p:spPr>
            <a:xfrm>
              <a:off x="1510537" y="1975011"/>
              <a:ext cx="142844" cy="81747"/>
            </a:xfrm>
            <a:custGeom>
              <a:avLst/>
              <a:gdLst/>
              <a:ahLst/>
              <a:cxnLst/>
              <a:rect l="l" t="t" r="r" b="b"/>
              <a:pathLst>
                <a:path w="4372" h="2502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3" name="Google Shape;4433;p38"/>
            <p:cNvSpPr/>
            <p:nvPr/>
          </p:nvSpPr>
          <p:spPr>
            <a:xfrm>
              <a:off x="1598491" y="2122691"/>
              <a:ext cx="182149" cy="57210"/>
            </a:xfrm>
            <a:custGeom>
              <a:avLst/>
              <a:gdLst/>
              <a:ahLst/>
              <a:cxnLst/>
              <a:rect l="l" t="t" r="r" b="b"/>
              <a:pathLst>
                <a:path w="5575" h="1751" extrusionOk="0">
                  <a:moveTo>
                    <a:pt x="2788" y="1"/>
                  </a:moveTo>
                  <a:cubicBezTo>
                    <a:pt x="2091" y="1"/>
                    <a:pt x="1394" y="151"/>
                    <a:pt x="856" y="452"/>
                  </a:cubicBezTo>
                  <a:cubicBezTo>
                    <a:pt x="254" y="801"/>
                    <a:pt x="1" y="1276"/>
                    <a:pt x="96" y="1751"/>
                  </a:cubicBezTo>
                  <a:cubicBezTo>
                    <a:pt x="159" y="1402"/>
                    <a:pt x="412" y="1054"/>
                    <a:pt x="856" y="801"/>
                  </a:cubicBezTo>
                  <a:cubicBezTo>
                    <a:pt x="1394" y="484"/>
                    <a:pt x="2091" y="325"/>
                    <a:pt x="2788" y="325"/>
                  </a:cubicBezTo>
                  <a:cubicBezTo>
                    <a:pt x="3484" y="325"/>
                    <a:pt x="4181" y="484"/>
                    <a:pt x="4719" y="801"/>
                  </a:cubicBezTo>
                  <a:cubicBezTo>
                    <a:pt x="5163" y="1054"/>
                    <a:pt x="5448" y="1402"/>
                    <a:pt x="5511" y="1751"/>
                  </a:cubicBezTo>
                  <a:cubicBezTo>
                    <a:pt x="5575" y="1276"/>
                    <a:pt x="5321" y="801"/>
                    <a:pt x="4719" y="452"/>
                  </a:cubicBezTo>
                  <a:cubicBezTo>
                    <a:pt x="4181" y="151"/>
                    <a:pt x="3484" y="1"/>
                    <a:pt x="2788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4" name="Google Shape;4434;p38"/>
            <p:cNvSpPr/>
            <p:nvPr/>
          </p:nvSpPr>
          <p:spPr>
            <a:xfrm>
              <a:off x="1601595" y="2133309"/>
              <a:ext cx="176987" cy="92136"/>
            </a:xfrm>
            <a:custGeom>
              <a:avLst/>
              <a:gdLst/>
              <a:ahLst/>
              <a:cxnLst/>
              <a:rect l="l" t="t" r="r" b="b"/>
              <a:pathLst>
                <a:path w="5417" h="2820" extrusionOk="0">
                  <a:moveTo>
                    <a:pt x="2693" y="0"/>
                  </a:moveTo>
                  <a:cubicBezTo>
                    <a:pt x="1996" y="0"/>
                    <a:pt x="1299" y="159"/>
                    <a:pt x="761" y="476"/>
                  </a:cubicBezTo>
                  <a:cubicBezTo>
                    <a:pt x="317" y="729"/>
                    <a:pt x="64" y="1077"/>
                    <a:pt x="1" y="1426"/>
                  </a:cubicBezTo>
                  <a:cubicBezTo>
                    <a:pt x="64" y="1742"/>
                    <a:pt x="317" y="2091"/>
                    <a:pt x="761" y="2344"/>
                  </a:cubicBezTo>
                  <a:cubicBezTo>
                    <a:pt x="1299" y="2661"/>
                    <a:pt x="1996" y="2819"/>
                    <a:pt x="2693" y="2819"/>
                  </a:cubicBezTo>
                  <a:cubicBezTo>
                    <a:pt x="3389" y="2819"/>
                    <a:pt x="4086" y="2661"/>
                    <a:pt x="4624" y="2344"/>
                  </a:cubicBezTo>
                  <a:cubicBezTo>
                    <a:pt x="5068" y="2091"/>
                    <a:pt x="5353" y="1774"/>
                    <a:pt x="5416" y="1426"/>
                  </a:cubicBezTo>
                  <a:cubicBezTo>
                    <a:pt x="5353" y="1077"/>
                    <a:pt x="5068" y="729"/>
                    <a:pt x="4624" y="476"/>
                  </a:cubicBezTo>
                  <a:cubicBezTo>
                    <a:pt x="4086" y="159"/>
                    <a:pt x="3389" y="0"/>
                    <a:pt x="269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5" name="Google Shape;4435;p38"/>
            <p:cNvSpPr/>
            <p:nvPr/>
          </p:nvSpPr>
          <p:spPr>
            <a:xfrm>
              <a:off x="1535368" y="2182971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6" name="Google Shape;4436;p38"/>
            <p:cNvSpPr/>
            <p:nvPr/>
          </p:nvSpPr>
          <p:spPr>
            <a:xfrm>
              <a:off x="1512628" y="2195387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7" name="Google Shape;4437;p38"/>
            <p:cNvSpPr/>
            <p:nvPr/>
          </p:nvSpPr>
          <p:spPr>
            <a:xfrm>
              <a:off x="1489855" y="2208848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8" name="Google Shape;4438;p38"/>
            <p:cNvSpPr/>
            <p:nvPr/>
          </p:nvSpPr>
          <p:spPr>
            <a:xfrm>
              <a:off x="1744407" y="2056725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3"/>
                  </a:lnTo>
                  <a:lnTo>
                    <a:pt x="3990" y="2535"/>
                  </a:lnTo>
                  <a:lnTo>
                    <a:pt x="4370" y="231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9" name="Google Shape;4439;p38"/>
            <p:cNvSpPr/>
            <p:nvPr/>
          </p:nvSpPr>
          <p:spPr>
            <a:xfrm>
              <a:off x="1721634" y="2070186"/>
              <a:ext cx="141799" cy="82825"/>
            </a:xfrm>
            <a:custGeom>
              <a:avLst/>
              <a:gdLst/>
              <a:ahLst/>
              <a:cxnLst/>
              <a:rect l="l" t="t" r="r" b="b"/>
              <a:pathLst>
                <a:path w="4340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34"/>
                  </a:lnTo>
                  <a:lnTo>
                    <a:pt x="4339" y="231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0" name="Google Shape;4440;p38"/>
            <p:cNvSpPr/>
            <p:nvPr/>
          </p:nvSpPr>
          <p:spPr>
            <a:xfrm>
              <a:off x="1698861" y="2083647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39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41" name="Google Shape;4441;p38"/>
          <p:cNvSpPr txBox="1"/>
          <p:nvPr/>
        </p:nvSpPr>
        <p:spPr>
          <a:xfrm>
            <a:off x="7102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1"/>
            <a:r>
              <a:rPr lang="en" sz="3600" dirty="0">
                <a:latin typeface="+mn-lt"/>
                <a:ea typeface="Fira Sans Medium"/>
                <a:cs typeface="Fira Sans Medium"/>
                <a:sym typeface="Fira Sans Medium"/>
              </a:rPr>
              <a:t>Conclusion</a:t>
            </a:r>
            <a:endParaRPr sz="3600" dirty="0">
              <a:latin typeface="+mn-lt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449" name="Google Shape;4449;p38"/>
          <p:cNvSpPr txBox="1"/>
          <p:nvPr/>
        </p:nvSpPr>
        <p:spPr>
          <a:xfrm>
            <a:off x="4710925" y="3594775"/>
            <a:ext cx="36741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Mercury is the closest planet to the Sun</a:t>
            </a:r>
            <a:endParaRPr sz="1200" dirty="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50" name="Google Shape;4450;p38"/>
          <p:cNvSpPr txBox="1"/>
          <p:nvPr/>
        </p:nvSpPr>
        <p:spPr>
          <a:xfrm>
            <a:off x="4710924" y="4101250"/>
            <a:ext cx="3786305" cy="708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1100" dirty="0"/>
              <a:t>The project demonstrates how Time Series Analysis and Machine Learning can support data-driven investment decisions and future market forecasting. 🚀📈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" name="Google Shape;3947;p38">
            <a:extLst>
              <a:ext uri="{FF2B5EF4-FFF2-40B4-BE49-F238E27FC236}">
                <a16:creationId xmlns:a16="http://schemas.microsoft.com/office/drawing/2014/main" id="{EDE039C0-8F5F-F377-586C-0282AF9FA48D}"/>
              </a:ext>
            </a:extLst>
          </p:cNvPr>
          <p:cNvSpPr/>
          <p:nvPr/>
        </p:nvSpPr>
        <p:spPr>
          <a:xfrm rot="5060004">
            <a:off x="3001391" y="3288172"/>
            <a:ext cx="943680" cy="877453"/>
          </a:xfrm>
          <a:custGeom>
            <a:avLst/>
            <a:gdLst/>
            <a:ahLst/>
            <a:cxnLst/>
            <a:rect l="l" t="t" r="r" b="b"/>
            <a:pathLst>
              <a:path w="28883" h="26856" extrusionOk="0">
                <a:moveTo>
                  <a:pt x="28661" y="0"/>
                </a:moveTo>
                <a:lnTo>
                  <a:pt x="10514" y="26507"/>
                </a:lnTo>
                <a:lnTo>
                  <a:pt x="0" y="26507"/>
                </a:lnTo>
                <a:lnTo>
                  <a:pt x="0" y="26856"/>
                </a:lnTo>
                <a:lnTo>
                  <a:pt x="10609" y="26856"/>
                </a:lnTo>
                <a:lnTo>
                  <a:pt x="28882" y="285"/>
                </a:lnTo>
                <a:lnTo>
                  <a:pt x="28661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3944;p38">
            <a:extLst>
              <a:ext uri="{FF2B5EF4-FFF2-40B4-BE49-F238E27FC236}">
                <a16:creationId xmlns:a16="http://schemas.microsoft.com/office/drawing/2014/main" id="{808E53A6-A940-9BB5-749F-ED728272E091}"/>
              </a:ext>
            </a:extLst>
          </p:cNvPr>
          <p:cNvSpPr/>
          <p:nvPr/>
        </p:nvSpPr>
        <p:spPr>
          <a:xfrm>
            <a:off x="2913378" y="3207281"/>
            <a:ext cx="133500" cy="133500"/>
          </a:xfrm>
          <a:custGeom>
            <a:avLst/>
            <a:gdLst/>
            <a:ahLst/>
            <a:cxnLst/>
            <a:rect l="l" t="t" r="r" b="b"/>
            <a:pathLst>
              <a:path w="4086" h="4086" extrusionOk="0">
                <a:moveTo>
                  <a:pt x="2027" y="1"/>
                </a:moveTo>
                <a:cubicBezTo>
                  <a:pt x="919" y="1"/>
                  <a:pt x="0" y="919"/>
                  <a:pt x="0" y="2059"/>
                </a:cubicBezTo>
                <a:cubicBezTo>
                  <a:pt x="0" y="3167"/>
                  <a:pt x="919" y="4086"/>
                  <a:pt x="2027" y="4086"/>
                </a:cubicBezTo>
                <a:cubicBezTo>
                  <a:pt x="3167" y="4086"/>
                  <a:pt x="4086" y="3167"/>
                  <a:pt x="4086" y="2059"/>
                </a:cubicBezTo>
                <a:cubicBezTo>
                  <a:pt x="4086" y="919"/>
                  <a:pt x="3167" y="1"/>
                  <a:pt x="2027" y="1"/>
                </a:cubicBezTo>
                <a:close/>
              </a:path>
            </a:pathLst>
          </a:custGeom>
          <a:solidFill>
            <a:srgbClr val="CACAC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3933;p38">
            <a:extLst>
              <a:ext uri="{FF2B5EF4-FFF2-40B4-BE49-F238E27FC236}">
                <a16:creationId xmlns:a16="http://schemas.microsoft.com/office/drawing/2014/main" id="{306B1665-A183-6AF3-D05C-B0F98A50E5A3}"/>
              </a:ext>
            </a:extLst>
          </p:cNvPr>
          <p:cNvSpPr/>
          <p:nvPr/>
        </p:nvSpPr>
        <p:spPr>
          <a:xfrm>
            <a:off x="4571999" y="3310841"/>
            <a:ext cx="4431942" cy="622934"/>
          </a:xfrm>
          <a:custGeom>
            <a:avLst/>
            <a:gdLst/>
            <a:ahLst/>
            <a:cxnLst/>
            <a:rect l="l" t="t" r="r" b="b"/>
            <a:pathLst>
              <a:path w="143652" h="19066" extrusionOk="0">
                <a:moveTo>
                  <a:pt x="9533" y="1"/>
                </a:moveTo>
                <a:cubicBezTo>
                  <a:pt x="4276" y="1"/>
                  <a:pt x="1" y="4276"/>
                  <a:pt x="1" y="9533"/>
                </a:cubicBezTo>
                <a:cubicBezTo>
                  <a:pt x="1" y="14758"/>
                  <a:pt x="4276" y="19065"/>
                  <a:pt x="9533" y="19065"/>
                </a:cubicBezTo>
                <a:lnTo>
                  <a:pt x="134119" y="19065"/>
                </a:lnTo>
                <a:cubicBezTo>
                  <a:pt x="139345" y="19065"/>
                  <a:pt x="143652" y="14790"/>
                  <a:pt x="143652" y="9533"/>
                </a:cubicBezTo>
                <a:cubicBezTo>
                  <a:pt x="143652" y="4276"/>
                  <a:pt x="139345" y="1"/>
                  <a:pt x="134119" y="1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IN" sz="1100" dirty="0">
                <a:solidFill>
                  <a:schemeClr val="bg1"/>
                </a:solidFill>
              </a:rPr>
              <a:t>SARIMA achieved the best forecasting performance with the lowest RMSE (26.73), making it the most reliable model for stock price prediction.</a:t>
            </a:r>
          </a:p>
        </p:txBody>
      </p:sp>
      <p:sp>
        <p:nvSpPr>
          <p:cNvPr id="11" name="Google Shape;3934;p38">
            <a:extLst>
              <a:ext uri="{FF2B5EF4-FFF2-40B4-BE49-F238E27FC236}">
                <a16:creationId xmlns:a16="http://schemas.microsoft.com/office/drawing/2014/main" id="{E0ECE8AB-90E9-E2BB-3571-DE64B77F7A2E}"/>
              </a:ext>
            </a:extLst>
          </p:cNvPr>
          <p:cNvSpPr/>
          <p:nvPr/>
        </p:nvSpPr>
        <p:spPr>
          <a:xfrm>
            <a:off x="4054962" y="3287008"/>
            <a:ext cx="622934" cy="623979"/>
          </a:xfrm>
          <a:custGeom>
            <a:avLst/>
            <a:gdLst/>
            <a:ahLst/>
            <a:cxnLst/>
            <a:rect l="l" t="t" r="r" b="b"/>
            <a:pathLst>
              <a:path w="19066" h="19098" extrusionOk="0">
                <a:moveTo>
                  <a:pt x="9533" y="1"/>
                </a:moveTo>
                <a:cubicBezTo>
                  <a:pt x="4276" y="1"/>
                  <a:pt x="1" y="4276"/>
                  <a:pt x="1" y="9565"/>
                </a:cubicBezTo>
                <a:cubicBezTo>
                  <a:pt x="1" y="14822"/>
                  <a:pt x="4276" y="19097"/>
                  <a:pt x="9533" y="19097"/>
                </a:cubicBezTo>
                <a:cubicBezTo>
                  <a:pt x="14790" y="19097"/>
                  <a:pt x="19065" y="14822"/>
                  <a:pt x="19065" y="9565"/>
                </a:cubicBezTo>
                <a:cubicBezTo>
                  <a:pt x="19065" y="4276"/>
                  <a:pt x="14790" y="1"/>
                  <a:pt x="9533" y="1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rgbClr val="FFFFFF"/>
                </a:solidFill>
                <a:latin typeface="Arial Black" panose="020B0A04020102020204" pitchFamily="34" charset="0"/>
                <a:ea typeface="Fira Sans"/>
                <a:cs typeface="Fira Sans"/>
                <a:sym typeface="Fira Sans"/>
              </a:rPr>
              <a:t>4</a:t>
            </a:r>
            <a:endParaRPr sz="2500" dirty="0">
              <a:solidFill>
                <a:srgbClr val="FFFFFF"/>
              </a:solidFill>
              <a:latin typeface="Arial Black" panose="020B0A04020102020204" pitchFamily="34" charset="0"/>
              <a:ea typeface="Fira Sans"/>
              <a:cs typeface="Fira Sans"/>
              <a:sym typeface="Fira Sans"/>
            </a:endParaRPr>
          </a:p>
        </p:txBody>
      </p:sp>
      <p:sp>
        <p:nvSpPr>
          <p:cNvPr id="13" name="Google Shape;3944;p38">
            <a:extLst>
              <a:ext uri="{FF2B5EF4-FFF2-40B4-BE49-F238E27FC236}">
                <a16:creationId xmlns:a16="http://schemas.microsoft.com/office/drawing/2014/main" id="{5EBA9C7A-7577-8EC8-BEF4-997F5BFEA40F}"/>
              </a:ext>
            </a:extLst>
          </p:cNvPr>
          <p:cNvSpPr/>
          <p:nvPr/>
        </p:nvSpPr>
        <p:spPr>
          <a:xfrm>
            <a:off x="2878436" y="2952488"/>
            <a:ext cx="133500" cy="133500"/>
          </a:xfrm>
          <a:custGeom>
            <a:avLst/>
            <a:gdLst/>
            <a:ahLst/>
            <a:cxnLst/>
            <a:rect l="l" t="t" r="r" b="b"/>
            <a:pathLst>
              <a:path w="4086" h="4086" extrusionOk="0">
                <a:moveTo>
                  <a:pt x="2027" y="1"/>
                </a:moveTo>
                <a:cubicBezTo>
                  <a:pt x="919" y="1"/>
                  <a:pt x="0" y="919"/>
                  <a:pt x="0" y="2059"/>
                </a:cubicBezTo>
                <a:cubicBezTo>
                  <a:pt x="0" y="3167"/>
                  <a:pt x="919" y="4086"/>
                  <a:pt x="2027" y="4086"/>
                </a:cubicBezTo>
                <a:cubicBezTo>
                  <a:pt x="3167" y="4086"/>
                  <a:pt x="4086" y="3167"/>
                  <a:pt x="4086" y="2059"/>
                </a:cubicBezTo>
                <a:cubicBezTo>
                  <a:pt x="4086" y="919"/>
                  <a:pt x="3167" y="1"/>
                  <a:pt x="2027" y="1"/>
                </a:cubicBezTo>
                <a:close/>
              </a:path>
            </a:pathLst>
          </a:custGeom>
          <a:solidFill>
            <a:srgbClr val="CACAC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3948;p38">
            <a:extLst>
              <a:ext uri="{FF2B5EF4-FFF2-40B4-BE49-F238E27FC236}">
                <a16:creationId xmlns:a16="http://schemas.microsoft.com/office/drawing/2014/main" id="{79235DCC-AFDC-B174-45B1-205D88569672}"/>
              </a:ext>
            </a:extLst>
          </p:cNvPr>
          <p:cNvSpPr/>
          <p:nvPr/>
        </p:nvSpPr>
        <p:spPr>
          <a:xfrm flipV="1">
            <a:off x="3088618" y="3015892"/>
            <a:ext cx="910388" cy="376616"/>
          </a:xfrm>
          <a:custGeom>
            <a:avLst/>
            <a:gdLst/>
            <a:ahLst/>
            <a:cxnLst/>
            <a:rect l="l" t="t" r="r" b="b"/>
            <a:pathLst>
              <a:path w="28851" h="15297" extrusionOk="0">
                <a:moveTo>
                  <a:pt x="28692" y="0"/>
                </a:moveTo>
                <a:lnTo>
                  <a:pt x="10863" y="14916"/>
                </a:lnTo>
                <a:lnTo>
                  <a:pt x="0" y="14916"/>
                </a:lnTo>
                <a:lnTo>
                  <a:pt x="0" y="15296"/>
                </a:lnTo>
                <a:lnTo>
                  <a:pt x="10926" y="15296"/>
                </a:lnTo>
                <a:lnTo>
                  <a:pt x="28851" y="348"/>
                </a:lnTo>
                <a:lnTo>
                  <a:pt x="28692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54B68A-E825-67E1-4384-9C7AACCE3EA7}"/>
              </a:ext>
            </a:extLst>
          </p:cNvPr>
          <p:cNvSpPr txBox="1"/>
          <p:nvPr/>
        </p:nvSpPr>
        <p:spPr>
          <a:xfrm>
            <a:off x="1577340" y="1447800"/>
            <a:ext cx="61569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77259458"/>
      </p:ext>
    </p:extLst>
  </p:cSld>
  <p:clrMapOvr>
    <a:masterClrMapping/>
  </p:clrMapOvr>
</p:sld>
</file>

<file path=ppt/theme/theme1.xml><?xml version="1.0" encoding="utf-8"?>
<a:theme xmlns:a="http://schemas.openxmlformats.org/drawingml/2006/main" name="Technology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109</TotalTime>
  <Words>1183</Words>
  <Application>Microsoft Office PowerPoint</Application>
  <PresentationFormat>On-screen Show (16:9)</PresentationFormat>
  <Paragraphs>190</Paragraphs>
  <Slides>20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Arial Black</vt:lpstr>
      <vt:lpstr>Wingdings</vt:lpstr>
      <vt:lpstr>Fira Sans</vt:lpstr>
      <vt:lpstr>Arial Rounded MT Bold</vt:lpstr>
      <vt:lpstr>Fira Sans Medium</vt:lpstr>
      <vt:lpstr>Technology Infographics by Slidesgo</vt:lpstr>
      <vt:lpstr>PowerPoint Presentation</vt:lpstr>
      <vt:lpstr>Objective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DELL</dc:creator>
  <cp:lastModifiedBy>tejas dalvi</cp:lastModifiedBy>
  <cp:revision>14</cp:revision>
  <dcterms:modified xsi:type="dcterms:W3CDTF">2026-06-17T14:25:18Z</dcterms:modified>
</cp:coreProperties>
</file>